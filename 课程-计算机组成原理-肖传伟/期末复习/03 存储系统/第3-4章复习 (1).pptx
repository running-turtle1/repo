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.xml" ContentType="application/inkml+xml"/>
  <Override PartName="/ppt/ink/ink20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.xml" ContentType="application/inkml+xml"/>
  <Override PartName="/ppt/ink/ink230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5" r:id="rId3"/>
    <p:sldId id="256" r:id="rId4"/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3"/>
    <p:sldId id="267" r:id="rId14"/>
    <p:sldId id="268" r:id="rId15"/>
    <p:sldId id="269" r:id="rId16"/>
    <p:sldId id="270" r:id="rId17"/>
    <p:sldId id="271" r:id="rId18"/>
    <p:sldId id="289" r:id="rId19"/>
    <p:sldId id="287" r:id="rId20"/>
    <p:sldId id="288" r:id="rId21"/>
    <p:sldId id="272" r:id="rId22"/>
    <p:sldId id="273" r:id="rId23"/>
    <p:sldId id="274" r:id="rId24"/>
    <p:sldId id="275" r:id="rId25"/>
    <p:sldId id="276" r:id="rId26"/>
    <p:sldId id="286" r:id="rId27"/>
    <p:sldId id="290" r:id="rId28"/>
    <p:sldId id="291" r:id="rId29"/>
    <p:sldId id="292" r:id="rId30"/>
    <p:sldId id="293" r:id="rId31"/>
    <p:sldId id="266" r:id="rId32"/>
    <p:sldId id="277" r:id="rId33"/>
    <p:sldId id="278" r:id="rId34"/>
    <p:sldId id="280" r:id="rId35"/>
    <p:sldId id="283" r:id="rId36"/>
    <p:sldId id="281" r:id="rId37"/>
    <p:sldId id="284" r:id="rId38"/>
    <p:sldId id="285" r:id="rId39"/>
    <p:sldId id="279" r:id="rId40"/>
    <p:sldId id="282" r:id="rId41"/>
    <p:sldId id="294" r:id="rId42"/>
    <p:sldId id="295" r:id="rId43"/>
    <p:sldId id="296" r:id="rId44"/>
    <p:sldId id="297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25:4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2891.219 3270.000 767,'0.000'-7.079'0,"5.298"3.000"-4,1.290 3.396 4,6.062 0.336-3,-3.364 0.267 1,0.638 0.053 0,2.529 0.030 0,2.731 0.017-2,1.865 0.010 0,0.499-0.001 2,6.438 0.007 0,2.591-0.001-5,1.812-0.003 0,3.969-0.002 4,1.510-0.005-1,-12.984-0.011-1,1.001-0.002 1,9.922 0.001-3,2.633-0.003 8,13.928-0.002-1,6.483-0.002-3,-2.672-0.002-4,2.522-0.001-2,0.915-0.001 3,-0.273-0.001 0,12.108-0.001-13,-3.422-0.000 10,-9.514 0.000 8,-6.210 0.000 5,-6.452 0.000 2,-8.648 0.000-1,-2.712 0.000-1,-2.613 0.000 11,2.893 0.000 9,-8.709 0.000-5,-2.293 0.000-22,-1.716 0.000-2,-1.225 0.000 10,3.698 0.000 10,-2.873 0.000-14,-3.993 0.000 0,0.087 0.000 0,-4.285 0.000 3,0.619 0.000-2,2.843 0.000-3,1.269 0.000 0,6.568 0.000 0,2.249 0.000-2,-1.026 0.000 0,1.467 0.000-1,4.645 0.000-1,1.271 0.000 1,0.897 0.000 0,0.591 0.000 1,-3.154 0.000 1,0.304 0.000 0,-6.986 0.000 1,0.091 0.000 0,14.928 0.000 1,0.101 0.000 0,-11.249 0.000 0,-0.336 0.000 1,9.528 0.000 0,-1.822 0.000-4,-10.115 0.217 1,0.173 0.371 5,2.872 0.418 0,-0.847 0.191 0,-0.337 0.362-1,0.042 0.467-3,0.028 0.520 0,0.016 0.533 3,2.269 0.800 1,11.592 2.458-5,4.668 1.646 1,-0.579 0.755-1,-2.204 0.403-2,-1.315-0.142-2,-0.317-0.388 0,2.309-0.207 2,-2.385-1.394 14,-17.818-3.304 0,0.036 0.127-16,8.862 1.700 0,-0.856-0.309 11,-1.272-0.501-2,0.271-0.472-2,-0.363-0.695-1,-3.334-0.934 0,-0.222-0.507-1,1.000-0.461 3,0.974-0.406 1,0.910-0.348 0,-0.216-0.290-2,-1.007-0.235-1,-1.522-0.185 0,4.790-0.160-2,-0.478-0.129-3,-1.336-0.079 5,-10.234 0.047 5,10.129-0.134-1,-3.123 0.003-2,-3.208 0.024-7,-12.944 0.154 3,5.930-0.064 13,-1.123 0.022-4,-0.987 0.021-8,6.168-0.022 16,-6.015 0.068-17,-0.769 0.017 0,-1.172 0.015 3,-0.135 0.010 0,1.892 0.008-1,-0.605 0.009-2,6.029 0.007 5,-2.822 0.002-1,-0.714-0.000-1,0.384 0.000-2,-2.611-0.002-1,0.512-0.000-1,2.415 0.000-1,0.797-0.001 4,2.371-0.000 0,0.109-0.001-1,-3.651-0.001 0,0.239-0.000-1,6.010 0.000 0,-0.379-0.001 2,-4.296-0.000 1,-0.476-0.000-2,-0.446 0.000 1,-0.403-0.000 0,0.211-0.283 1,0.639-0.471 1,0.065-0.300 0,-0.346-0.164-1,-3.371 0.112-1,0.454-0.281-2,4.179-0.788 0,0.005-0.129 0,-0.338 0.016 7,0.753 0.119-7,6.563-0.459-1,-0.498 0.448 1,-4.734 0.707 3,-0.827 0.298 0,0.243 0.249 0,-0.777 0.253-3,-1.006 0.211 4,0.968 0.162 2,-5.052 0.162 1,-0.442 0.059-7,3.504 0.062-2,-0.944 0.062 7,-0.949 0.036 0,0.297 0.017-2,-4.740-0.038-1,0.178-0.000 0,0.101-0.002-1,0.038-0.003 2,2.510 0.011 1,-0.209-0.008-1,1.174-0.003-2,0.013-0.011-1,-2.642-0.016 2,-0.222-0.006 1,1.764-0.001 0,-0.812-0.007-2,-0.917-0.006 1,-0.934-0.004 0,-0.889-0.003 2,4.120-0.004-1,-2.168-0.004 2,-1.077-0.001 0,-1.180 0.002-1,2.572 0.000-1,-1.289 0.003-1,0.850 0.001 0,0.058 0.000-1,3.386 0.000 0,-4.936 0.000 0,-0.262 0.000 0,4.124 0.000 1,-0.010-0.000-1,-4.614 0.000 2,4.354 0.000 1,-2.534 0.000-2,0.022 0.000 0,-0.564 0.000 0,-1.181 0.000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25:4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7931.219 3294.000 767,'7.256'0.000'0,"2.175"0.000"0,-2.520 0.000-3,1.258 0.000-2,0.918 0.000 3,-2.278 0.000 0,7.711 0.000-2,1.540 0.000 0,-9.721 0.000 2,13.481 0.000 3,2.850 0.000-4,-8.694 0.000 0,0.241 0.000 1,5.535 0.000 0,0.767 0.000 0,9.038 0.000-6,0.316 0.000 8,-6.765 0.000 0,-0.466 0.000-2,-0.467 0.000 0,9.476 0.000 0,1.708 0.000 2,-0.066 0.000 0,-20.499 0.000 0,10.809 0.000 1,0.923 0.000 0,9.111 0.000-11,-0.253 0.000 5,-1.026 0.000 11,4.087 0.000-7,-2.131 0.000-5,-28.147 0.000 5,24.285 0.000 0,-0.718 0.000 3,-6.228 0.000 5,0.105 0.000 3,1.193 0.000-5,-1.463 0.000-11,-1.855 0.000 3,-7.156 0.000 3,9.963 0.000 0,2.720 0.000 3,-0.093 0.000 9,-8.075 0.000-10,-0.844 0.000-5,-0.884 0.000 1,-0.871 0.000-1,1.849 0.257 1,-0.705 0.410 6,-0.558 0.486 1,-2.904 0.018-3,-0.446 0.075-3,3.470 0.406 0,-1.382-0.144 0,-1.484-0.215 8,-4.134-0.459-3,-0.013-0.090-4,-0.907-0.151-2,-0.902-0.136 1,0.999-0.069 7,-0.997-0.151-2,-0.952-0.114-4,3.938-0.047 3,-3.600-0.094-2,-0.177-0.027 0,1.802-0.024-2,0.944 0.801 1,-3.497 0.425 0,0.471 0.508 0,0.380 0.472-1,0.694 0.399 0,0.045 0.050-1,-0.085-0.103 1,-0.170-0.204 0,3.303 0.922-1,-1.807-0.578 1,0.058-0.079 1,-0.218-0.176 0,-1.693-0.725-1,1.877-0.148 1,11.899 0.563 0,4.223-0.428-1,4.354-0.394-4,2.057-0.343-2,0.434-0.285-1,-0.636-0.227 0,-25.354-0.311 7,23.101 0.105 0,0.418-0.095-1,-0.483-0.070-2,-3.372-0.042 1,-1.451-0.028 8,-1.629-0.017-1,-6.218 0.015-5,-0.016-0.002-3,0.338 0.000 0,0.607 0.002 7,13.153-0.034 8,-0.088 0.013-9,-7.267 0.026-1,-1.521 0.009-4,-1.743 0.009 1,-4.212 0.011 0,-1.836 0.006 2,3.591-0.001-1,-4.469 0.010 5,-3.892 0.007 0,-3.193 0.005-1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27:2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12143.219 7758.000 767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30:0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2339.219 2550.000 767,'6.439'0.000'0,"1.524"0.000"-4,0.364 0.000 3,-1.344 0.000-1,4.190 0.000-1,2.098 0.000 0,0.955 0.000 0,-1.711-0.283 0,1.632-0.471 0,1.626-0.583 0,1.546-0.635-1,3.677-0.925 2,5.210-1.075-1,2.480-0.575 0,1.668-0.365-1,-15.609 2.648 2,19.112-2.141-4,4.059 0.294 0,3.931 0.403-3,3.654 0.461 2,22.204-0.306 9,1.350 0.866-19,-19.111 1.135 7,-0.007 0.360 5,-12.538 0.473 1,0.239 0.157 1,13.366 0.058 2,0.443 0.198 3,13.542 0.167 3,-0.373 0.165-4,-14.142 0.061 0,-1.267 0.043-4,-7.968 0.002 0,-2.198 0.009 2,3.005 0.022 1,-2.400-0.006 2,10.243 0.037 5,-5.100-0.031 9,-7.265-0.043-8,-10.016-0.042-5,-2.519-0.016 1,0.079-0.010 1,-2.838-0.016 4,-6.253-0.016-2,-0.909-0.007-3,5.286-0.004 0,-0.923-0.008 2,-5.955-0.003-5,0.286-0.002 0,6.648-0.004-1,0.302-0.001-1,-4.147 0.001 0,0.064 0.000 1,0.110 0.000-1,0.138 0.000 0,-1.778 0.001 0,0.569 0.000 1,8.199-0.000 1,0.958 0.001-2,-7.178 0.001 0,0.432 0.000 0,6.769 0.000-1,1.748 0.000-1,-1.861 0.000 1,1.027 0.000 2,5.114 0.000-2,1.943 0.000-3,-25.313 0.000 4,27.073 0.000-2,3.302 0.000 2,7.241 0.000-4,0.792 0.000 0,4.149 0.000 1,-2.530 0.000-2,-3.352 0.000-5,-3.065 0.000 10,-0.822 0.000 3,-5.119 0.848 1,-0.418 1.412 1,-5.177 0.406 1,-1.041 0.419 1,12.092 2.420-9,-3.824 0.369 4,-4.099 0.070-1,-4.021 0.113 7,0.385 1.510-3,-2.486 0.941-3,-8.167-1.855 9,3.868 2.353 1,-2.253-0.317-13,-2.297-0.659 1,-2.138-0.818 7,-3.420-1.476-4,-0.816-0.286-4,0.708 0.447 0,-1.231-0.522 5,-1.158-0.518 3,-1.019-0.473 0,1.097 0.573-6,0.071-0.853 0,0.752-0.126 1,0.144-0.153 2,-0.256-0.158-2,-0.493-0.150-2,-1.898-0.735 0,-0.616-0.337-1,-0.615-0.367 1,-1.021-0.473 0,4.571 0.732 3,-4.041-0.544 3,3.966 1.535-2,-1.005-0.303-1,0.047-0.790-2,-3.320-1.284-1,0.337-0.200 0,4.724 0.100 1,-3.699-0.535 0,0.770-0.096-1,1.859-0.079 0,1.416-0.063 0,1.035-0.048-1,4.236-0.049 0,0.366-0.034 0,-4.979 0.007 0,0.323-0.005-1,2.071-0.010-2,0.092 0.001 4,1.753-0.003 3,-0.308 0.007-2,2.111 0.004 0,-0.537 0.010 0,-1.051 0.010 0,-1.304 0.009 1,-3.740 0.009 0,-0.030 0.004 1,-1.096 0.004-3,-1.107 0.003 0,5.618 0.002 10,-4.989 0.004-7,5.918-0.356 3,-5.534-0.579-8,1.994-0.612 2,-0.095-0.158 0,-0.318 0.040-1,-0.432 0.160 0,-0.749-0.611 0,-4.452 0.745 2,-0.141-0.043-1,1.834-0.465 1,-0.235 0.093 1,1.887-0.385 4,-1.461 0.365-2,-1.607 0.381-4,2.042-0.398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30:0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6107.219 2562.000 767,'9.889'0.000'0,"0.467"0.000"0,1.400 0.000-9,-5.712 0.000 7,4.384 0.000-1,2.396 0.000 0,2.798 0.000 5,2.850 0.000-4,2.673 0.000-4,2.362 0.000 1,-2.862 0.000 1,2.316 0.000 0,3.960 0.000 0,-0.229 0.000 1,3.331 0.000-1,14.563 0.000-2,2.218 0.000 1,0.523 0.000-1,-26.266 0.000 2,43.229 0.000-10,1.327 0.000 4,-1.302 0.000 5,-2.775 0.000 10,-28.990 0.000-3,-0.547 0.000-7,-0.164 0.000-1,0.141 0.000 6,10.292 0.000 7,-1.312 0.000-1,-1.922 0.000-1,-1.229 0.000-2,-0.678 0.000-5,-5.052 0.000 0,-0.166 0.000 2,-4.383 0.000 0,0.522 0.000 4,24.927 0.000 3,-1.112 0.000-6,-15.533 0.000-1,-1.286 0.000-3,-0.871 0.000 1,-0.534 0.000 1,-0.552 0.000 1,-0.539 0.000 7,3.074 0.000-2,-1.367 0.000-5,-12.263 0.000 0,-0.766 0.000 0,9.788 0.000 2,-0.621 0.000 0,-4.011 0.000 1,-0.563 0.000 3,-0.487 0.000-3,-0.410 0.000-5,-0.053 0.000 0,0.204 0.000 4,0.377 0.000 0,0.483 0.000-1,-6.344 0.000-1,0.229 0.000-1,1.244 0.000 0,21.629 0.000-1,1.329 0.000 1,-9.020 0.000 1,-1.701 0.000-2,-1.704 0.000-1,-1.605 0.000-3,-1.646 0.000 1,13.050 0.535 19,0.444 0.810-9,-1.321 0.904-7,-2.270 0.880-1,-14.764-0.819 0,-0.403 0.372-1,12.881 3.286 4,-6.724-0.411 6,-0.101 0.484-3,-0.502 0.248-1,-7.167-1.480-3,0.381 0.104-1,7.351 1.550-1,-0.765-0.366-1,7.259 1.551 0,0.559 0.338 6,-7.318-1.552 0,0.003 0.011 3,-7.365-1.777-5,-0.038-0.254-2,18.604 2.615-2,-0.508-1.268 5,-18.363-2.999 1,-0.041-0.371-1,14.271 0.608 1,-0.773-0.851-5,-11.049-0.772 2,-0.459 0.071 3,11.421 0.829 2,-3.134-0.201-5,-4.098-0.441 2,-6.714-0.319 2,-1.287 0.132 0,-1.266 0.214 2,2.677 0.531 0,-2.282-0.087-2,-2.384-0.210-4,-4.226-0.323 1,-1.726 0.049 3,-1.581 0.108 6,-1.396 0.142-7,-0.332 0.455 0,1.597 1.646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3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3311.219 3702.000 767,'6.451'0.000'0,"1.891"0.000"-4,2.314 0.000 1,-4.114 0.000 2,0.421 0.000-1,0.465 0.565 0,1.965 0.620 1,1.180 0.502-1,0.895 0.418 0,0.649 0.338 1,2.312 0.576-1,-0.510-0.130-1,2.183-0.296-1,1.537-0.380 0,1.010-0.406 12,-7.245-0.864-9,0.344-0.136-1,11.254 0.242 0,0.438-0.353-2,-10.562-0.398 2,0.368-0.072 2,4.870-0.036 0,0.035-0.088-1,0.301-0.067-1,0.475-0.050 2,0.577-0.035-1,0.623-0.022 2,-2.037-0.000-1,0.572-0.005-1,6.000-0.023-1,0.054 0.005 0,-5.713 0.027 1,-0.201 0.007 0,2.452 0.001 0,-0.320 0.010 0,-0.649 0.009 1,-0.853 0.009 1,-0.674 0.008 1,-0.516 0.007-1,-0.379 0.006 0,-0.263 0.005 1,-0.734 0.004 1,-1.035 0.003-3,-0.917 0.002 1,-0.791 0.001-1,-0.663 0.001 0,-0.541 0.001 1,-0.711 0.000 5,-0.799 0.000-5,-0.541 0.000 0,-0.332-0.000 0,-0.450 0.282 0,-0.513 0.470 1,-0.004 0.385 0,-0.608 0.174-2,-0.580 0.051 0,-0.529-0.037 1,-1.485-0.300 0,0.129-0.086-1,2.344 0.106-1,0.519-0.172 1,-0.639-0.231 1,0.440-0.125 0,1.354-0.079 0,-0.128-0.124-3,-3.458-0.151 1,0.138-0.040 1,3.712-0.015-1,-0.164-0.060 1,-1.093-0.041 1,-0.697-0.027-1,-0.793-0.018 0,-0.818-0.011-1,2.125-0.025 2,-1.857 0.007 0,-0.883 0.006 0,3.964-0.032 5,-2.768 0.037-6,-1.079 0.028 0,1.456 0.016 3,2.474 0.010-2,-4.207 0.001-1,0.030 0.000-2,-0.188 0.000 0,4.099 0.001 0,-2.191-0.001 3,-1.744-0.001 0,-0.119-0.000 0,-0.268-0.000-1,3.900 0.000 0,1.404-0.000-1,-2.391-0.000 3,2.084 0.000-3,-3.880 0.000 0,-0.138 0.000 0,3.293 0.000 0,1.096 0.000 0,-5.076 0.000 2,0.250 0.000 1,0.150 0.000-2,0.072 0.000-1,2.462-0.335-1,0.009-0.513 1,-0.102-0.580 2,-1.670-0.304-1,-0.250-0.611-1,0.788-0.965 0,-1.178 0.005 0,-1.271 0.271 1,2.111-1.765 2,-2.328 0.717-2,-0.017 0.410-1,0.088 1.010 1,0.101-0.123-1,-0.205-3.650 2,-2.242 0.410 1,-0.481-1.411 1,-0.652-1.431-1,-0.774 0.103-3,-0.426-1.890-1,-0.487 3.767 1,-0.103 0.408 0,-0.057-0.538 0,-0.040-1.883 0,-0.053 0.051 1,-0.040 0.346-1,-0.027 0.533 0,-0.021-0.295 1,-0.011-0.105-1,-0.006-0.106 1,0.001 0.422 1,0.005 0.540-1,0.008 0.692 1,0.007 0.335 0,-0.010-3.218 0,0.013-1.276 2,0.017-1.157-2,0.015 5.458-1,0.002-0.219 0,0.002-0.114-1,0.001-0.033 0,0.001 0.025 0,0.000 0.066 0,0.000 0.092 1,0.000 0.106 0,0.000-0.172 0,0.000-0.362 1,0.000-0.518-1,0.000 0.212 0,-0.000 0.392 0,0.000 0.495-1,0.000-3.655 0,-0.000 3.035 1,-0.000 1.090 0,-0.000-2.697 3,0.000 2.675-1,0.000 0.172-2,-5.597 2.067 3,-1.272 3.879 1,-4.341 0.061-7,5.000 0.058 2,-0.821 0.007-1,-3.678 0.006 0,-1.563 0.007-1,2.098 0.003 1,-0.537 0.002 1,-2.398 0.002-1,-0.848 0.001-1,-0.512 0.000 0,-0.248-0.000 2,-0.048-0.000 0,0.096-0.000 0,0.194-0.001-1,0.255-0.001 1,0.569-0.001 2,0.766-0.001-1,-0.868-0.000 1,0.606-0.001 0,3.211-0.001 0,0.142-0.000 1,-1.082-0.000 1,0.456-0.000-3,-0.628-0.000 1,0.757 0.000-1,2.751-0.000 0,0.403 0.000 1,-1.473 0.000 0,0.538 0.000 1,0.487 0.000 0,0.424 0.000-1,-3.409-0.000-1,3.417 0.000-1,0.424 0.000 0,0.472 0.000 3,-5.641 0.000 2,4.349 0.000-5,0.151 0.000 1,0.378 0.000 0,-3.067 0.000-1,1.302 0.000 1,-2.728 0.000 2,5.032 0.000-1,-0.279 0.000-1,-0.446 0.000-1,-0.543 0.000-1,-2.070 0.000 0,-1.233 0.000 2,2.134 0.000-1,-0.136 0.000 0,-1.847 0.000 0,-0.729 0.000-1,-2.133 0.000-1,-0.354 0.000 3,1.762 0.000 1,0.437 0.000-3,1.725 0.000 0,0.110 0.000 1,-2.500 0.000 1,0.650 0.000 1,2.915 0.000 2,0.089 0.000-3,-1.333 0.000 0,-0.123 0.000 1,-0.164 0.000 1,-0.185 0.000-2,-0.191 0.000 0,-0.187 0.000-1,-0.458 0.000 0,-0.629 0.000 1,-0.156 0.000-1,0.188 0.000 1,-0.141 0.000-1,-0.369 0.000 0,1.625 0.000 0,0.212 0.000 0,-3.965 0.000 4,1.083 0.000-5,4.734 0.000 2,0.570 0.000-1,-0.531 0.000 3,0.616 0.000 0,0.266 0.000 0,0.004 0.000 1,0.100 0.000-1,0.164 0.000-1,0.201 0.000-1,0.219 0.000-1,-1.001 0.000 1,-0.269 0.000 0,-1.803 0.000 1,0.081 0.000-1,0.249 0.000-1,2.528 0.000 0,-0.209 0.000 1,-2.198 0.000-1,-0.011 0.000 0,0.141 0.000 2,-0.063 0.000 0,0.864 0.000-1,0.957 0.000-1,-2.904 0.000 0,0.732 0.000 5,0.099 0.000 0,-0.239 0.000-3,4.394 0.000-1,-0.079 0.000-1,-0.379 0.000 1,0.133 0.000 0,0.193 0.000 0,-5.506 0.000-1,0.617 0.000-1,1.709 0.000 1,-0.824 0.000 5,-0.729 0.000-4,1.400 0.000-1,0.223 0.000-1,-1.754 0.000 2,5.000 0.000 2,-3.520 0.000-2,3.189 0.000 0,-0.093 0.000-1,-0.036 0.000 1,0.005 0.000 1,-3.584 0.000-2,2.612 0.000 0,-0.200 0.000 0,-0.153 0.000 2,0.451 0.000 1,-0.500 0.000-3,1.608 0.000 0,-0.094 0.000 0,-2.265 0.000 0,-0.509 0.000 1,1.930 0.000 0,-0.029 0.000 0,-1.002 0.000 1,0.125 0.000-2,-0.095 0.000 0,-0.248 0.000 0,-0.437 0.000 2,0.375 0.000 0,0.552 0.000-1,0.646 0.000-1,-0.040 0.000 0,0.927 0.000 1,-3.865 0.000 1,2.537 0.050 2,0.897 0.586 0,2.001 2.985-2,0.817 1.296 0,1.271 1.501 1,-0.377 1.598 0,0.388-1.492-4,-0.633 1.224 0,-0.575 1.354-1,-0.506 1.384 1,-0.433 1.339-1,-0.361 1.245 0,-0.668 3.049 0,0.344 1.069 0,0.783-1.583 0,0.059 0.063 1,-0.018 0.155 0,-0.072 0.213 0,0.521-1.601 2,-0.123 0.647 0,-1.108 2.924 1,-0.645 0.548-1,-0.451 0.364-1,-0.292 0.216-1,-1.073 1.803 0,-0.022-1.289 0,1.843-5.169 1,0.053-0.690 0,-1.085 1.779 1,0.379-1.324 0,0.466-1.358 6,0.502-1.309-3,0.291-0.533-1,0.864-1.383-1,0.870-1.228 0,0.820-1.047-1,0.736-0.862 3,0.656-0.366-1,0.506 0.196 1,0.363 1.108 0,0.440-0.902-1,0.456 3.112 1,0.670-2.846-1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6:0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1523.219 1626.000 767,'6.052'0.000'0,"0.944"0.000"0,-0.043 0.000 0,-0.408-1.576-7,3.056-0.801 5,1.234-0.204 1,3.149-0.645-1,2.997-0.307-3,2.747-0.052 0,3.006 0.132 0,3.048 0.257-2,-0.976 0.655 1,2.301 0.283 1,15.343-0.371-2,1.468 0.576 0,-13.217 0.871 3,-0.057 0.233 0,-0.066 0.209 0,-0.070 0.183 0,4.266 0.125 3,-0.291 0.166 1,4.139 0.132 5,-0.272 0.120-3,-4.800 0.066-2,-0.551 0.044 0,-0.534 0.026 0,-0.496 0.013 0,-0.446 0.003 0,-0.389-0.005 2,3.473 0.005 0,-0.558-0.016-1,-7.724-0.255 0,0.231-0.382 0,7.005-0.589-1,-1.680-0.233 1,-11.341 0.252-1,-0.468-0.282 0,8.730-1.099 0,-1.885-0.134-1,-4.135 0.057 8,-0.758-0.328-4,-1.294-0.098-1,-1.616 0.070 1,-3.310 0.505 0,-0.610 0.193-3,3.755-0.259 1,-0.453 0.397 5,-4.530 0.695-2,-0.385 0.226-3,3.668 0.022-1,-0.099 0.302 0,-2.484 0.291-1,-0.820 0.167 3,-2.461 0.149 0,-0.740 0.085-3,2.207 0.077 0,-0.615 0.079 1,-1.982 0.037 6,-0.644 0.026-3,-0.628 0.014-1,-0.588 0.005-3,-1.240-0.016 1,0.032-0.005 2,2.022 0.015 0,-0.212-0.014 0,-1.254-0.023-2,-0.263-0.012-1,-0.257-0.011 0,-0.241-0.010 1,4.780 0.008 1,-4.062-0.030 1,0.403-0.007-2,-0.501-0.005 1,0.491-0.003-1,0.534-0.002-1,0.539-0.002 0,0.235-0.001 0,0.007-0.001 0,1.337 0.357 0,0.184 0.579-1,-2.098 0.213 2,0.578 0.489 0,0.526 0.523 0,0.468 0.530 0,3.646 1.621-1,0.333 0.678-1,-1.249-0.144 0,0.478 0.346 1,0.547 0.285-1,0.571 0.228 1,0.843 0.176 0,0.998 0.131 0,0.778 0.376 0,0.585 0.532 0,2.414 0.932-1,-0.381-0.423 0,-4.447-1.874 0,0.299-0.151 1,5.018 1.391 0,0.168-0.150 2,-5.140-1.776 1,-0.709-0.401-2,2.907 0.514-1,-1.681-0.812 0,-4.485-1.408 1,-0.629-0.460-1,0.747-0.230 5,-0.897-0.495 4,-1.847-0.523-5,-0.243-0.282-1,2.097-0.175-1,-0.631-0.302 2,-1.432-0.207-2,-0.051-0.129-1,0.105 0.193 0,0.211 0.413 1,3.599 0.999-1,0.225 0.704 0,0.042 0.579-1,-4.566-0.710 0,0.098 0.340 0,1.214 0.851-1,-0.208 0.481 1,0.805 0.682-1,-0.548-0.128 4,0.827 0.320 0,-1.200-0.692-2,-1.209-0.760 1,-1.851-0.921 1,3.831 0.732 1,-2.826-1.598-1,0.947-0.942 2,-0.339-0.891-1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6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2183.219 2442.000 767,'7.079'0.000'0,"-0.287"0.000"0,0.342-0.217 0,0.881-1.430-8,-1.056 0.055 6,3.512-0.672 0,2.148-0.210 0,2.065-0.316-1,1.910-0.376-2,2.274-0.684 1,2.427-0.871-1,1.290-0.398 2,0.420-0.042-1,1.194-0.070 0,1.689-0.086 0,1.396-0.094-1,1.122-0.094 3,0.592-0.091 4,0.186-0.084-6,-0.112-0.075 1,-0.319-0.065 0,-3.939 0.685 2,-0.287-0.063 0,6.620-1.610 2,-0.688-0.037 1,-4.621 1.063-1,-1.533 0.488 1,-0.540 0.314-1,0.192 0.175-1,-3.321 0.653 1,-0.556-0.028 4,5.283-0.979 0,-0.388 0.453-7,-3.593 0.986 0,-1.025 0.505 3,-1.123 0.228 3,-1.141 0.020-4,-1.382 0.154-1,-1.489 0.242 2,-3.047 0.545 3,-1.079 0.241 0,1.532-0.105-2,-1.502 0.386 2,-3.271 0.545 0,-0.665 0.193 0,1.161 0.066-1,-0.744 0.233-1,3.247 0.061 1,-3.330 0.340-1,-0.635 0.113-2,-0.633 0.065 1,3.578 0.130-1,2.185 0.033 1,-5.563-0.167 0,3.517 0.020-2,1.530-0.045-1,-5.027-0.058 2,0.280-0.008 1,-0.719-0.008-1,0.093-0.004-1,2.215-0.003-1,0.532-0.004 1,-0.555-0.003 1,0.480-0.001 0,3.475-0.003-1,-0.025-0.001-1,-0.372 0.000 1,-2.370 0.001 1,-0.556 0.000-1,-2.107 0.001 0,0.098 0.000 1,3.561-0.000 1,-0.592 0.001 4,-0.860 0.000-6,-0.618 0.000 1,-0.417 0.000 0,-0.258 0.000 0,4.465 1.037 1,-3.562 0.501-1,-0.225 0.199 0,-0.510-0.023 0,-1.966-0.517 0,0.295-0.119 0,0.198-0.136 0,0.120-0.141 0,0.341-0.138 0,0.483-0.130 1,0.560-0.117-1,0.590-0.103 0,0.300-0.088-1,0.079-0.073 0,0.201-0.059 0,0.279-0.046 0,0.321-0.035 0,0.335-0.025 0,0.330-0.018 2,0.311-0.011-2,0.282-0.006 1,0.249-0.002-1,-0.069 0.001 0,-0.293 0.003 1,-0.155 0.005-1,-0.050 0.005 1,-0.256 0.006-1,-0.390 0.005 2,-0.467 0.005 1,-0.500 0.005-2,-0.217 0.004 0,-0.005 0.004 0,-0.137 0.003 2,-0.225 0.002 0,0.006 0.002-2,0.171 0.001 0,-1.083 0.001-1,-0.058 0.001 2,1.304 0.001-1,-0.520 0.000 0,-0.642 0.000-1,-0.693 0.000 1,0.768 0.000 1,-0.931-0.000-1,4.153 0.001 2,-4.021-0.001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6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4367.219 2286.000 767,'6.018'0.000'0,"2.098"0.000"-4,1.317 0.000 1,-1.196 0.000 1,0.695 0.000 0,-2.387 0.000 1,0.785 0.000 2,0.107 0.000-1,1.154 0.000-1,3.978 0.294-1,1.423 0.461 0,1.059 0.534-1,-1.496 0.071 1,-0.445 0.054-1,-1.464-0.195 1,0.294-0.084 0,0.778 0.169 0,1.085 0.342 7,0.970 0.448-4,0.843 0.503-2,-1.407 0.073-1,0.544 0.417 0,5.083 1.214-1,0.477-0.032 1,-1.546-0.693 1,1.035-0.324-1,0.935-0.384 1,0.819-0.408 0,0.981-0.407 0,1.050-0.386-1,0.201-0.354 0,-0.412-0.314 0,-3.125-0.332 1,-0.016-0.179 0,5.629-0.111-1,-0.573-0.192 0,-3.460-0.132 8,-0.644-0.082-6,-0.891-0.057 0,-1.025-0.037 0,-0.508-0.020 1,-0.115-0.008 1,-0.112 0.001 0,-0.105 0.008 2,-0.378 0.012-3,-0.554 0.015-1,-0.372 0.016-1,-0.224 0.016 1,2.335 0.009 0,0.434 0.017 2,-6.472 0.025 0,0.194 0.006-2,7.674 0.000-1,0.834 0.010-1,-1.890 0.007 1,0.575 0.005 1,0.288 0.003 0,0.069 0.002-3,-0.373 0.002 1,-0.669 0.001 1,-2.922-0.000 0,-0.288 0.000 1,4.492 0.001 1,-0.378-0.000 1,-3.212-0.001 1,-1.188-0.000-2,-2.641-0.001-1,-0.289-0.000 0,3.765 0.000 0,-0.014-0.001 5,-4.024-0.001-2,-0.189-0.000-3,3.783 0.000 0,0.114-0.000-2,-4.106 0.000 2,-0.505-0.000 0,2.873 0.000 2,-0.624-0.000-3,-2.071 0.000 0,-0.346 0.000 2,-0.535 0.000 4,-0.645 0.000-5,-0.127 0.000 0,0.247 0.000 1,-1.216 0.000-1,0.203 0.000 3,1.444 0.000-3,-0.255 0.000-1,1.222 0.000 0,-0.153 0.000 0,-2.813 0.000 1,0.035 0.000 0,2.916 0.000 2,0.101 0.000-2,-1.651 0.000 0,-0.413 0.000 0,2.766 0.000 0,-0.892 0.000-1,-0.916 0.000 1,-2.517 0.000 3,-0.667 0.000-3,0.048 0.000 0,-0.875 0.000 0,-0.813 0.000 3,3.969 0.000 1,-4.429 0.000-3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6:1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7859.219 3330.000 767,'9.104'0.000'0,"-2.274"0.000"-5,1.670 0.000 3,-1.033-0.217 0,2.163-0.371-1,5.926-0.949-1,2.292-0.794 1,-2.807 0.061 0,1.190-0.477-1,7.288-1.568-1,2.537-0.630 0,-4.827 0.803 1,0.820-0.288 2,0.251-0.056 0,-0.184 0.120-1,3.068-0.301-1,-0.120 0.450 0,2.961 0.130 3,-0.356 0.688 1,-3.721 0.905 6,-0.740 0.493-7,2.639 0.314 1,0.071 0.482 1,-5.150 0.508-1,1.222 0.205 4,5.277 0.153-3,2.216 0.175-3,2.168 0.132-1,2.031 0.096 0,1.838 0.065-1,1.614 0.040-1,0.813 0.021-1,0.204 0.006 3,-0.238-0.005-1,-0.543-0.013 1,-1.016-0.017 1,-1.307-0.020 1,-1.732-0.021 3,-1.956-0.021 0,-2.022-0.019 0,-1.974-0.018 1,-1.847-0.016 1,-1.669-0.013 1,-1.747-0.011 2,-1.719-0.009-3,-1.337-0.007 1,-1.001-0.005-3,-2.803-0.003 1,-0.310-0.002 1,5.711-0.005 0,-1.077-0.001-3,-6.264 0.003-1,-0.125 0.000 0,0.080 0.000 1,0.231 0.000-1,5.124-0.359 2,1.538-0.577-2,0.196-0.334 0,-0.723-0.150-2,-4.499 0.307 0,0.218 0.033 0,2.812-0.072-1,0.717 0.114 1,0.753 0.130 8,0.742 0.136-6,0.416 0.133-1,0.166 0.125-2,0.545 0.114 1,0.788 0.100 1,-1.859 0.104-1,1.254 0.056 2,7.523 0.037 0,0.232 0.059-2,-3.402 0.040-1,-0.189 0.025 1,-0.222 0.017-1,-0.233 0.010 1,-0.232 0.005 3,-0.219 0.002 1,-0.766-0.001-1,-1.119-0.003 0,-3.456-0.009-1,-0.271-0.004 1,5.464 0.003-1,-0.085-0.007 4,-3.105-0.008 0,-0.427-0.004-4,-0.452-0.004-1,-0.450-0.003 0,-0.146-0.003 0,0.080-0.002 3,0.236-0.002 0,0.336-0.001-1,0.108-0.001-1,-0.059-0.001 0,-0.174-0.000-1,-0.249-0.000 0,-0.291-0.000 0,-0.306 0.000 1,-2.924 0.000 1,-0.511 0.000-1,4.142-0.000 1,-0.512 0.000 0,-2.589 0.000 0,-0.233 0.000 1,-0.410 0.000 0,-0.517 0.000-2,-0.003 0.000 0,0.364 0.000 0,0.606 0.000 1,0.753 0.000 1,0.819 0.000-2,0.829 0.000-2,0.231 0.000 0,-0.205 0.000 1,-2.410 0.000-1,0.278 0.000 1,5.734 0.000-1,0.539 0.000 2,-2.063 0.000 3,0.804 0.000-5,0.925 0.000 1,0.967 0.000-1,0.951 0.000 0,0.896 0.000 1,-2.876 0.000-1,0.326 0.000 1,7.554 0.000-2,0.450-0.000 1,-3.365 0.000 1,0.191 0.000 1,0.205 0.000 0,0.204 0.000-2,0.195 0.000 1,0.179 0.000 1,-3.544 0.000 0,0.243 0.000 0,11.818 0.000-1,-0.153 0.000 1,-15.157 0.000 0,0.295 0.000 0,12.361 0.000-1,0.330 0.000 0,3.815 0.000 0,-0.771 0.000 2,-15.831 0.000-1,-0.125 0.000-2,7.712 0.000 0,0.108 0.000 3,0.058 0.000 1,0.018 0.000 0,0.272 0.000 1,0.439 0.000-5,0.256 0.000 0,0.112 0.000 2,-0.561 0.000 0,-1.012 0.000-1,-0.722 0.000-1,-0.480 0.000 2,-0.569 0.000 0,-0.604 0.000 3,-0.602 0.000 2,-0.572 0.000-5,2.646 0.000 0,-0.753 0.000 2,-6.982 0.000-1,-0.632 0.000 0,-0.570 0.000 0,-0.506 0.000 0,5.252 0.000 0,-0.303 0.000 2,-5.616 0.000 0,0.071 0.000-2,5.473 0.000 0,-0.373 0.000-2,-5.530 0.000 0,0.074 0.000 1,5.755 0.000 0,0.247 0.000 0,-5.417 0.000 1,0.226 0.000-1,8.159 0.000 0,-1.289 0.000-2,-8.625 0.000 1,-0.521 0.000 1,1.990 0.000 0,-0.395 0.000 1,0.244 0.283 3,0.688 0.471-2,0.406 0.582 0,0.187 0.635-2,-0.262 0.359-1,-0.568 0.146-1,-2.808-0.319 0,-0.228-0.085 1,2.206 0.115 1,-0.142-0.232 1,2.159 0.277 3,-0.271 0.247-3,-2.534-0.260-1,-0.182-0.094 0,-2.308-0.177 0,0.025 0.213 0,4.242 1.109 0,-0.578 0.496 1,-0.815 0.468-1,-0.927 0.422 0,-4.652-1.030 0,-0.833-0.127 0,-0.620-0.221 1,-0.437-0.284 0,4.056 0.683 1,1.908 0.023 6,-1.074-0.573-7,0.389-0.263-3,0.366-0.322-1,0.331-0.349 0,0.858-0.352-1,1.191-0.337 2,1.373-0.311 4,1.438-0.277-2,-1.842-0.299-2,0.800-0.160 0,4.170-0.113-1,1.115-0.143 0,4.488-0.116-1,0.819-0.100 2,-3.089-0.051 1,0.358-0.034-1,0.043-0.020-1,-0.183-0.009 2,-0.053 0.000 0,0.042 0.006 0,-0.175 0.010 2,-0.320 0.012 0,-4.012 0.023 0,-0.607 0.011-1,6.290-0.002-1,-0.206 0.016 2,-6.790 0.020 0,-0.153 0.007 2,9.474 0.002 0,-0.650 0.010-5,-10.038 0.008 1,-0.623 0.003 2,-0.124 0.002 0,0.253 0.002 0,6.416 0.002-2,0.162 0.001 6,-2.810 0.000-3,0.417 0.000-4,-0.025-0.000-1,-0.340-0.000 2,0.018-0.283 0,0.272-0.471 1,2.938-0.474-1,-0.687-0.184 3,-6.179 0.072-1,0.200-0.349-2,6.438-1.169 0,0.079-0.653 3,-6.438 0.639-1,-0.346-0.002-2,3.063-0.559 1,0.359-0.228-1,-0.320-0.272 0,-0.787-0.292 3,1.873-0.896 1,-1.101-0.302-5,-6.182 1.276 0,-0.862 0.203 1,1.334-0.178 6,-1.052 0.468-3,-0.707 0.505-1,-0.428 0.508 3,0.074 0.486 1,0.428 0.447-3,0.659 0.399-1,0.794 0.345-1,1.134 0.291-1,1.322 0.239-1,1.396 0.190 0,1.381 0.147 0,-1.895 0.095 0,1.063 0.062-1,7.793 0.092 0,0.591 0.040 0,-3.129-0.010 0,0.314-0.000 1,-0.242-0.009 0,-0.627-0.015 1,2.633-0.003 0,-0.842-0.025 1,-6.922-0.045 0,-0.311-0.015 2,2.327-0.007 1,-1.100-0.016-2,-1.010-0.014 0,-0.898-0.012 0,-0.775-0.010 1,-0.653-0.008 0,-0.817-0.006 2,-0.896-0.004-2,-0.626-0.003-1,-0.405-0.002 0,-0.229-0.001 0,-0.093-0.000 2,1.705-0.001-2,-0.599 0.000 0,-4.120 0.002-1,-0.004 0.000-1,2.127 0.000 1,0.269 0.001 1,0.296 0.001 0,0.301 0.001-1,-2.259 0.001 0,-0.450 0.000 0,1.717 0.000-2,-0.046 0.000 2,-0.189 0.000-1,-0.284 0.000 1,1.789 0.000 5,0.033 0.000-6,-3.865 0.000 0,-0.146 0.000 2,3.401 0.000 0,-0.394 0.000-2,-1.845 0.000 0,0.123 0.000 2,0.278 0.000 1,0.375 0.000-2,0.426 0.000 0,0.442 0.000-1,0.434 0.000 1,0.406-0.000-1,0.368 0.000 0,0.323 0.000 0,-0.007 0.000 0,-0.240 0.000 0,-0.114 0.000 0,-0.018 0.000 1,-0.231 0.000-1,-0.373 0.000 2,-0.738 0.000 1,-0.964 0.000-2,-0.797 0.000-1,-0.640 0.000 2,0.982 0.000 0,-0.538 0.000 3,-3.450 0.000-1,-0.503 0.000-2,1.255 0.000-1,0.286 0.000 1,-1.173 0.000-1,0.227 0.000 3,3.610 0.000-3,0.774 0.000-2,-2.529 0.000 1,0.936 0.000 0,4.762 0.000 0,0.420 0.000-1,-2.052 0.000 0,-0.224 0.000 0,-0.051 0.000 0,0.076 0.000 1,0.162 0.000 1,0.216 0.000 1,0.243 0.283 1,0.253 0.471-3,0.246 0.583 1,0.230 0.635-1,-0.074 0.359 0,-0.287 0.146 1,0.422 0.270-1,0.907 0.345 1,0.928 0.383-1,0.898 0.392 3,0.553 0.379-3,0.279 0.353-2,-2.529-0.332 1,0.036 0.244 0,5.230 1.322 0,-0.301-0.325 1,-2.123-0.763 1,1.025-0.048 1,-2.123-0.566 0,0.619 0.083-1,6.836 1.413-1,0.457 0.164-2,-3.025-0.829 1,0.008-0.366 1,-0.313-0.477 0,-0.529-0.534 0,2.162-0.247 0,-1.047-0.669 2,-6.037-0.963 0,-0.170-0.338 0,2.771-0.199 2,0.166-0.336-1,0.223-0.279 0,0.252-0.224-2,-0.023-0.175 1,-0.217-0.132-2,-0.061-0.095-1,0.051-0.064 2,-2.652-0.013-1,0.242-0.017 1,3.525-0.033 2,0.842 0.003-2,4.828 0.348-1,2.025 0.601 0,-2.666 0.202 0,0.344 0.158-2,0.314 0.060 0,0.281-0.012-1,-3.887-0.193 1,-0.447-0.071 1,6.480 0.115 4,-0.836-0.156-2,-4.412-0.218 0,-1.113-0.118 1,-1.398-0.108 4,-1.539-0.096-5,-1.281-0.083 1,-1.039-0.070 1,-1.098-0.057 2,-1.092-0.046 1,-2.971-0.034-1,-0.682-0.021-3,3.350-0.026 0,-0.348-0.016 2,-1.996-0.002-1,0.059-0.003 1,-1.928 0.006-3,-0.086 0.001-1,3.512-0.007 0,-0.367 0.006 1,-1.877 0.009 0,0.111 0.005 0,1.746 0.003 1,-0.260 0.005-1,-5.094 0.008 0,0.467 0.002 0,6.061-0.000 0,-0.314 0.003 0,-4.258 0.002 1,-0.625 0.001-3,1.381-0.282 1,-0.012-0.470 0,1.574-0.473 2,-0.232-0.183 5,-0.314-0.397-6,-0.354-0.519-1,-3.324 0.388 0,-0.113-0.026 1,0.184 0.051 0,0.400 0.107 1,2.305-0.351-1,0.723-0.248 1,2.293-0.738-1,0.088-0.466-1,-2.006 0.322-1,-0.238 0.098 0,-0.277 0.220 0,-0.293 0.297 2,-0.008 0.337 0,0.195 0.350 1,-1.918 0.510 1,-0.350 0.249-1,2.559 0.032 0,-1.010 0.329-2,-0.018 0.230 0,-2.510 0.280 23,-2.561 0.203-27,1.254 0.216-1,-16.992 0.837 11,0.789-0.812-1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6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2975.219 3606.000 767,'7.653'0.000'0,"-1.355"0.000"0,1.313 0.000 0,-0.748 0.000-8,2.905 0.000 6,3.022 0.000-1,2.963 0.000 0,3.629 0.000-1,3.933 0.000-2,4.529 0.000-1,4.740 0.000 1,5.233 0.000-2,5.337 0.000-1,4.594 0.000 0,3.848 0.000-1,-3.399 0.000 2,3.357 0.000-1,11.891 0.000-1,3.909 0.000 1,13.292 0.000 1,3.852 0.000-1,-7.072 0.000 1,2.243 0.000 0,-7.931 0.000 1,2.609 0.000 1,25.401 0.000-2,2.230 0.000 5,-10.421 0.000 1,0.857 0.000-4,0.497 0.000 0,0.216 0.000 1,-12.068 0.000 0,-0.431 0.000 5,22.706 0.000 1,-1.377 0.000 0,-13.758 0.000 0,-2.776 0.000 2,-2.609 0.000 2,-2.368 0.000-5,6.703 0.000-1,-3.886 0.000 12,-29.538 0.000-3,-1.232 0.000-4,24.520 0.000 0,-2.182 0.000 3,-10.744 0.000 0,-2.488 0.000 0,-2.129 0.000 0,-1.774 0.000-9,-2.003 0.000 1,-2.071 0.000 8,-2.305 0.000 1,-2.363 0.000-5,-2.293 0.000-1,-2.135 0.000 2,-2.205 0.000 1,-2.150 0.000 0,-2.010 0.000 1,-1.816 0.000-2,-1.592 0.000 0,-1.357 0.000 1,-1.126 0.000-1,-0.909 0.000 0,-0.711 0.000-1,-0.537 0.000-1,-3.844 0.000 0,0.291 0.000-1,8.154 0.000 0,0.101 0.000 0,-4.041 0.000-1,-0.160 0.000-2,-0.142 0.000 1,-0.124 0.000 0,-3.440 0.000 0,0.809 0.000 2,10.128 0.000 0,2.100 0.000 0,1.542 0.000-3,1.073 0.000-1,-9.039 0.000 0,0.619 0.000-1,0.747 0.000-1,0.815 0.000 3,11.942 0.000 1,1.198 0.000 1,-5.109 0.000 0,0.145 0.000-2,0.015 0.000-1,-0.079 0.000 0,-5.802 0.000 0,-0.315 0.000 3,10.637 0.000 2,-0.468 0.000-1,-0.666 0.000-1,-0.761 0.000 3,-10.791 0.000-1,-0.123 0.000-3,4.694 0.000 0,-0.752 0.000 2,-0.982 0.000 1,-1.100 0.000-1,-1.131 0.000 0,-1.100 0.000 1,-1.309 0.000 0,-1.396 0.000 0,-0.826 0.000 1,-0.383 0.000 0,-4.158 0.000-1,-0.084 0.000 1,4.482 0.000 1,0.940 0.000-5,4.756 0.000 0,0.047 0.000 2,-8.081 0.000-2,0.607 0.000-2,9.267 0.000-1,-0.021 0.000 4,-4.768 0.000 0,-0.510 0.000-1,-0.255 0.000 0,-0.062 0.000 1,-0.771 0.000 0,-1.237 0.000 2,-1.230 0.000 0,-1.166 0.000-2,1.918 0.000 0,-1.924 0.000 3,-7.844 0.000 2,-1.377 0.000-3,-1.095 0.000 0,-0.843 0.000 0,3.706 0.000 2,-1.509 0.000 3,-5.358 0.000-2,-0.775 0.000-5,1.422 0.000 1,-0.275 0.000 1,1.810 0.000 0,0.020 0.000 2,-2.094 0.000-4,-0.287 0.000-1,-1.842 0.000 0,0.171 0.000 1,4.184 0.000-1,0.410 0.000 2,-1.971 0.000 0,-0.188 0.000-1,-0.288 0.000-1,-0.344 0.000 0,-0.087 0.000-1,0.102 0.000 3,-2.086 0.000 0,-0.429 0.000 0,3.644 0.358 1,0.611 0.578-3,-1.699 0.161 0,-0.041 0.137 5,0.129 0.039-5,0.245-0.032-1,0.597-0.081 0,0.821-0.113 2,0.940-0.129 1,0.982-0.135-2,0.683-0.133 0,0.438-0.125-1,0.241-0.114-1,0.091-0.101 2,-0.020-0.086-1,-0.099-0.072 1,-0.150-0.058 1,-0.179-0.046 0,-0.475-0.035 0,-0.663-0.025 1,-2.646-0.012-1,-0.188-0.009 1,3.961-0.019-1,-0.732-0.003 2,-3.055 0.007 1,-1.152 0.003-3,-0.935 0.287 0,-0.734 0.476 0,-0.841 0.305 1,-0.876 0.169 3,1.977 0.511 1,-1.801-0.073-5,-1.712-0.181 2,-3.129-0.493 0,5.922 0.690 1,-2.491-0.588 2,-3.563-0.592-3,0.035-0.400-3,0.731-0.365 2,-0.906 0.254 2,1.875 0.044-1,-1.540 0.008-3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6:2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2951.219 4146.000 767,'8.266'0.000'0,"0.762"0.000"0,0.067 0.000-8,2.938 0.000 6,-5.019 0.000 1,0.363 0.000 0,0.759 0.000 0,1.006 0.000 0,-0.275 0.000-1,0.979 0.000 1,2.464 0.000 1,0.739 0.000-3,1.042 0.000 1,1.209 0.000 0,3.879 0.000-1,1.975 0.000 1,-0.313 0.000 0,2.448 0.000-1,2.625 0.000-1,2.627 0.000 0,2.788 0.000-1,2.771 0.000 0,2.911 0.000 0,2.873 0.000-1,1.863 0.000 1,1.056 0.000-1,6.253 0.000 0,0.190 0.000 1,-11.126 0.000 1,0.003 0.000 1,5.631 0.000 4,0.050 0.000-1,-0.615 0.000 0,-1.059 0.000 2,-1.326 0.000 0,-1.453 0.000-2,-1.475 0.000-1,-1.421 0.000 2,-1.599 0.000 4,-1.649 0.000-1,-5.166 0.000-1,-0.688 0.000 0,3.077 0.000 0,-0.894 0.000 1,2.198 0.000 0,-1.829 0.000-2,-4.577 0.000-2,-0.956 0.000 2,-0.415 0.000-1,-0.011 0.000 3,-0.005 0.000-1,-0.000 0.000-1,0.002 0.000-1,0.005 0.000-2,-3.205 0.000 0,-0.258 0.000 0,2.841 0.000 1,-0.029 0.000 0,2.928 0.000 0,-0.122 0.000 2,-3.629 0.000 0,-1.013 0.000-3,-3.359 0.000 0,-0.510 0.000 1,4.419 0.000 0,-0.648 0.000 2,-5.350 0.000 3,-0.596 0.000-4,1.742 0.000 1,-0.288 0.000-2,2.274 0.000 0,0.402 0.000 3,-1.747 0.000-1,0.595 0.000-3,0.405 0.000 0,0.250 0.000-1,-1.849 0.000 1,0.860 0.000 0,3.982 0.000 0,1.374 0.000 0,5.273-0.358 0,2.380-0.579-2,-2.514-0.161 0,0.453-0.137 0,0.370-0.040-1,0.292 0.032 0,0.224 0.082 0,0.165 0.112 3,0.680-0.153 3,1.015-0.335-2,0.357-0.166 0,-0.128-0.039-1,-4.139 0.260 1,-0.027 0.085-2,8.043-0.211-1,-0.285 0.223 3,-0.525 0.233 3,-0.656 0.226-3,-7.637 0.332 1,0.555 0.115-2,5.701-0.215 1,2.271-0.355 2,1.933-0.486-2,1.602-0.557-2,1.291-1.146-1,1.008-1.512-3,0.759-1.135 0,0.546-0.814 3,0.370-0.546 0,0.226-0.331 1,-0.453-0.161 1,-0.915-0.033 0,4.045-0.896 0,-1.363 0.210 1,-15.566 3.105 0,-0.586 0.367 1,13.164-1.546 4,-1.302 1.028-2,-5.618 1.419-1,-1.041 0.768 2,-0.900 0.703 1,-0.758 0.624-5,-0.338 0.538 0,-0.023 0.451 3,3.818 0.341 1,-0.378 0.354-3,-8.062 0.223-1,-0.128 0.120 0,3.837 0.120-1,0.004 0.074 1,-0.019 0.042 0,-0.034 0.017 1,-0.326-0.001 1,-0.519-0.015-3,-0.914-0.024 0,-1.152-0.029 1,-1.550-0.031 0,-1.761-0.031 1,0.709-0.018 1,-2.333-0.034 1,-6.347-0.042 0,-1.150-0.016 1,0.601-0.011 2,-1.560-0.015-1,-1.209-0.012-2,-0.903-0.009 1,-1.991-0.006-1,-0.295-0.004 1,2.901-0.005-2,0.409-0.003-1,0.216-0.000-1,0.073 0.000 0,-2.541 0.220-1,0.789 0.371-1,2.159 0.418 1,-0.001 0.192 1,0.484 0.363 0,0.807 0.468-2,0.433 0.239 0,0.147 0.063 0,-0.064-0.064 4,-0.211-0.152-4,-1.714-0.422 1,0.524-0.180-1,4.912 0.476 3,0.534 0.271 1,-1.962 0.071-2,0.170 0.402-2,0.131 0.441 0,0.099 0.448 1,-0.212 0.148-1,-0.424-0.071 2,0.011 0.058 0,0.320 0.147 0,2.519 0.388 0,0.075-0.323 3,-4.560-0.938-3,0.043 0.064-1,2.683 0.641-1,0.568 0.250 2,0.639 0.273 0,0.659 0.277 0,0.360-0.016 1,0.130-0.224-3,-2.199-0.596 0,0.712 0.039 0,6.680 1.248 0,0.665 0.185 3,-3.583-0.718-1,-1.246-0.312-2,-0.502-0.134 0,0.050-0.001 0,-2.768-0.428 1,-0.093 0.141 0,2.531 0.776 12,-0.227 0.247-12,2.588 0.889-1,0.025 0.224 2,-3.414-0.805 1,-1.237-0.349-1,-0.069-0.186 0,0.764-0.063-1,0.192-0.253 1,-0.226-0.378 10,0.336-0.166-13,0.721-0.007 1,0.396 0.106-1,0.144 0.182 3,-0.041 0.228 2,-0.171 0.249-4,-0.255-0.030 0,-0.304-0.228 1,-0.606-0.357 2,-0.793-0.433-1,-0.606-0.466 1,-0.444-0.468 0,-0.025-0.447 0,0.273-0.411 2,-0.091-0.367 0,-0.348-0.317-3,-2.164-0.314 0,0.338-0.173-1,5.065-0.126 0,0.199-0.176 2,-2.663-0.108 0,-0.531-0.069-2,-0.090-0.045-1,0.229-0.025 2,0.445-0.011-1,0.577 0.000 4,-1.887 0.028-2,0.616 0.010-2,5.495-0.018-1,-0.390 0.022 1,-5.420 0.042-1,-0.231 0.014 1,5.040 0.000 0,0.184 0.019 1,-2.890 0.018 2,-0.637 0.010 0,-0.215 0.009-1,0.097 0.007-3,0.313 0.005 1,0.453 0.004 3,0.814 0.003 1,1.032 0.002-5,1.141 0.001 1,1.162 0.000 0,1.123 0.000-1,1.043-0.000-1,0.936-0.000 0,0.816-0.000 1,0.692-0.001 0,0.572-0.000 0,0.741-0.001 0,0.827-0.000 0,0.566-0.000 1,0.355-0.000 0,-0.379-0.000 0,-0.884-0.000-1,-4.686 0.000 1,-0.956-0.000 0,5.786 0.000 1,-1.193 0.000 1,-7.351 0.000 3,-0.799 0.000 1,1.788 0.000-1,-1.360-0.000-3,3.579 0.000-1,-1.639 0.000 4,-9.680 0.000-2,-0.006 0.000 1,4.171 0.000 0,-0.817 0.000-2,1.088 0.000 0,-1.060 0.000-1,-2.689 0.000 0,-0.680 0.000 1,-0.561 0.000 3,-0.449 0.000-2,-0.066 0.000-1,0.209 0.000 1,-0.170 0.000-1,-0.431 0.000 0,-0.315 0.000-1,-0.217 0.000-1,0.146 0.000 0,0.396 0.000 1,-1.311 0.000 3,0.198 0.000-3,3.819 0.000 0,0.632 0.000-2,-3.099 0.000 1,0.462 0.000 1,4.197 0.000-1,0.049 0.000-1,-3.536 0.000 1,0.576 0.000 0,2.767 0.000 0,0.580 0.000 1,2.741 0.000 0,0.239 0.000-2,-4.328 0.000 1,0.451 0.000 0,3.161 0.000-1,0.762 0.000 2,3.816 0.000-1,1.183 0.000 0,-2.278 0.000 0,0.434 0.000-1,0.606 0.000 0,0.700 0.000-1,0.169 0.000 1,-0.217 0.000 2,-0.199 0.000 0,-0.178 0.000-1,-0.152 0.000-1,-0.129 0.000 2,-0.104 0.000 3,-0.084 0.000-3,-0.347 0.000 1,-0.519 0.000-1,-0.050 0.000 0,0.285 0.000 0,0.229 0.000 0,0.177 0.000 2,0.132 0.000-1,0.094 0.000-2,0.345 0.000-1,0.507 0.000 2,-2.660 0.000 0,0.621 0.000 0,7.737 0.000 0,0.766 0.000-2,0.434 0.000 0,0.183 0.000 0,-7.333 0.000 1,-0.187 0.000 0,-0.157 0.000-1,-0.131 0.000 1,6.030 0.000 2,-1.691 0.000 0,-4.292 0.000 1,-0.809 0.000-1,-3.354 0.216-1,-0.175 0.371 2,7.691 0.774 4,-1.695 0.234-4,-8.597-0.246-1,-0.588 0.342-2,1.877 0.496 1,-0.396 0.078 2,0.272 0.231 1,0.736 0.330 0,0.749 0.385-1,0.723 0.405-3,0.669 0.401 0,0.601 0.379-2,0.240 0.063 1,-0.028-0.166 0,2.499 0.131 0,-0.585-0.538 1,-5.815-1.224 0,-0.354-0.366 1,2.502-0.137 2,0.125-0.433-1,-0.031-0.390 1,-0.142-0.340 0,-0.213-0.290 0,-0.255-0.239-4,-2.697-0.206 1,-0.128-0.120 1,4.064-0.116 1,-1.458-0.107 0,-3.048-0.044-1,-0.548-0.032 1,-0.301-0.015-1,-0.111-0.003 4,-2.155 0.027-1,-0.200 0.009-2,3.841-0.021-1,0.069 0.022 0,-1.844 0.034 0,0.174 0.018 1,-0.045 0.017-1,-0.198 0.015-1,0.833 0.296 0,1.527 0.482 1,0.819 0.310 0,0.276 0.171 1,0.159 0.065-3,0.068-0.013-1,0.284-0.069 0,0.423-0.105 0,-2.297-0.232 5,0.146-0.103-1,3.240-0.029-1,0.951-0.131-1,4.428-0.079-1,1.738-0.134 3,-2.077-0.131-3,0.926-0.075-1,-2.727-0.068 0,0.679-0.039 0,8.220-0.034 0,0.604-0.037 1,-3.573-0.019 1,0.111-0.013 0,0.640-0.007 0,0.986-0.003-1,1.188 0.000 1,1.273 0.002 2,1.275 0.004-1,1.216 0.005-3,-4.161 0.008 0,0.225 0.004 1,9.469-0.001-1,-0.650 0.006 0,-9.917 0.007 1,-0.569 0.003 1,3.831 0.002 3,-0.663 0.002 0,3.071 0.002-1,-1.610 0.002 2,-9.229 0.001 0,-1.276 0.000-2,5.191 0.001-1,-2.095 0.000 3,-7.514-0.000-1,-1.019 0.000 2,2.026 0.000 3,-0.461 0.000-4,1.692 0.000 0,-1.313-0.000 1,-3.287-0.000-3,-0.644 0.000-2,-0.164-0.000 1,0.184 0.000 3,-0.424 0.000-1,-0.838 0.000 0,-0.244-0.283-2,0.189-0.471-1,-0.076-0.300 0,-0.261-0.164 3,-1.875-0.110 1,0.457-0.365-4,4.607-0.833-1,-0.164-0.085 3,-1.988 0.084-1,0.421-0.310-1,0.603-0.370-1,0.702-0.395 2,0.740-0.394 0,0.732-0.375-1,0.693-0.344 0,0.632-0.306-1,-2.935 0.642 0,-0.627 0.169 1,2.256-0.521 0,-0.069-0.002-1,2.340-0.312 1,-0.414 0.490 2,-2.893 0.982 6,-0.364 0.507-9,-2.607 0.554 1,-0.116 0.002 2,4.248-0.565 0,-0.777 0.286 0,-4.983 0.837 0,-0.546 0.233 0,3.253-0.458-1,-0.871-0.206 1,-2.524-0.016 1,-0.583-0.369 0,-1.840 0.027 1,0.113-0.355-3,3.156-1.139 1,-0.668 0.080 0,0.130 0.302-1,0.662 0.434-1,-4.734 1.360 0,0.421 0.228 3,6.897-0.762-2,1.419-0.100-1,-4.121 0.655-1,-0.240 0.115 1,4.453-0.649 0,0.466-0.272-1,-2.286 0.304-1,-0.328 0.112 2,-0.751 0.194 6,-1.018 0.243-7,-0.593 0.267 0,-0.263 0.271 2,-0.016 0.262 2,0.162 0.242 3,-1.816 0.285-2,-0.026 0.148-4,3.903 0.067 1,0.278 0.171-1,-1.668 0.135 0,0.277 0.081 2,0.035 0.061-1,-0.140 0.043-1,0.026 0.028-1,0.142 0.017 2,0.219 0.008 0,0.262 0.001 0,-0.002-0.004 1,-0.189-0.007-1,-0.314-0.009-1,-0.389-0.010 0,-0.140-0.011 1,0.044-0.010 0,-0.394-0.009 1,-0.687-0.009 1,-0.297-0.007-1,-0.005-0.006-2,-0.363-0.005 1,-0.601-0.004 1,-0.176-0.003 2,0.135-0.003-4,-1.311-0.001 1,0.441-0.001 1,3.918-0.002 1,0.161-0.000-3,-0.120 0.000-1,-0.303 0.000 1,-3.671 0.001 0,-0.175 0.000 1,2.755 0.000-1,-0.866 0.000 2,-3.612 0.001 0,-0.604 0.000 0,-0.568 0.000 0,-0.522 0.000-1,1.554 0.000 3,-0.742 0.000-1,-1.249 0.000 1,0.022 0.000-1,2.627 0.000-1,-0.166 0.000-1,-0.286 0.000 0,-2.476 0.000-1,0.216 0.000 0,-0.897 0.000 1,0.017 0.000-1,2.623 0.000 1,0.980 0.000 1,-0.268 0.000 0,1.002 0.000-1,-0.810 0.000-2,0.495 0.000 1,4.122 0.000-2,0.889 0.000 1,1.091 0.000 0,1.161 0.000 1,-3.754 0.000 0,0.108 0.000-1,2.334 0.000 0,0.257 0.000 1,0.513 0.000-1,0.671 0.000 1,0.469 0.000 3,0.305 0.000-3,0.454 0.000 0,0.540 0.000 0,-2.053 0.000-1,0.551 0.000 1,5.923 0.000 1,0.062 0.000-1,-0.699 0.000-1,-1.172 0.000 1,-7.832 0.159 0,0.000 0.279 1,6.841 0.687 0,-1.280 0.249 2,-3.611-0.084 3,-1.469-0.012-5,-2.817-0.212 0,-0.699-0.078-1,2.851 0.127 4,-0.123-0.171 6,-2.064-0.241-6,-0.629-0.130-2,-1.581-0.163-2,0.196-0.083 0,1.747-0.050 0,0.189-0.082 3,1.330-0.061 0,-0.592-0.065-3,-1.810-0.045 0,-0.222-0.028 0,-0.392-0.020 0,-0.496-0.013 2,0.929-0.014 2,-0.166-0.003-3,-2.439 0.013 0,0.109 0.002 2,1.771 0.281-1,0.757 0.476-1,0.583 0.305-1,0.433 0.169 1,0.588 0.064-1,0.670-0.013-1,0.697-0.068 0,0.684-0.104 1,3.010-0.023 0,1.165-0.168-1,-3.751-0.295 1,0.437-0.096 0,2.482-0.048-1,-0.102-0.104 0,-0.070-0.089 0,-0.044-0.075 1,0.260 0.221 1,0.463 0.421 0,0.021 0.262 2,-0.296 0.136-2,-0.506 0.323 0,-0.633 0.440-2,-0.693 0.221 1,-0.703 0.053 1,-0.395 0.215 2,-0.156 0.320 0,-0.262 0.379 0,-0.324 0.404 0,0.211 0.402-1,0.583 0.382-1,0.255 0.067-1,0.009-0.161 2,-1.652-0.556-1,0.588 0.064-2,2.539 0.423 0,0.080-0.278 1,2.629 0.362 3,0.568 0.018-4,-4.176-0.884 0,0.551 0.145 2,3.277 0.764 1,0.811 0.263-3,3.525 0.894 0,0.596 0.249 1,-2.227-0.489-1,0.734 0.140 0,0.547-0.153 0,0.385-0.355 1,0.537-0.199 0,0.619-0.079 0,0.646 0.011-1,0.639 0.074 2,0.885 0.115 0,1.016 0.140-2,0.500-0.133 1,0.105-0.320 0,0.104-0.156-1,0.100-0.032 0,-0.195 0.059 0,-0.391 0.120 1,-1.082-0.125 3,-1.520-0.293-2,-0.914-0.116 0,-0.438 0.015 1,-3.842-0.627 0,-0.863-0.220 2,4.965 0.785 5,-0.652 0.060-9,-5.988-0.777 1,-0.402 0.176 2,4.346 1.331 3,-1.223 0.334-6,-3.756-0.614 0,-1.531-0.248 2,-1.283-0.372 1,-1.047-0.442-1,-0.264-0.472 1,0.307-0.471 6,0.699-0.448-4,0.943-0.410-3,0.791-0.364-2,0.646-0.314-1,-1.721-0.308 0,0.395-0.170 0,5.082-0.127 0,0.270-0.172 0,-2.602-0.104 1,-0.496-0.066 1,-0.908-0.042-1,-1.164-0.024 1,-1.287-0.009-1,-1.316 0.001 1,1.543-0.040 3,-2.906 0.027 0,-2.771 0.032 3,-2.461 0.032-3,0.779-0.034-1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6:2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5963.219 4422.000 767,'-6.038'0.000'0,"-2.437"2.077"-4,-1.651 1.273 1,3.734-1.748 2,-0.460-0.274-1,-0.067-0.302 1,-0.812-0.176 0,-0.058-0.229 0,-1.135-0.125 2,-1.235-0.112-2,-1.249-0.098-2,-1.766-0.083 1,-2.050-0.069-1,0.469-0.059 1,-1.406-0.035-1,-6.824-0.033 0,-1.552-0.031-2,4.838-0.006 2,-0.615-0.008 0,-3.395-0.011 0,-0.081-0.002 0,-0.068 0.001 1,-0.055 0.003 0,-2.686-0.000 2,0.718 0.007 1,3.914 0.010-1,1.208 0.005 0,1.273 0.005 0,1.259 0.004 1,3.189 0.005 1,0.792 0.002 0,-2.600 0.001 3,1.641 0.003-1,4.166 0.002-1,0.554 0.001-2,-2.043 0.001 1,1.033 0.001 2,2.088 0.000-2,0.738 0.000-1,0.369 0.000 0,0.088 0.000 1,0.167 0.000 0,0.216-0.000 0,-0.043 0.000-2,-0.225 0.000-1,0.749-0.000 1,-0.365 0.000 0,-1.661-0.000 0,-0.521 0.000-1,-2.190 0.000 0,-0.997-0.000 0,0.689 0.000 0,-0.808 0.000-1,1.037 0.000 1,-0.669 0.000-1,-2.731 0.000 0,-0.753 0.000 1,-3.177 0.000-1,-1.038 0.000 0,1.847 0.000 1,-0.277 0.000-1,-0.435 0.000 1,-0.526 0.000-1,-0.566 0.000 0,-0.569 0.000 2,2.649 0.000 0,0.244 0.000-1,-4.879 0.000 0,0.511 0.000 0,2.991 0.000 0,0.419 0.000 1,-2.303 0.000 4,-0.095 0.000-4,5.088 0.000 0,0.388 0.000 2,-4.221 0.000-1,0.381 0.000-3,4.643 0.000 2,0.068 0.000 1,-4.063 0.000 2,0.617 0.000-3,4.413 0.000 0,0.069 0.000 0,-2.135 0.000 0,-0.163 0.000 1,0.093 0.000 1,0.271 0.000-2,0.385 0.000 0,0.448 0.000-1,0.472 0.000 0,0.466 0.000 1,-1.230 0.000 2,0.587 0.000 0,3.884 0.000-1,0.604 0.000 0,0.612 0.000-1,0.597 0.000 1,-2.068 0.000 0,0.347 0.000 1,1.638 0.000 2,0.456 0.000-2,-2.308 0.000-2,0.667 0.000-1,0.622 0.000 2,2.873 0.000 1,0.332 0.000-3,-1.584 0.000 1,0.756 0.000-1,0.760 0.000 3,-2.625 0.000 2,-0.346 0.000-4,-0.291 0.000 3,1.381 0.000-4,-0.600 0.000-1,2.907 0.000 1,-0.172 0.000 2,-5.251 0.000 0,3.635 0.000-2,-0.142 0.000 1,-0.065 0.000-1,2.169 0.000 2,0.069 0.000-2,-0.512 0.283 0,-0.902 0.471 0,-0.854 0.583 1,-0.780 0.634 2,-0.408 0.359-4,-0.123 0.146 1,0.085-0.013-1,0.229-0.125 0,1.199-0.444 1,-0.117-0.183 0,-1.754 0.268 1,-0.784 0.207 2,-1.771 0.329-1,0.109-0.112-2,2.616-0.666 0,-0.410-0.162 0,-3.543 0.514-1,-0.305 0.276 2,1.787-0.226 0,0.454-0.075-1,0.317-0.151 1,0.205-0.197-1,0.115-0.221 0,0.046-0.228 2,1.394-0.328 2,-0.083-0.161-3,-3.409-0.023 0,-0.678-0.211 0,1.281-0.198 0,-0.160-0.115 0,-0.357-0.092-1,-0.481-0.072-1,-0.828-0.055 1,-1.038-0.039 1,-0.854-0.027 0,-0.684-0.016-2,1.513 0.002 1,-0.770-0.002-1,-6.077-0.019-1,-1.047 0.006 1,4.767 0.024 2,-0.526 0.006-2,-3.202 0.001 0,-0.116 0.009 0,-3.010 0.005 0,-0.037 0.009 1,2.898 0.010 0,-0.023 0.005 1,0.489 0.005 1,0.830 0.003-2,-2.082 0.003 1,0.369 0.003 0,5.470 0.001 1,0.238 0.000 1,-2.282 0.001 2,0.224 0.000-5,0.794 0.000 1,1.162 0.000 1,1.369 0.000 0,1.452-0.000 0,1.443 0.000-2,1.368-0.000 1,-1.564 0.000 6,2.263-0.000 1,1.995-0.000-3,1.662 0.000 0,1.318-0.000-2,-3.488 0.000 2,1.970-0.000-1,-1.213 0.000-2,1.564 0.000-1,-1.641 0.000 1,-5.208 0.000-5,4.905 0.000 4,-0.308 0.000-2,2.466 0.000 0,0.099 0.000 1,-0.163 0.000 0,-0.342 0.000-1,-0.736 0.000 1,-0.982 0.000 6,-0.545 0.000-5,-0.208 0.000-1,0.041 0.000 0,0.217 0.000-1,0.332 0.000 0,0.398 0.000 1,0.426 0.000 1,0.427 0.000 1,0.406 0.000 0,0.373 0.000 1,1.179 0.000-1,0.198 0.000 0,-2.331 0.000 0,1.229 0.000 0,-3.093 0.000 0,3.250 0.000-1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9:5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3371.219 3210.000 767,'0.479'-6.427'0,"6.253"3.419"-5,1.116 1.021 3,-0.647 0.252 1,1.350-0.084-1,-0.791 0.436 0,1.416 0.073 1,4.541-0.206-2,1.195 0.205 0,-2.714 0.423 1,0.658 0.130 0,2.722 0.054-1,0.745 0.149 0,0.326 0.132 1,0.013 0.114 1,-0.210 0.096 0,-0.359 0.078 0,-0.449 0.062 0,-0.491 0.048 0,-0.781 0.035 2,-0.951 0.024 1,0.736 0.024-1,-0.765 0.010 1,-3.555-0.014-1,-0.572-0.001 1,0.611 0.004 2,-0.690-0.005-4,-0.642-0.006 0,-0.576-0.007 2,1.929 0.002 1,-0.607-0.011-1,-0.482-0.009-1,-2.218-0.010 0,0.243-0.004-2,0.417-0.003 0,0.521-0.002 1,0.570-0.002 0,0.578-0.001 1,0.840-0.001-1,0.986-0.001-2,0.762-0.000 1,0.565-0.000 0,0.682 0.000-1,0.733 0.000 0,1.017 0.000 0,1.172 0.000 1,0.944 0.000 0,0.737 0.000-1,1.121 0.000 0,1.341 0.000 0,1.435 0.000-1,1.434 0.000 2,1.648 0.000-1,1.724 0.000-1,1.413 0.000-1,1.125 0.000 1,0.867 0.000 0,0.643 0.000 0,0.453 0.000 0,0.296 0.000 0,3.714 0.000 2,-0.726 0.000 0,-4.047-0.000 0,0.088 0.000 1,-3.899 0.217 0,-0.194 0.371 2,7.021 0.949 0,-0.760 0.794-2,-4.347 0.338-1,-0.734 0.582 2,-0.663 0.544 1,-0.581 0.491-1,-4.028-0.423-1,-0.957-0.055 1,1.898 0.594 1,-0.977 0.111 0,-0.868 0.149-2,-0.750 0.169 3,-1.196-0.107 3,-1.457-0.299-5,-1.574-0.422 0,-1.584-0.489-1,-1.233-0.231 1,-0.925-0.036 0,0.313 0.179 8,-1.190-0.357-2,0.341-0.028-7,-1.700-0.622 1,-1.536-0.586 1,1.285-0.072 1,0.326-0.613 0,-1.551-0.711 1,-1.904-0.386-3,2.536-0.231-1,1.403-0.161 1,-3.063 0.044-2,-1.316-0.007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9:5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3503.219 3966.000 767,'0.000'-6.886'0,"3.567"0.121"-4,2.208 1.053 3,5.541 0.169-2,0.445 2.408 0,1.817 0.537 0,0.987 0.548 0,-3.137 0.799 1,0.668 0.263-1,1.037 0.234 1,1.251 0.202-1,1.061 0.170 2,0.876 0.139 1,0.986 0.110 0,1.017 0.085-3,0.709 0.063 1,0.456 0.044 0,3.116 0.043 0,0.543 0.019 0,-4.675-0.024 0,0.767-0.001 2,3.722 0.008 0,0.742-0.009-2,0.825-0.011 1,0.845-0.012-1,0.254-0.012 0,-0.179-0.011 1,-0.478-0.010-1,-0.669-0.009 1,2.417-0.006-1,-0.582-0.008 2,-3.599-0.007 3,-0.708-0.004-1,-3.470-0.003 0,-0.784-0.001-2,1.766-0.002 1,-0.594-0.001 0,-0.458-0.001 1,-0.340-0.000 2,-0.805 0.000-1,-1.099 0.000-3,-0.690 0.000 0,-0.367 0.000 0,1.007 0.000 1,-1.182 0.000 3,-3.877 0.001-1,-0.399 0.000-4,1.184 0.000 1,-0.215 0.000 2,2.934 0.000 2,-1.430 0.000-3,-1.636 0.000-1,-3.381 0.000 0,-0.194 0.000-1,0.076 0.000 3,-0.544 0.000 0,-0.609 0.000-1,-0.620 0.000 0,3.182 0.000 1,2.094 0.000-1,-2.572-0.000 2,1.672 0.000-2,1.515 0.000-1,-5.019 0.000-1,0.725 0.000 1,0.718 0.000-1,0.681 0.000-1,0.622 0.000 1,0.550 0.000-1,2.240 0.000 0,0.974 0.000 1,-1.330 0.000 0,-0.171 0.000 0,0.445-0.283 0,0.862-0.471-1,-1.237-0.135 0,0.315-0.140 2,2.339-0.518 2,0.563-0.474-4,0.247-0.525 0,0.010-0.537 0,1.382-0.685 3,-1.029 0.022-3,-4.306 0.976 1,-0.782 0.208 0,4.060-1.102 2,-1.555 0.120 1,-1.402 0.035 4,-1.937 0.497-2,-1.055 0.399-4,1.513-0.634-1,-0.742 0.111 6,0.086 0.172-2,-0.095 0.354-3,-1.413 0.360-1,0.290-0.255 0,-1.872 0.542 0,-0.004 0.060 0,2.218-0.713 1,0.397-0.317 0,-1.256 0.012 0,-0.539-0.369 1,-0.204-0.327 0,-0.694 0.108-2,-0.672 0.262 0,-0.622 0.354 0,3.564-1.854 3,-1.495 0.991 1,-0.348 0.362-3,-0.657 0.521 0,-0.785 0.570 1,3.261-0.714-1,-1.412 1.335-1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9:5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5231.219 3894.000 767,'-6.276'0.000'0,"11.639"-6.900"-4,1.363 3.764 3,1.363-0.070-2,2.656-0.446 0,2.465-0.202 0,2.233-0.012-2,11.982-1.391-2,4.506 0.558-1,-7.370 1.754 3,2.715 0.364 0,8.374 0.108-1,4.618 0.456-1,4.784 0.420-1,4.676 0.374 2,11.758 0.257-3,4.374 0.335-2,-12.409 0.300 2,2.551 0.131 1,11.529 0.109-1,3.006 0.102 2,12.329 0.093-1,2.441 0.056 3,-18.223-0.019 1,0.944 0.007-1,11.675 0.022-2,1.879-0.008 2,1.734-0.014 1,1.550-0.017 4,1.345-0.018 2,1.137-0.018-7,0.651-0.018-2,0.275-0.016 4,-0.005-0.015 1,-0.206-0.013 0,10.223-0.009 0,-1.741-0.011 2,-23.486-0.009 1,-1.990-0.004 0,17.185-0.004 0,-3.795-0.003 2,-21.204-0.000-1,-1.939-0.001 5,6.804-0.001 5,-1.775 0.000-6,-1.846 0.000-2,-1.810 0.000 3,-1.415 0.000 1,-1.067 0.001-7,-1.336 0.000 0,-1.463 0.001 2,-1.485 0.000 1,-1.432 0.000-3,-0.477-0.282 0,0.226-0.470 3,-0.699-0.299 0,-1.324-0.164-1,5.439-0.227-1,-0.953 0.036-5,-12.872-0.055 1,0.381-0.655 5,6.583-0.843 3,-0.224-0.245-6,-6.536 0.383 0,-0.019 0.088-1,18.689-0.836 0,-1.638 0.479 2,-19.522 1.189-1,-0.883 0.265 1,4.445 0.101 0,-1.685 0.312-1,-1.831 0.279 1,-1.851 0.244 3,2.719 0.173 2,-2.263 0.208-2,-10.228 0.168-1,-0.967 0.078 1,3.246 0.069 1,-0.745 0.057-2,-0.318 0.038 0,0.000 0.023 0,-0.057 0.011 0,-0.094 0.002-3,-0.397-0.005 0,-0.597-0.009-1,-0.992-0.011 0,-1.228-0.013 1,2.145-0.006 0,-1.258-0.016 2,-4.084-0.019 0,-0.666-0.011 2,-3.141-0.012 0,0.223-0.006-3,3.080-0.004 0,-0.235-0.005 1,2.780-0.004-1,-0.299-0.004-3,-6.067-0.002 1,-0.021-0.001 1,3.052-0.001 1,0.141-0.000-1,-0.157 0.000 0,-0.362 0.000 1,-0.209 0.000 0,-0.090 0.000-2,-0.283 0.000 0,-0.407 0.000 2,-0.194 0.000 1,-0.033 0.000-2,2.465 0.000-1,-0.541 0.000 3,-5.250 0.000-1,0.424 0.000-1,6.571 0.000-1,1.078 0.000 3,-1.918 0.000-3,1.269 0.000 0,1.383 0.000-1,1.397 0.000-1,-2.332 0.000 0,1.499 0.000 1,6.103 0.000-1,1.902 0.000 0,6.558 0.000-1,1.389-0.000 0,-9.213 0.000 1,0.647 0.000-1,5.696 0.000 0,0.250 0.000 2,0.219 0.000 0,0.188 0.000 1,0.156 0.000 1,0.127 0.000 0,-0.466 0.000 0,-0.866 0.000-1,-0.545 0.000 1,-0.290 0.000 0,-0.660 0.000 0,-0.894 0.000 2,3.473 0.000 2,-1.559 0.000-4,-5.748 0.000 0,-1.129 0.000 2,-4.435 0.000 1,0.260 0.000-1,4.438 0.000 1,0.058 0.000 1,4.025 0.000-2,-0.549 0.000-4,-8.462 0.000 0,0.079 0.000 1,8.339 0.000 1,-0.284 0.000 1,-8.269 0.000 0,0.174 0.000-1,9.162 0.000 1,0.949 0.000-2,-3.622 0.000 1,0.806 0.000 0,0.301 0.000-1,-0.073 0.000-2,-4.326 0.000 0,0.504 0.000 2,5.837 0.000 0,1.351 0.000 1,1.650 0.000 2,1.786 0.000-3,1.516 0.000-1,1.253 0.000-3,1.287 0.000 1,1.253 0.000 0,0.887 0.000 0,0.583 0.000 2,0.340 0.000 0,0.150 0.000 0,-0.273 0.000-1,-0.563 0.000 2,-0.742 0.000 1,-0.836 0.000 0,4.152 0.000 1,-2.522 0.000 1,-12.252 0.000 0,-0.790 0.000 0,4.113 0.000 0,-1.249 0.000 3,-1.318 0.000 1,-1.308 0.000-4,2.997 0.000 0,-1.624 0.000 1,-9.148 0.000-1,-0.284 0.000 0,7.866 0.000 2,-0.552 0.000-2,-8.161 0.000-1,0.142 0.000 0,8.592 0.000 0,0.432 0.000-2,-8.235 0.000 1,0.003 0.000 0,4.148 0.000 0,-0.074 0.000-2,-0.176 0.000 0,-0.239 0.000 2,3.678 0.000 3,-0.583 0.000-3,-4.763 0.000-1,-0.908 0.000 2,-4.181 0.000 0,-0.194 0.000-1,3.356 0.000 1,-0.393 0.000 1,-0.195 0.000 2,-0.044 0.000-3,0.064 0.000-1,0.140 0.000 0,-0.098 0.000 0,-0.260 0.000 0,-0.647 0.000-1,-0.893 0.000 1,-1.025 0.000 0,-1.070 0.000 0,-1.054 0.000 1,-0.990 0.000 1,-1.183 0.000 1,-1.264 0.000 0,-0.696 0.000 0,-0.259 0.000-1,0.064 0.000 0,0.291 0.000 3,0.157 0.283-5,0.054 0.471 0,-2.862 0.352-1,-0.713 0.510 0,3.387 0.996 0,-1.169 0.206 0,-2.896-0.336 1,-0.787-0.133 1,-0.666 0.077 3,-0.549 0.224 0,0.715 0.375-3,-1.080-0.151 1,-2.299-0.535 0,-0.840-0.264-2,0.193-0.067 1,-1.283-0.378 1,-1.234-0.354 1,-1.125-0.316-1,3.749 0.231 1,-2.502-0.853-2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9:5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5339.219 3330.000 767,'6.076'0.000'0,"4.259"-0.217"-5,-2.059-0.371 3,3.798-0.418-2,2.142-0.191 0,3.117-0.645-1,3.665-0.938 0,3.316-0.537-1,2.912-0.226 1,4.183 0.006 0,4.892 0.171-3,5.448 0.280 0,5.587 0.345 1,5.989 0.375-1,5.992 0.378-3,5.712 0.363-1,5.244 0.335 1,5.512 0.299-1,5.443 0.260 0,5.419 0.219 0,5.147 0.180 2,4.429 0.144-1,3.708 0.111 1,17.030 0.095-3,3.249 0.070 3,-25.176 0.005 1,2.267 0.015 4,17.185 0.026-1,2.599 0.001 0,3.119-0.006 0,3.342-0.010 3,2.495-0.013 1,1.774-0.014-4,0.895-0.015-2,0.227-0.014 1,16.147-0.009-1,-1.119-0.015 6,-18.289-0.014 0,-2.465-0.008 4,-2.473-0.007 0,-2.360-0.005-1,-16.675-0.004 0,-1.395-0.002 5,11.917-0.002 5,-3.331-0.001-4,-3.828-0.001-3,-4.001-0.000 1,-4.219 0.000 0,-4.174 0.000 1,-3.947 0.000 1,-3.598 0.000 3,-3.746 0.000-1,-3.676 0.000 1,-3.168 0.000-1,-2.658 0.001-3,-2.453 0.000 1,-2.190 0.000 1,-1.900 0.000 0,-1.605 0.000-4,-1.035 0.000-1,-0.582 0.000 1,-0.514 0.000 0,-0.441 0.000-2,-0.935 0.000 0,-1.241 0.000-2,6.315 0.000 0,-1.031 0.000 0,-15.291 0.000 1,-0.789 0.000 2,6.386 0.000 1,-0.381-0.000-4,-0.563 0.000 0,-0.666 0.000 4,5.365 0.000 2,-1.821 0.000-8,-13.609 0.000 1,-0.603 0.000 2,6.005 0.000 1,0.242 0.000 1,0.146 0.000 1,0.072 0.000-1,0.298 0.000-1,0.445 0.000-5,0.246 0.000 0,0.093 0.000 3,0.545 0.000 0,0.841 0.000-1,0.446 0.000-1,0.146 0.000 2,6.737 0.000 0,-0.096 0.000-3,-13.408 0.000 1,-0.205 0.000 2,6.072 0.000 1,-0.659 0.000-1,-1.424 0.000-1,-1.901 0.000 3,2.785 0.000 1,-3.617 0.000-1,-8.097 0.000-2,-2.778 0.000 4,-2.224 0.000 3,-1.726 0.000 1,-1.288 0.000 0,-0.917 0.000 1,-4.102 0.000-5,-0.167 0.000-2,4.189 0.000 0,1.073 0.000-2,4.722 0.000 1,0.365 0.000-2,-7.416 0.000 0,0.811 0.000-2,4.939 0.000-1,0.448 0.000 3,4.411 0.000 0,-0.384 0.000 0,-8.881 0.000-1,-0.300 0.000 1,3.877 0.000 1,-0.293 0.000 0,-0.320 0.000 1,-0.324 0.000 1,3.213 0.000 1,-1.162 0.000-3,-8.550 0.000 0,-1.042 0.000 0,5.253 0.000 1,-1.802 0.000 1,-4.771 0.000 0,-1.722 0.000 2,-3.911 0.000 0,-1.138 0.000-1,2.589 0.000-1,-2.114 0.000 3,-4.928 0.000-1,-1.136 0.000-1,0.179 0.000 0,-1.161 0.000 0,1.240 0.000 3,-1.757 0.000-2,-1.502 0.000-2,2.873 0.000 0,-3.091 0.000 0,0.134 0.000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0:59:5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8651.219 3834.000 767,'-6.141'0.000'0,"-1.349"1.834"-4,0.057 2.514 2,-3.899 3.773-1,3.638-2.550 0,-1.268 0.569 1,-1.328 0.399-1,-1.592 0.259 0,-1.704 0.146 0,-1.422 0.060-1,-1.153-0.005 3,-1.473 0.232-1,-1.632 0.390-1,-1.385 0.484-1,-1.145 0.528 2,-0.918 0.252 0,-0.715 0.043-1,0.030-0.107 0,0.558-0.209 0,0.908-0.555 2,1.115-0.775-1,1.209-0.895 2,1.220-0.938-1,-1.177-0.131 5,0.853-0.509 2,4.748-1.234-1,0.513-0.036-2,-1.069 0.304 0,1.008-0.325-3,0.789-0.114 0,0.597 0.041 1,0.713-0.133 1,0.763-0.250 1,0.763-0.323 0,0.726-0.359-3,-1.019 0.190 0,-0.380 0.132 4,2.140-0.427-2,-0.284 0.264-1,-1.960 0.500-2,-0.855-0.044-1,-0.349 0.110 1,0.028 0.214 0,0.013 0.279 0,0.002 0.312 0,-0.008 0.321-1,-0.013 0.312 1,-0.440 0.452 3,0.543 0.011-3,0.683-0.099 1,0.743-0.170 0,-0.995 0.625 0,1.913-0.808-1,1.924-0.879 1,1.770-0.849 0,-1.405 0.663 2,0.984-3.025 3,4.394 6.162 6,4.374 0.242-7,3.530 0.293-6,-0.472-2.442 1,1.801 0.553-3,1.777 0.428 3,1.394 0.602-2,1.056 0.697 0,1.047 0.732 0,0.992 0.723 0,0.905 0.399 0,0.803 0.149 0,3.165 1.081 1,1.152-0.273 0,-3.774-2.429 0,0.754-0.236 1,5.439 1.323-1,-0.171-0.990 1,-4.896-2.119-1,0.248-0.320 1,2.755 0.453 1,0.093-0.166-1,-0.040-0.086 4,-0.132-0.025-3,1.550 0.318 0,-1.579-0.556 0,-5.388-1.512-1,-0.796-0.429 1,3.580 0.513 1,0.136-0.093 3,-4.266-0.930 2,-0.534-0.212-3,0.983 0.013-3,-0.964-0.335-1,-0.724-0.049-1,-0.519 0.156 1,-0.630 0.295 5,-0.681 0.380 1,-0.684 0.423-3,-0.654 0.433-2,2.062 1.454 0,-0.805-0.275 2,-0.676-0.572-1,-2.768-1.173 0,-0.317 0.057-1,1.864 0.850 0,-0.186-0.449 0,-0.120-0.571 2,-1.926-0.979 0,4.870 0.890-3,-0.789-1.142 0,-0.652-0.987 4,-1.950-0.620-1,-0.754-0.259-1,1.762 1.958 0,1.104 3.635 0,-0.651 1.033-2,-2.983-1.522-1,-1.365-0.385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0:0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5675.219 4554.000 767,'6.000'0.000'0,"0.918"0.000"0,0.489 0.000 0,-0.064 0.000 0,-1.009 0.000 0,3.590 0.000-10,2.014 0.803 10,-3.288 0.485 0,0.689 0.662-2,0.899 0.662-1,1.006 0.631 1,2.715 1.138-1,1.126 0.592 1,-2.787-0.826 1,0.629 0.276-2,2.417 0.976 1,0.249 0.273 0,0.291 0.210 0,0.307 0.155 1,0.021 0.109 0,-0.184 0.070 0,-0.038 0.040 1,0.068 0.017-1,-0.143-0.284 1,-0.286-0.484 0,-0.375-0.321 1,-0.420-0.190-1,-0.433-0.088 0,-0.421-0.011 1,-0.676 0.044 0,-0.826 0.082 1,-0.893-0.179-1,-0.899-0.355-1,-0.578-0.182 1,-0.323-0.049 0,1.543 0.695 3,-1.235-0.600 0,-1.357-0.705-4,-1.335-0.719 0,-1.223-0.676 0,3.599 1.600 2,-1.953 0.299 2,-2.100-0.680-1,0.691-0.108-1,-0.334-2.792-2,-4.348 5.482 3,-1.866-0.024-1,-2.286 3.912-3,-4.455-0.525-2,1.894-4.186 2,-3.867 2.824-3,-2.198 1.135 1,1.521-1.476 0,-0.787 0.578 0,-4.736 3.304-1,-1.744 0.657 1,2.542-2.246 0,-1.458 0.645 1,-9.569 5.647-1,-1.722 0.377-1,10.164-6.706 1,-1.006 0.025 0,-7.639 3.460 0,-1.136 0.023 0,-0.685-0.335 0,-0.332-0.575 1,0.217-0.719 0,0.598-0.788 1,0.842-0.799-1,0.975-0.770 1,-1.471 0.284 2,1.981-0.834 2,4.368-1.578 1,1.555-0.480-1,3.838-1.154-1,1.667-0.210 2,-3.130 2.222 1,3.957-1.205-1,3.476-1.305-1,2.878-1.251 4,0.337 0.837-3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0:0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8831.219 5130.000 767,'-6.369'0.000'0,"-0.409"0.000"-4,-4.475 0.000 1,4.059 0.000 1,-0.681 0.000 0,-0.396 0.000 0,-1.022 0.000 0,-1.422 0.000 0,-0.790 0.000 0,-0.303 0.000 2,-0.226 0.283-1,-0.158 0.471-1,-1.655 0.832-1,0.021 0.762 1,3.147-0.295 3,0.008 0.096-1,-5.352 1.446 0,0.819 0.232 0,1.107 0.157 0,4.289-0.846 1,0.725 0.242-1,0.661 0.295-1,0.585 0.320 1,0.503 0.040 1,0.421-0.162 3,0.342-0.015-1,0.271 0.091-2,-0.076 0.161 0,-0.319 0.204 0,-0.477 0.225-1,-0.567 0.229 0,-0.322 0.221-1,-0.132 0.205 0,-1.013 0.882 0,0.199 0.153 0,1.248-0.904 0,0.260-0.401 0,0.255-0.235 1,0.240-0.105 0,1.043-0.579 1,0.124 0.067 0,-0.721 0.455 1,0.106-0.303-1,-1.461 0.628-1,0.238-0.410 0,0.275-0.368 0,0.279-0.314 1,0.573-0.411-2,-0.027-0.064 1,-0.110 0.003-1,-0.825 0.532 0,0.374 0.054 2,0.493 0.043 0,-0.579 0.766-1,-2.636 1.857 1,4.748-3.247 0,-0.131 0.175 0,-0.460 1.100 0,0.471 0.895-1,0.514-0.104-1,-0.392 0.388 1,0.176-0.714-1,-0.601-0.179 1,-1.399 0.573-1,-0.390-0.059-1,-1.188 1.014 1,-0.035 0.566 1,1.976-1.563-1,0.079-0.208 1,-1.728 1.270-1,0.217-0.167 1,0.816-0.801-1,-0.279-0.049 2,0.834-0.468 1,-0.052 0.411-2,-0.973 0.917 0,0.064-0.190-1,-1.030 0.802 1,0.986-0.689-1,1.171-0.760 0,1.211-0.754 1,-1.912 2.689 1,3.092-0.978 2,2.958 0.119 1,1.246-0.037 1,0.479-0.297-4,0.051 0.229-2,-0.044 2.802 1,-0.330-0.223 0,-0.131 0.781 0,-0.079 1.652-3,-0.063-3.838 2,-0.014 0.311 1,0.153-1.747-1,0.989 5.295 0,0.931-2.872-1,1.751-1.193 3,1.139 0.008 1,1.943 1.096 1,-2.006-3.059-3,1.496 1.387-2,-0.577-1.217 1,0.958 0.286 0,-0.710-1.189 0,1.026 0.137 1,3.589 1.979-1,1.134 0.712-1,-2.156-1.438 0,0.436 0.173 0,3.538 1.989 0,0.344-0.001-1,-1.181-1.307 1,0.511-0.604 1,0.867-0.165 1,1.080 0.158 0,0.898 0.096-1,0.727 0.048 1,-1.675-0.802-1,0.428 0.019-1,3.327 1.128 0,1.300 0.468 0,9.680 3.785 0,0.729 0.716 2,-1.149-0.700-4,-5.211-1.741 0,0.763 0.748 2,3.757 2.050 0,0.133 0.523 4,-3.381-1.443-1,-0.191-0.271-6,-3.328-1.697 2,-0.045-0.362 1,3.478 0.781 2,0.448-0.523 1,0.228-0.521 1,0.060-0.496 0,3.916 0.444-1,0.779-0.542-3,-6.804-2.299 0,0.047-0.590 3,4.056 0.199-1,0.796-0.352-2,-0.235-0.486 0,-0.958-0.559 3,-0.580-0.302 2,-0.284-0.104-5,-1.189-0.242-1,-1.779-0.328 1,-1.267-0.091 12,-0.842 0.082-10,-1.064-0.082-1,-1.175-0.194 2,0.941 0.358 10,-1.535 0.190-11,-4.900-0.543 0,-0.359 0.251 3,1.252 0.529 1,-0.938-0.088-2,-0.767-0.223 0,-0.609-0.308-2,1.356-0.090 0,0.074-0.468 4,-1.353-0.615-2,0.401-0.335-1,0.229-0.302-2,0.095-0.265 0,0.278-0.226 0,0.396-0.188 0,-1.207-0.162 1,0.822-0.094 0,3.258-0.081 0,1.239-0.071-1,1.150-0.049-1,1.032-0.031 0,4.417-0.036-1,1.915-0.005-1,-5.066 0.038 2,0.968 0.006 0,8.126-0.017-1,1.051 0.018-1,-6.731 0.035 1,0.443 0.011 1,8.131-0.001 1,0.323 0.016-1,-7.589 0.019 0,0.115 0.007 2,8.305 0.004 0,0.540 0.008-1,-3.907 0.006 0,-0.051 0.003 2,-4.018 0.002 0,0.030 0.001-3,7.688 0.002-1,-0.784 0.001 4,-8.559-0.001 0,-0.966 0.000 0,2.569 0.000-1,-0.864-0.000 1,5.495 0.000 0,-1.333-0.001 6,-12.787-0.002-4,-0.221 0.000-3,14.227 0.000 1,-1.583-0.001 0,-3.139-0.000 1,-6.135-0.000 0,-0.729 0.000-2,-0.725-0.000 0,-0.313 0.000 3,2.058 0.000 2,-0.448 0.000-8,-4.730 0.000 1,0.226 0.000 3,2.361-0.000 7,-0.313 0.000-10,-0.247 0.000 0,-0.188 0.000 1,2.085 0.000 0,-0.245 0.000 2,-4.593 0.000 1,-0.030 0.000-2,3.203 0.000 0,-0.881 0.000 0,-1.137 0.000 0,-5.243 0.000 0,5.351 0.000 1,-0.451 0.000 0,-3.700 0.000 0,0.114 0.000 1,4.049 0.000 4,0.399 0.000-8,-3.791 0.000 0,-0.056 0.000 2,2.335 0.000 0,0.728 0.000-2,0.319 0.000 1,0.015 0.000 2,-0.486 0.000 0,-0.819 0.000-3,-0.453 0.000 0,-0.171 0.000 0,-0.245 0.000 3,-0.285 0.000 2,1.379 0.000 1,-0.464 0.000-5,-3.629 0.000 1,-0.200 0.000 1,1.722 0.000-1,0.332 0.000 1,-0.104 0.000 0,-0.409 0.000 0,-0.041 0.000-1,0.222 0.000-1,2.115 0.000-1,0.521 0.000 5,-3.363 0.000-3,0.059 0.000-1,3.907 0.000 0,0.395 0.000-1,-3.455 0.000 1,0.338 0.000 2,2.180 0.000 0,0.021 0.000-3,-0.155 0.000 1,-0.273 0.000 0,-0.344 0.000 1,-0.378 0.000 0,1.678 0.000 0,0.024 0.000 1,-3.513 0.000 0,0.251 0.000 0,2.045 0.000 0,0.006 0.000-2,0.432 0.000 0,0.714 0.000 1,-1.553 0.000-1,0.468 0.000 1,5.044 0.000 0,0.390 0.000-2,-2.460 0.000 0,-0.416 0.000 1,0.007 0.000 0,0.309 0.000 0,2.162 0.000 0,-0.528 0.000 4,-4.390-0.217-2,0.280-0.371-2,2.030-0.418 0,-0.659-0.191 2,-0.411-0.362 1,-0.215-0.467-3,-0.066-0.520 0,0.044-0.533 0,-0.446-0.517 6,-0.773-0.481-5,1.351-1.058-1,-0.241-0.423 1,-3.802 0.830-1,-0.190-0.565 3,1.813-1.342 1,0.266-0.387-4,-0.193 0.055 0,-0.510 0.368 1,-0.711 0.290 0,-0.821 0.221 0,-0.861 0.162-1,-0.850 0.112 0,-0.800 0.071 3,-0.728 0.038 3,0.266-0.338-3,-0.721 0.614 0,-2.997 1.821-1,-0.193-0.214 0,1.852-2.420 0,-0.838-0.329 1,-1.113 0.299-1,-0.266-0.577-1,-0.407-0.371 0,-0.487-0.207 0,-0.522-0.080 0,-0.522 0.015-1,-0.498-0.202 0,-0.458-0.347 1,-0.406-0.150 1,-0.351-0.004 0,-0.296-0.182-1,-0.241-0.300-1,-0.192-0.370 0,-0.147-0.403 2,-0.109-0.124-1,-0.076 0.080-1,-0.075-1.264 0,-0.032-0.126 0,0.041 2.111 0,0.002-0.563 2,-0.405-5.423-1,-0.483 0.575 0,-0.544 1.207-2,0.004 3.992 1,-0.490 0.673 0,-0.532 0.306 1,-0.539 0.029 1,-0.519 0.397 1,-0.478 0.640 1,-1.061-0.593-1,-0.413-0.080-3,0.852 1.501 0,-0.559-0.355 2,-1.905-1.249-1,-1.321-0.150-1,-1.386-0.302 0,-1.365-0.396-1,-1.006-0.443 0,-0.700-0.457-1,-0.734-0.162 1,-0.723 0.056 0,1.072 1.355-1,-0.935 0.199 1,-5.827-2.282 1,-1.399-0.096 0,1.533 1.311 0,-0.801 0.256-1,-0.438 0.316 0,-0.157 0.343 0,-0.233 0.063-1,-0.276-0.138 2,-0.294-0.275 1,-0.293-0.360 0,-0.844-0.686 1,-1.196-0.886-2,-1.107-0.704 0,-0.993-0.541 0,-1.147-0.399-1,-1.203-0.280-1,-4.411-1.419-2,0.032 0.551 3,7.771 3.213 1,0.322 0.131-1,-2.956-1.385 0,0.951-0.013 1,1.116 0.240 3,1.181 0.410 0,0.605 0.228 1,0.167 0.088-1,0.412 0.267 0,0.568 0.381 2,0.369 0.445-2,0.211 0.470-2,0.369 0.465-1,0.467 0.439 2,0.229 0.401 2,0.052 0.354-3,0.770 0.587 0,1.244 0.726 1,0.676 0.507 1,0.240 0.328-2,0.199 0.184 0,0.163 0.074 4,0.128-0.009 1,0.098-0.067-6,-5.719-1.612 0,0.832 0.188 1,1.092 0.301 0,6.583 1.858 0,1.236 0.463 0,0.976 0.498-1,0.743 0.500 0,0.261 0.478 0,-0.096 0.439 13,0.221 0.392-7,0.436 0.338-4,0.285 0.286-1,0.165 0.234-1,-0.494-0.097 0,-0.940-0.328 3,-0.364-0.476-1,0.062-0.560-1,-1.853-0.985-2,-0.375-0.694 0,3.501 0.634 0,0.326-0.011 1,-1.316-0.292 3,0.221 0.243-3,-0.113 0.313 0,-0.346 0.349 1,-2.217 0.163 4,-0.606 0.435-4,3.116 0.623 0,-0.453 0.219-1,-2.524 0.130-1,-0.609 0.217 1,-0.811 0.180 0,-0.916 0.145 0,-0.947 0.113 0,-0.925 0.085-1,-0.582 0.061 1,-0.312 0.041-1,-0.670-0.258 0,-0.893-0.458 0,-0.444-0.297 0,-0.104-0.168 2,-0.140-0.068 0,-0.157 0.006-2,-0.164 0.059 0,-0.160 0.093 1,0.132 0.114 2,0.335 0.123-1,0.180 0.123 0,0.063 0.118 0,3.012 0.148-1,0.202 0.076 2,-4.831 0.026 1,1.188 0.092-2,3.136 0.077 0,0.219 0.046 0,-0.051 0.036 2,-0.241 0.026 1,-0.083 0.019-2,0.034 0.012-1,0.116 0.007 0,0.168 0.003-1,-0.367 0.000 0,-0.732-0.002 1,-0.956-0.003 1,-1.072-0.004-1,-1.386-0.005 0,-1.544-0.004-3,2.218-0.007 1,-0.980-0.003 0,-8.534-0.000-1,-0.862-0.004-1,3.485-0.004 1,-0.180-0.002 1,-0.667-0.002 0,-0.982-0.001 0,-0.595-0.001 0,-0.291-0.000 3,-0.061-0.001 0,0.105 0.000-4,0.220 0.000 1,0.290 0.000 1,0.609 0.000 2,0.808 0.000-1,0.911 0.000 1,0.942 0.000 0,-2.139 0.000 0,1.829 0.000 1,7.740 0.000 1,1.011 0.000-1,-1.854 0.000 0,1.020 0.000 1,-2.287 0.000 1,-0.076 0.000 1,8.149 0.159-3,0.051 0.279-1,-9.719 0.869-1,1.976 0.272-1,7.677-0.229-1,0.160 0.351 2,-1.917 0.506 2,0.504 0.083 1,0.035 0.234 0,-0.299 0.330-3,0.325 0.101 0,0.754-0.067 2,0.459-0.185-2,0.227-0.258-1,0.616-0.299 0,0.865-0.314 0,0.435-0.310 7,0.109-0.292-6,0.154-0.266 0,0.179-0.235 3,0.188-0.202-1,0.187-0.168-3,-0.390 0.146 1,-0.781 0.363 0,-2.698 0.742 1,-0.706 0.690-1,1.826 0.005-2,0.089 0.077 0,4.184-0.627 1,0.370-0.072 0,-5.275 0.971-1,0.059 0.288 1,2.036-0.312 3,0.269-0.113 1,-0.001 0.083 0,-0.191 0.220-5,0.247 0.023 1,0.547-0.117 2,0.170 0.071 0,-0.106 0.202-2,0.267 0.285 0,0.520 0.331 2,0.394 0.348 2,0.284 0.344-4,-0.041 0.316 0,0.955-0.213 2,1.082-0.382 1,1.114-0.480-2,-0.339 0.110 0,1.986-0.825 0,-1.854 0.703 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0:1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2351.219 2010.000 767,'6.377'0.000'0,"0.600"0.000"0,2.357 0.000 0,2.040 0.000-8,-2.417 0.000 7,1.897 0.000-2,1.687 0.000 0,1.459 0.000-1,1.227 0.000 1,3.532 0.000-2,1.414 0.000 2,-3.767 0.000 1,0.810 0.000 0,3.853 0.000 0,1.413 0.000 0,0.795 0.000-1,0.317 0.000 2,-0.038 0.000-1,-0.289 0.000 0,2.334 0.000-1,-0.842 0.000 1,-8.686 0.000 3,-0.288 0.000 0,7.518 0.000 1,-0.570 0.000 0,-3.054 0.000 0,-0.455 0.000 0,1.920 0.000 0,-0.514 0.000-3,-5.107 0.000 1,-0.517 0.000 1,1.780 0.000 1,-0.202 0.000-2,-0.077 0.000 0,0.015 0.000 3,5.279 0.000-1,-1.962 0.000-3,-1.593 0.000 1,-3.857 0.000 0,-0.261 0.000 1,-0.286 0.000 4,-0.291 0.000-5,-0.280 0.000 1,-0.259 0.000-2,1.333 0.000 0,-0.339 0.000 2,-3.107 0.000 0,0.260 0.000-1,2.171 0.000 1,0.631 0.000-1,0.639 0.000 0,0.615 0.000-1,0.004 0.000 0,-0.432 0.000-1,-0.156 0.000 1,0.048 0.000-1,-0.375 0.000 1,-0.658 0.000 1,-0.546 0.000 5,-0.441 0.000-6,-0.345 0.000 0,-0.260 0.000 2,-0.471 0.000 3,-0.598 0.000-4,-0.095 0.000 1,0.267 0.000-1,0.513 0.000 0,0.664 0.000 4,0.457 0.000-5,0.288 0.000-1,0.437 0.000 1,0.522 0.000-1,2.462 0.000 1,0.568 0.000 0,-3.960 0.000 1,-0.381 0.000-1,1.411 0.000 0,-0.390 0.000 0,-0.360 0.000 0,-0.322 0.000 0,-0.279 0.000 6,-0.236 0.000-4,0.089 0.000 0,0.316 0.000-1,-0.103 0.000 1,-0.396 0.000-1,-0.021 0.000 0,0.248 0.000-1,0.427 0.000 0,0.534 0.000 2,0.303 0.000 0,0.124 0.000-2,0.273 0.000 0,0.367 0.000 0,0.416 0.000 0,0.432 0.000 0,2.122 0.000 2,-0.220 0.000-3,-3.950 0.000 2,0.109 0.000-1,2.259 0.000 0,0.323 0.000 1,0.314 0.000 1,0.294 0.000-1,0.548 0.000 0,0.703 0.000-1,0.780 0.000 0,0.799 0.000 0,-1.646 0.000 0,1.039 0.000 0,7.376 0.000-1,1.524 0.000-1,-2.475 0.283 1,0.379 0.471 0,-0.100 0.300-1,-0.436 0.164 0,-0.089 0.342 1,0.163 0.453 1,-0.232 0.510 2,-0.502 0.527 1,-0.953 0.514 0,-1.230 0.481-3,-1.085 0.152 0,-0.932-0.090 1,-0.496 0.026 2,-0.162 0.106 1,-0.482-0.124 2,-0.687-0.282-3,0.047-0.099-1,0.568 0.036-2,-0.219-0.152 1,-0.769-0.279 2,-0.276-0.073-1,0.088 0.077-3,0.060 0.180 1,0.037 0.245 1,-0.546-0.003 5,-0.936-0.180-6,-0.604-0.297 0,-0.338-0.366 0,0.432-0.116 1,0.960 0.068 4,1.007-0.087-1,0.995-0.193-3,1.221 0.023-2,1.324 0.176-1,3.683 0.341 0,0.220-0.192 1,-5.432-0.838 0,0.543-0.214 0,7.852 0.520-2,2.117 0.201 4,-9.756-0.719 1,0.443 0.227-2,11.965 1.690 0,0.681 0.558-4,-3.600-0.110 0,0.107 0.349 3,0.336 0.597 4,0.483 0.746-4,0.000 0.251-1,-0.345-0.114 4,3.502 1.011 0,-0.515 0.462-3,-7.681-1.546 1,0.249 0.099 1,4.195 0.964 3,0.256 0.015-3,0.702-0.041 0,0.987-0.078 0,1.143-0.102 0,1.200-0.113-1,1.185-0.116-1,1.117-0.113-1,10.915 1.467 0,0.559-0.252 0,-19.561-3.041 1,0.299 0.237 0,16.745 2.949 0,1.806 0.213 0,-10.162-1.572 1,0.536 0.368 2,0.530 0.243 1,0.506 0.141-6,12.054 2.535-2,-0.044 0.438 3,-12.451-2.469 4,-1.297-0.423-1,8.716 1.140-1,-2.378-1.157 0,-2.089-1.220 0,-1.769-1.190 8,-9.813-1.760 2,-0.453-0.612-6,3.838-0.353 0,-0.492-0.615 0,-0.506-0.513-1,-0.492-0.416 0,-0.741-0.327-1,-0.884-0.249-1,-1.227-0.181 0,-1.413-0.125 1,-1.196-0.078 0,-0.985-0.042 1,-0.789-0.014 0,-0.612 0.007 3,-0.457 0.021-1,-0.325 0.031-3,0.066 0.036 1,0.343 0.038-2,-2.609 0.056 1,0.607 0.027-1,7.531 0.003 0,0.850 0.036-2,0.548 0.031 0,0.310 0.025 1,-3.376 0.020-1,0.171 0.012 0,-3.353 0.009 0,0.310 0.005 2,4.399 0.006 0,0.890 0.003 0,0.617 0.002 0,0.393 0.001 0,0.216-0.283-1,0.079-0.471-1,-0.587-0.301-1,-1.035-0.165 2,2.104-0.228 1,-1.959 0.034 0,-7.516 0.159 0,-0.340-0.285 2,2.088-0.425 3,-1.652-0.055-1,-1.118-0.228 0,-0.686-0.339-4,-0.910-0.403 1,-1.028-0.429 1,-1.345-0.145 5,-1.508 0.064-7,-0.988-0.073 0,-0.570-0.167 1,-0.813 0.057 1,-0.945 0.214 5,-0.997 0.315-5,-0.985 0.372-2,-0.649 0.113 0,-0.378-0.077 1,2.313-0.780 4,-1.280 0.375-2,-1.365 0.494-3,-2.294 0.788 0,-0.619 0.364 0,4.184-1.430 2,-3.816 0.323 2,0.046-0.423-2,0.111-0.343-2,-0.288-0.057-1,-0.963 0.356 0,2.555-1.555 0,-2.754 1.240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0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2411.219 2466.000 767,'6.677'0.000'0,"4.682"0.000"-5,0.557 0.000 2,0.214 0.000 0,3.219 0.000-1,13.895 0.000-4,6.064 0.000-2,-8.016 0.000 4,2.891 0.000-1,8.541 0.000-1,4.014 0.000 0,-2.531-0.217 0,2.817-0.371 2,8.850-0.418 0,1.460-0.191-1,0.505-0.080-1,-0.198 0.004 1,-0.690-0.503 2,-1.007-0.840 0,-2.317-0.475 5,-3.140-0.193 1,-3.295-0.265 2,-3.251-0.304 0,-3.914-0.035 0,-4.202 0.158-1,3.585-0.875 16,-8.355 0.746-10,-7.465 0.796-2,-6.257 0.755 9,-4.967 0.662-8,-1.789-0.123-7,-13.691 1.710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0:2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10223.219 1482.000 767,'7.909'0.000'0,"3.964"0.000"0,-3.896 0.000 0,1.484 0.000-11,1.177 0.000 8,0.901 0.000 1,1.229 0.000 0,1.404 0.000-1,3.981 0.000-1,2.200 0.000 2,-3.275 0.000 0,1.400 0.000-1,4.550 0.000 0,1.688 0.000-1,1.451 0.000 0,1.214 0.000 1,1.271 0.000 0,1.251 0.000 0,0.329 0.000-1,-0.342 0.000 2,3.077 0.000 0,-0.981 0.000 0,-7.797 0.000 0,-0.522 0.000 1,6.136 0.000 6,-0.770 0.000-3,-7.165 0.000 0,-0.673 0.000 0,2.503 0.000 0,-0.359 0.000-1,-0.508 0.000-1,-0.590 0.000 3,1.997 0.000 0,-0.902 0.000-3,-5.098 0.000-1,0.706 0.000 2,0.928 0.216 1,1.059 0.371 0,7.474 0.591-3,0.746 0.216-1,-3.083-0.105-1,0.014-0.026 0,0.477 0.205 0,0.785 0.360 2,3.567 0.443-1,-0.669 0.010 4,-7.436-0.585-1,-0.709-0.120-3,2.271 0.034 0,-0.931-0.212 0,-1.201-0.217 6,-1.338-0.210-1,-1.654-0.195 1,-1.803-0.176-2,-1.540-0.153-1,-1.280-0.130 1,-2.837-0.122 2,-0.963-0.069 0,1.971-0.056 3,-0.806-0.067-5,-1.761-0.036 0,-0.223-0.024 3,-0.347-0.014-6,-0.419-0.007 1,-0.169-0.001 0,0.019 0.003 0,-0.133 0.006 0,-0.233 0.007 2,2.216-0.007-2,-1.008 0.015 0,-1.117 0.014-1,-2.439 0.017 2,0.097 0.006 0,0.688 0.004 0,-0.329 0.005 0,-0.451 0.004-1,3.260 0.003 1,0.546 0.005-1,-3.988 0.000 1,4.424 0.003 1,-0.661-0.001-3,0.006-0.001 2,-1.105-0.002-1,-0.507-0.001 0,-0.387-0.001 2,3.496-0.000-2,-1.984-0.000-1,3.060-0.000 0,-5.547 0.000 0,0.248 0.000 1,0.117 0.000 0,0.021 0.000-2,1.216 0.000 1,0.401 0.000 0,0.462 0.000 1,-0.569 0.000 1,-0.813 0.000-2,-0.917 0.000 0,-0.922 0.000 1,3.765 0.000 0,-3.360 0.000 1,0.669 0.000 4,1.040 0.000-1,0.122 0.000-2,-0.767 0.000-4,0.910 0.000 1,0.017 0.000 2,-2.208 0.000-2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0:2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1763.219 1506.000 767,'7.652'0.000'0,"-0.466"0.159"0,1.274 1.516 0,-0.392 0.250-9,-0.975-0.257 7,0.947 0.132 1,8.599 1.797-3,2.614 0.559-1,-2.556-0.515 1,1.266 0.336 1,-1.338-0.241 1,0.945 0.273-1,3.736 0.934-2,1.000 0.307 3,-0.056-0.029 0,-0.806-0.267 0,-0.736-0.423 1,-0.652-0.515-1,2.513 0.156 0,0.447-0.125 1,-5.330-1.096 10,-0.366-0.254-8,2.149 0.010 0,-0.301-0.395-3,0.013-0.390 0,0.237-0.368 2,0.667-0.335 5,0.942-0.296-5,0.811-0.254 0,0.679-0.213-2,0.836-0.173 1,0.909-0.136-2,3.836-0.113 1,0.298-0.091 0,-6.131-0.022 1,0.414-0.023 0,3.424-0.033-1,-0.251-0.006 1,-0.266 0.002 1,-0.264 0.008 0,-0.250 0.012-1,-0.229 0.014 2,-0.485 0.015 0,-0.645 0.015 0,2.400 0.009 0,-0.507 0.016-1,-6.172 0.020 0,-0.412 0.007 2,2.832-0.278 0,0.466-0.464-2,0.128-0.294 0,-0.118-0.160 3,-0.005-0.339-2,0.075-0.451-3,-0.154-0.509 0,-0.310-0.526 1,4.850-1.123 3,-1.053 0.075-3,-10.422 1.603 1,0.288-0.119 0,8.450-1.716 2,0.080-0.379 0,-5.550 0.843-2,-0.162-0.228-1,4.321-1.206 1,-1.634 0.290-1,-5.903 1.411 0,-1.239 0.353 1,0.691 0.035 1,-1.053 0.505 0,-0.825 0.204 4,-0.624-0.020 4,-0.451-0.178-5,-0.307-0.283-3,-0.190-0.061 0,-0.098 0.100-1,0.538-0.073 0,0.966-0.193 0,-0.855 0.194 0,0.765-0.262 0,4.849-1.422-2,0.898-0.407-1,-1.845 0.590 1,-0.077 0.229 0,-0.542 0.365 1,-0.848 0.444-1,-0.743 0.480 1,-0.633 0.483-1,-0.525 0.179 4,-0.423-0.045 1,2.848-0.699 3,-2.346 0.356-5,-2.568 0.453 0,-2.480 0.472-1,-2.212 0.443 0,0.677-0.257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0:3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1535.219 2598.000 767,'0.000'-7.079'0,"6.098"2.982"-4,3.472 3.251 3,1.207 0.603-2,-3.865 0.186 3,1.244 0.031-2,1.350 0.023-1,1.361 0.017 0,1.305 0.011 1,1.487 0.007 0,1.546 0.003 0,1.232 0.001-1,0.951-0.001 1,3.425 0.001-1,1.036-0.004-1,-7.074-0.013 2,0.249-0.002 1,8.130 0.004-1,0.110-0.005 0,-2.492-0.005 1,0.219-0.003 0,0.297-0.002 2,0.339-0.002-1,0.636-0.001-1,0.817-0.001 1,0.908-0.001-1,0.930-0.001 0,1.467-0.000 0,1.780-0.000-1,-2.484 0.000 0,0.931 0.000 0,8.957-0.000 0,0.583 0.000-3,-3.996 0.000 1,-0.087 0.000 2,-0.159 0.000 1,-0.203 0.000 0,0.057 0.000 0,0.240 0.000 2,4.098 0.000 1,-0.299 0.000-1,-8.288 0.000-1,-0.158 0.000-1,7.420 0.000 0,-0.911 0.000 2,-8.038 0.000-1,-0.232 0.000 1,3.072 0.000 1,-0.920 0.000-1,-0.831 0.000 0,-0.729 0.000 0,-0.623 0.000 0,-0.517 0.000 1,-0.700 0.000 1,-0.798 0.000-1,-1.113 0.000-1,-1.284 0.000-1,-1.346 0.000 1,-1.326 0.000 0,-1.250 0.000 1,-1.136 0.000 1,-0.719 0.000 2,-0.389 0.000-4,1.345 0.000 0,-0.616 0.000 9,-3.879 0.000-9,-0.283 0.000-3,6.121 0.000 0,-0.798 0.000 3,-1.408 0.000 1,-3.489 0.000-1,-0.563 0.000-1,-0.091 0.000 0,0.250 0.000 1,2.055 0.000 1,0.671 0.000-1,-2.988 0.000-2,0.168 0.000 0,2.395 0.000-1,1.014 0.000 1,1.151 0.000-1,1.194 0.000 2,0.886 0.000 0,0.625 0.000-3,0.692 0.000 0,0.708 0.000 1,0.686 0.000-1,0.637 0.000 2,0.573 0.000 0,0.500 0.000 0,-0.424 0.000 0,-1.062 0.000-1,-1.183 0.000 1,-1.213 0.000 1,-1.178 0.000-1,-1.097 0.000 0,-0.988 0.000 8,-0.864 0.000-2,-0.735 0.000-2,-0.608 0.000-1,-0.772 0.000 0,-0.852 0.000 0,-0.304 0.000-1,0.101 0.000 0,2.265 0.000 0,1.189 0.000 2,-4.658 0.000-4,0.270 0.000 0,8.543 0.000-1,1.386 0.000-1,-5.543 0.000 1,0.754 0.000 2,3.359 0.000-1,1.046 0.000-2,0.369 0.000 0,-0.131 0.000 2,2.277 0.000 0,-0.438 0.000-1,-5.227 0.000 0,-0.201 0.000 0,1.961 0.000 6,-0.606 0.000-3,-0.431 0.000 0,-0.286 0.000 0,-0.168 0.000 0,-0.078 0.000 0,-0.292 0.000 1,-0.431 0.000-2,-0.227 0.000 0,-0.070 0.000 0,2.414 0.000 0,0.613 0.000 2,-4.015 0.217-2,0.268 0.371 0,3.076 0.503-1,-0.795 0.204 0,-1.167 0.073-1,-1.363-0.022 1,-3.620-0.296 1,-0.919-0.082 0,0.672 0.012 1,-0.549-0.135-1,-1.792-0.210 1,-0.451-0.101 9,2.656 0.050-4,-1.761-0.177-6,-1.839-0.143-1,2.400-0.040 4,-3.712-0.326-3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0:3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11531.219 3294.000 767,'3.650'5.807'0,"0.218"1.895"0,0.949 2.177-8,-1.921-3.927 6,-0.035-0.517 1,0.358-0.026-1,0.658 1.057 0,-0.042 0.464 1,0.072 0.569 0,0.149 0.617 0,0.198 0.057 2,0.224-0.344-1,-0.600-1.232 0,-0.170-0.211-1,0.986 2.256-1,0.028 0.850 2,-0.449-0.765 3,0.135 0.078-2,-0.112 0.206-2,-0.282 0.288-1,-0.107 0.332 0,0.022 0.348 1,0.113 0.061 2,0.173-0.147-1,0.207-0.005 0,0.222 0.096-1,-0.411-0.906 0,0.190 0.578 1,1.595 3.970 1,0.222 1.080-2,-0.587-1.184 0,0.093 0.249-1,0.078 0.376 0,0.063 0.450 0,0.051 0.198 0,0.038 0.009 2,-0.254 0.157 0,-0.450 0.256 0,-0.287-0.252-1,-0.156-0.602 1,-0.056-0.540 0,0.018-0.470 0,0.069-0.398 0,0.104-0.328 2,0.122-0.546 1,0.130-0.675-3,0.130-0.453 1,0.123-0.272-1,0.826 1.168 0,0.078-0.103 3,-0.966-1.631-2,-0.439-0.425-2,-0.823-1.359 1,-0.084 0.021 0,0.590 1.103 0,0.069-0.227 1,0.110-0.313 2,0.134-0.360-4,1.445 1.642 1,-0.347-1.198 0,-0.508-1.275 1,-0.570-1.221-1,-0.562-1.090 1,2.100 3.020-1,-2.953-2.252 3,-1.476 0.548 3,-1.167 0.146-4,-1.210 0.073-2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0:5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5543.219 1614.000 767,'0.000'6.217'0,"0.000"1.156"-4,0.000-0.958 3,0.000 2.317-1,0.000 1.564 0,0.000-1.703 1,0.000 0.678 0,0.000-3.195 1,0.000-0.050 1,0.000 4.994-1,0.000-0.204-1,0.000-0.104 1,0.000-1.382 0,0.000-0.709-1,0.000-2.301 3,0.000 0.436-1,0.000 0.373-1,0.000 3.798-2,0.000 0.321 0,0.000-5.232 1,0.000 0.534 2,0.000 2.646 0,0.000-0.151-1,0.000-0.516-1,0.000-2.430 0,0.000 6.728-1,0.000-6.678 3,0.000 3.590 1,0.000-2.996-1,0.000-0.445-2,0.000 1.010 3,0.000-1.211 2,0.000 0.020-4,0.000-0.019-1,7.570-4.802 4,0.832-1.212-3,-2.400-0.080-2,4.671-0.016 1,-3.403 0.002 0,1.115-0.001 1,0.681-0.000-3,0.340 0.000 1,0.930-0.282 0,1.306-0.470-1,1.513-0.864 1,1.588-1.104 2,1.284-0.940-2,1.007-0.779-1,0.763-0.628-1,0.552-0.490 1,0.660-0.652 0,0.705-0.737 1,0.138-0.762 0,-0.271-0.745 1,-0.268-0.414 0,-0.253-0.159 0,-2.559 0.936-1,-0.078-0.286 1,4.691-2.965 3,-0.187-0.423-1,-2.563 1.354 0,-0.187 0.241-1,-0.424 0.086 0,-0.573-0.029-1,-0.087-0.109 0,0.264-0.161 2,2.445-1.182 1,0.079 0.411 0,-4.454 2.619-2,0.066-0.021-2,2.679-1.406 1,0.606-0.226 1,0.395-0.246 0,0.226-0.248 1,2.545-1.638-1,-0.154-0.184-3,-2.965 1.316 1,-0.709-0.091 2,1.977-1.177 0,0.038 0.544 0,-6.755 4.135 0,0.087 0.015 1,5.106-2.487 2,0.696 0.275-3,0.436 0.101 0,0.230-0.028 0,-0.210 0.447 1,-0.514 0.764-3,-2.724 1.602 0,-0.188 0.424 1,4.168-1.342 1,-0.834 0.502 2,-2.704 1.174 2,-0.322 0.258-3,-0.729 0.187 0,-0.984 0.128 0,-1.120 0.080 0,-1.164 0.042 0,2.344-1.354-1,-1.728 0.911 4,-1.502 1.071 0,-1.930 1.088-1,-1.986 0.990-2,-1.876 0.856-1,1.252-0.132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1:0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5579.219 3642.000 767,'0.000'6.252'0,"0.000"0.999"-4,0.000 2.565 3,0.000-2.680-1,0.000 1.348-1,0.000 2.670 1,-0.283-4.911 3,-0.471 0.637-1,-0.474 1.381-1,-0.183 0.218 0,-0.040-0.001 0,0.060-0.148 0,-0.288 2.495-1,0.276-2.126 1,-0.405 0.982 0,0.528-3.030 0,-0.024 0.138 5,-0.824 4.767-3,0.185-0.255-4,0.871-4.720 2,0.102-0.172 0,-0.135 1.878 0,0.186-0.292 3,0.141-0.000-2,0.179-0.613 1,0.156-0.658 1,0.132-0.655-2,-0.005 4.286 1,0.245-0.579 0,0.115-3.642 1,0.124 3.837 0,0.007-3.337-2,0.036-0.417 0,0.419-0.216 0,6.553-4.758 4,2.046-1.144-3,-1.270-0.099-3,0.724-0.017 0,5.625-0.012-1,-2.463 0.012 3,0.750-0.280-3,2.009-0.470 0,1.873-0.581-1,1.688-0.633 0,1.194-0.923-1,0.786-1.085 2,-1.951-0.166 1,0.634-0.563-1,6.114-2.122 0,0.083-0.473 0,-2.785 0.622 2,0.080-0.103 0,-0.146-0.319 0,-0.301-0.458 0,-3.038 0.970 1,-0.257 0.256 1,7.526-2.303-1,-0.875 0.461 1,-8.320 2.679-1,-0.739 0.149 2,1.391-0.933 0,-0.916-0.388-2,-0.872-0.244 0,-0.798-0.131 4,-0.708-0.043 0,-0.611 0.021-3,-0.796 0.065-1,-0.890 0.094 1,-0.632 0.110 1,-0.418 0.116-1,-0.248 0.115 0,-0.113 0.109 1,-0.578 0.100 0,-0.882 0.088-2,-0.491 0.076 1,-0.190 0.063-2,-0.249 0.334 1,-0.279 0.511 2,-0.571 0.331 1,-0.751 0.187-3,-0.562 0.075 0,-0.400-0.008 0,0.722-0.673 4,0.353-0.094-2,-1.364 1.159-2,0.114-0.104 0,0.914-0.807-1,0.083-0.162 0,0.321-0.144 0,0.477-0.125 1,0.564-0.105 0,0.600-0.086 0,0.032-0.068-1,-0.374-0.053 0,-0.080-0.039 0,0.133-0.028 0,0.278-0.018 0,0.369-0.010 1,-0.149-0.004 2,-0.511 0.000-2,-0.463 0.286-1,-0.406 0.476 0,0.219 0.306 1,0.654 0.171-1,2.761-0.858 7,-0.464 0.822-6,-0.927 0.902-1,-1.142 0.880 0,-1.186 0.796 0,3.572-0.220 1,0.117-0.617 5,-0.852-0.535 1,-3.665 0.963-6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2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7307.219 4494.000 767,'0.000'6.218'0,"0.000"-0.005"-4,0.000 2.590 3,0.000 0.929-1,0.000 0.172 0,0.000-3.052 1,0.000 0.252 0,0.000 0.769 1,0.000 0.501-1,0.000-1.581 1,0.000 0.029-1,0.000-0.018 0,0.000-0.051 0,0.000 0.211-1,0.000 0.388 3,0.000 1.188 1,0.000 0.030-2,0.000 1.232-1,0.000-0.704 0,0.000-0.861 0,0.000 1.757 2,1.036 0.841 0,2.271-0.112 2,-0.042-3.665-2,0.120-0.316-1,-0.210-0.425-1,0.455 1.704 0,-0.250 2.558 1,-1.281-0.206 3,-0.997-0.953-3,1.300-0.153-1,0.766-2.874 4,0.344 0.743-3,-1.546 1.323-1,-1.284-1.540 2,-0.410 1.332-1,-0.254 0.530-1,-0.120-2.554 2,-0.139-0.128-2,0.190 0.005 0,6.479-4.159 1,0.258-5.325 1,1.929-1.958 0,-1.208 0.530-3,1.845-1.277-1,3.819-2.678-1,2.293-1.724 0,2.605-1.864-1,2.705-1.876 0,1.800-1.231-1,1.071-0.714 0,-2.776 1.999 2,-0.191 0.278-1,5.131-3.512 0,-1.324 0.631 0,-3.717 2.708 3,-0.843 0.982 3,-3.220 2.426 3,-0.721 0.760 1,3.057-2.014-2,-1.773 0.544 1,-4.726 2.726-2,-0.698 0.028 2,1.008-1.080-1,-0.512 0.282 1,0.696-0.719-2,-0.977 0.555-1,-3.272 2.484 0,-0.557 0.306-1,1.507-1.514 1,-0.768 0.424 1,-1.531 1.473 0,-0.451 0.728 0,0.043-0.073 0,-0.966 0.415-1,-1.502 1.114-1,0.139-0.334 3,0.155-0.085 1,0.161 0.104-3,1.310-1.255-2,-0.436 0.015-1,0.509-1.242 1,-0.540-0.188 0,-0.479-0.183 3,-0.404 0.171-2,-0.321 0.375-1,-0.245 0.469 1,-0.846 1.141-1,1.921-3.690 3,-2.024 1.783 0,-0.714 1.500 0,1.980-1.470 0,0.927 0.888-1,0.485 1.125-2,0.188 0.956 0,-0.917 0.636-1,-0.152-1.629 2,-2.263-0.452 4,1.126-1.021-3,0.151 0.774-1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2:4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13391.219 5550.000 767,'6.881'0.000'0,"1.214"0.000"-5,0.170 0.294 3,2.885 1.751 1,-1.435 1.427 0,-3.934-0.509-1,0.162 0.663 0,-0.245 0.590 2,-0.506 0.505 0,2.473 4.196 0,-3.606-3.624-1,0.477 0.414 1,2.331 2.160 0,1.005 0.246-1,-0.708-0.587-1,-0.220 0.435 0,-1.021-0.613 1,-0.111 0.454 0,1.532 2.326 0,-0.166-0.540 0,-1.705-2.481 1,-0.063-0.302 0,1.144 1.523 0,-0.661-0.424 0,-1.003-1.195 2,-0.196-0.258-1,-0.077-0.206 0,0.010-0.158 1,0.354-0.117-1,0.584-0.082 0,2.462 1.702-1,0.037-0.462 0,-0.317-0.547-1,-2.128-1.863 0,-0.119-0.094 0,-0.061-0.002 1,-0.018 0.063 0,0.016-0.176 1,0.038-0.338 0,0.052-0.155 1,0.059-0.017-2,-0.221 0.083-1,-0.410 0.149 2,0.712 1.207-1,-0.459-0.011 0,-0.383-0.112 0,2.012 3.178 1,-2.019-0.770-1,-0.434 0.345 1,0.552 0.351 1,-0.342-1.338-1,-0.504-1.487-2,1.253 0.681 0,-0.907-1.933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2:4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13763.219 5466.000 767,'-5.717'2.101'0,"-0.157"3.202"-5,-0.842-0.112 3,-4.813 2.285-1,3.173-2.048 2,-0.993 1.492-2,2.030-0.822 1,-0.082 0.022 1,2.479-2.036 0,-0.019 0.054 0,-4.262 3.754 1,0.198 0.017 1,4.208-3.642-1,0.059 0.009 0,-2.162 1.898 1,0.372-0.530-2,0.462-0.695 1,0.495-0.765 0,-0.679 0.402 1,-2.585 2.020 0,2.939-1.970 1,-0.124 0.291 0,-1.461 1.484-2,0.058 0.199-1,-1.191 0.718-1,1.319-1.498 2,-0.337 0.196-1,1.617-1.259 1,-0.059 0.104-1,-3.129 2.329 1,-0.542 0.067-1,3.712-2.765 0,-0.303 0.310 1,-3.682 3.021 0,-0.108 0.308-1,3.292-2.518 0,-0.201 0.322 0,-3.143 2.715 0,-0.937 0.680 0,-0.991 0.610 0,-0.984 0.531 0,-4.729 3.322-1,-0.945 0.317-2,7.625-5.789 2,0.230-0.173 0,-4.309 3.333 0,0.769-0.394 1,0.886-0.442 0,-2.043 2.217 1,0.292-0.136 6,0.432-0.583-7,0.488-0.384 3,-0.849 0.365 1,0.646-1.036-3,6.818-5.365-1,0.033-0.245 4,-1.192 0.672 0,0.180-0.187-4,-2.116 1.297 0,0.552-0.531 2,0.631-0.582 1,0.646-0.582-1,-0.094 0.018-1,0.961-0.502 0,0.923-0.401-1,0.716-0.316 1,1.370-0.809 3,-1.485 1.233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2:4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6059.219 5994.000 767,'-6.011'0.000'0,"-0.305"0.000"-4,-0.801 2.613 3,1.910 3.421 1,-1.628 1.985-1,2.182-2.701-1,-0.212 0.137 0,-2.882 4.049-1,3.258-4.252 2,-0.722-0.108 0,-0.552-0.037 1,-0.404 0.016 0,-0.563 0.053-1,-0.649 0.076 1,-0.397 0.089-1,-0.199 0.095 1,-1.058 0.620-1,0.139-0.223 0,0.267-0.320 0,0.337-0.366 0,2.925-1.803 1,0.110 0.002 0,-1.350 1.243 0,0.597 0.157-1,-0.508 0.789 0,0.570-0.481 4,0.451-0.658 0,0.342-0.729-1,-4.272 1.798-2,1.474-0.750 0,0.848 1.268 1,0.397 0.871 2,-0.877 0.078-3,2.492-2.535-1,-0.498 0.912 0,0.455 0.469 1,0.669 0.464 0,0.702-0.756-1,0.039-0.417 0,-3.253 3.538 1,2.996-3.733 2,0.270 0.107 0,-0.798 0.571-2,-0.798-0.103-1,-1.003-0.173 1,0.866-1.092-1,-0.309 0.060 0,-0.654 0.689 0,0.426 0.171 0,1.503-1.032 0,0.075 0.146 1,-2.332 2.014 1,-0.673-0.032 0,-0.768-0.183 0,0.907-0.697-2,0.494-0.024 0,1.519-1.161 0,-0.233 0.079-1,-1.887 1.050 1,-0.133-0.418 4,1.117-0.707-1,0.502-0.032-3,-0.290 0.597 0,0.313 0.134 1,-2.978 3.030 3,2.828-2.269-2,0.098-0.151-2,0.140-0.305 1,0.158-0.386 0,0.160-0.413-1,-3.584 2.716 0,3.257-2.521 0,0.706-0.545 0,-2.454 1.944 4,2.100-1.636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0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11807.219 5046.000 767,'0.000'6.376'0,"0.000"-0.263"0,0.000 0.002 0,2.067 1.783-7,0.104 0.002 6,-0.484-1.620 0,0.696 3.073 0,0.104 1.179-2,-0.059 0.737 0,-0.171 0.391 1,-0.134 0.652-1,-0.308-0.399 0,-0.595-2.808 1,-0.188-0.015 1,-0.178 0.093-1,-0.163 0.172 1,-0.094 1.346 9,-0.165-0.215-7,-0.121 1.208-1,-0.137-0.052 0,0.114-2.596-1,0.321 0.101 1,0.535 2.550 1,0.176-0.383-1,0.167-1.147 0,0.436 0.448-1,1.033 3.551 1,-0.008-0.844 2,-0.252-1.301-4,-0.890-3.458 1,-0.238-0.160 0,-0.166-1.225 1,0.188-0.172 2,0.624 1.257 0,0.238-0.290-1,0.193-0.306 1,0.153-0.302-1,0.729 0.763-1,0.186-0.648-1,0.139-0.671 0,-0.560-1.694 0,3.273 2.893 3,-0.148-2.631 0,1.465 0.341 1,-0.236 1.219-1,-1.790-0.287-2,1.258 1.347 0,-0.772-2.086 0,-0.922-2.378 0,1.430-1.464-1,-0.776-1.923 0,0.370-0.326 1,5.657-0.275 1,-2.232-0.386 1,2.354-0.858-5,2.231-1.096-1,3.169-1.214-1,3.688-1.242 0,3.601-1.202-1,3.369-1.117 1,7.389-2.933-2,2.982-2.148-1,-1.979 0.006 0,2.466-1.249 1,-3.446 0.908 2,1.311-0.801-1,12.849-5.181 0,1.428-0.782 1,-11.147 4.132 1,0.253-0.278 1,12.665-5.011 1,0.817-0.144-1,-6.675 2.688-1,-1.301 0.549 6,-7.235 2.735 0,-1.650 0.492-4,7.757-3.047-1,-3.143 1.451 3,-7.416 3.053 8,-2.752 1.229-1,-6.134 2.154 0,-2.128 0.417-1,5.868-3.116-1,-3.863 1.039 6,-4.534 1.611-2,-3.771 1.441-3,-3.419 1.415-1,-2.953 1.299-2,-2.442 1.133 0,-1.941 0.946-1,2.104-1.462 1,-2.424 0.804 1,0.008-2.177 7,-0.461-0.620-2,0.144 0.922-9,1.060-2.033-1,2.741-1.149-3,-3.470 4.607 4,3.125-2.518-2,-0.249-0.449 0,-2.982 2.640 1,0.096 0.313 4,3.415-2.468-2,-2.707 2.480-2,0.100 0.442 1,0.023 0.572 0,-0.028 0.619 0,0.135 0.516 0,-0.341 0.618-1,-0.397 0.536 0,1.016-0.409 0,-1.012-0.487 3,0.105-0.704 2,2.795-2.063-3,0.051-1.003-2,-3.809 2.000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1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3515.219 5934.000 767,'-0.462'-6.845'0,"-4.924"2.405"-4,-1.760 3.522 3,-1.132 0.755-1,1.469 0.284 1,-0.694 0.037 0,-0.136-0.091 3,-0.785-0.039-1,-0.969-0.021-2,1.933-0.008 0,0.207-0.001 0,0.186 0.000 1,-1.568 0.000 0,-1.694 0.000 0,2.614 0.001-1,-4.072 0.647 0,0.117 1.347 0,5.311-0.171 1,-0.116 0.488-1,-0.187 0.437 1,-0.357 0.271-1,0.307-0.199 1,0.417-0.358-1,-2.787 0.503 1,-1.446-0.654 3,1.646-1.150-1,1.442-0.640-2,-0.380 0.712 0,1.857 2.210 1,2.080 1.759-1,2.398 2.780 0,-1.820 0.856 0,-2.073-0.048 2,0.327-0.319-4,0.725-0.038 0,0.567-0.027-1,-0.675 2.122 6,2.197-4.622-4,0.244-0.061 1,-0.803 1.695-1,0.225-1.463 0,0.037-0.246 1,-1.855 4.580 1,1.228-1.462 0,1.255-0.158-2,0.994-0.234 4,0.618-1.222-2,0.295-0.769-2,0.200 1.746 2,0.024 0.100 0,-0.106-1.641-1,-0.043 0.983 0,-0.040 0.018-1,-0.024-1.133 2,-0.015 0.857-1,-0.006-0.747-1,1.188 1.698 1,2.249-0.567 0,2.059-2.294 0,0.260-1.161 1,-1.264 0.113-1,1.422 0.379 1,2.080-0.307-1,-1.007 0.447 0,-0.363 0.273-1,-0.694-0.546-1,0.856-1.037 0,0.489 0.095 5,-0.405 0.216-3,-0.714-0.807-1,-0.541-1.058 1,0.376-0.914 1,0.025-0.458 0,0.681 3.041 1,-1.384 0.670-2,1.958-1.788-1,1.280-2.194 1,-0.151-0.560 0,-0.825-0.145-1,-0.687 0.032 2,-0.501 0.068 0,4.145 0.020-2,-4.324-0.272 0,1.000-0.458-1,0.994-0.532 0,-0.793-0.427 1,-0.424-0.632 0,0.497-0.910 0,-0.139-0.469-1,-0.040-0.320 3,-0.121 0.093 1,-0.164 0.351-3,-0.495 0.667 1,0.077 0.472-1,0.141 0.472 2,-0.722 0.385 1,5.206-1.502-3,-1.012-0.574 0,-2.349-0.672 2,-3.016-0.293 1,0.228-0.293-1,2.404 1.233 4,-1.623 1.777-5,-0.060-0.438-2,-0.354-0.646 2,-0.342-0.595 0,-0.160-0.535-1,-0.086-0.393 1,1.413-0.605-1,2.915-1.099 2,-0.360 0.393-2,-1.069 0.513 0,-0.208 0.385 0,0.433 0.151 0,1.257-0.908 1,-0.426-0.538-1,-0.520-0.485 3,-0.242-0.478-1,-1.355 0.817-2,-1.222 0.942 1,-0.258 1.333 1,0.255 1.527 0,1.779-0.438 2,-1.316-0.315-3,-0.850-0.685-1,0.495-1.316 0,1.535 0.323 2,-1.466 0.457-1,1.172-1.535 0,1.347-0.511-1,-0.505-1.098-1,0.264 0.505 1,-1.673 2.186 2,2.508-2.101-1,-0.224 0.031 1,-0.826 1.500-2,-0.744 1.485 0,1.026-0.887 1,1.292-1.660 1,-1.545 0.399-1,-2.935 2.189-1,4.041-3.198 0,-1.529 1.961 2,-1.517 2.019-1,0.845 0.284 0,-0.182-0.925 2,-1.468-0.756 0,-3.125-1.257-1,-2.026-0.133 0,-5.913 0.420-1,1.173 1.408 0,-2.192-0.899-1,1.628 1.742-1,-0.532-0.018 1,-0.740-0.121 0,-0.633-0.056 0,-0.526-0.007-1,-1.612-0.377 0,0.267 0.458 0,0.558 0.552 0,2.093 0.959 1,0.281 0.355 0,-1.347 0.026 2,1.116 0.506 2,-3.047 0.001 1,2.194 0.977-2,1.315 1.072-2,-0.705-0.910 3,0.659-0.029 0,-0.157-0.000-3,-0.202 0.001-2,-1.053 0.002 1,-2.766 0.284 1,-1.054 1.578-1,-2.190 2.727-2,4.973-0.831 1,0.431-0.175 1,-0.554 0.003 0,0.451-0.575 0,-0.828-0.204 0,-2.244 0.069-1,-0.706-0.371 1,-0.784-0.382 2,-0.803-0.372-3,-2.329 0.137 0,-0.188 0.190 0,1.887 0.056 1,0.173 0.386 0,0.504 0.157 0,0.716-0.015 0,0.550 0.147 1,0.406 0.255 1,0.284 0.320 0,0.184 0.351 1,0.104 0.357 1,0.042 0.344-3,0.279 0.036 0,0.435-0.185 0,-0.041-0.051 0,-0.377 0.047-1,1.348-0.664 1,0.112-0.227 2,-1.730 0.456-1,0.496-0.233-2,0.597-0.194 0,0.636-0.157 0,0.629-0.123 3,0.591-0.093-2,0.533-0.066 0,0.464-0.045-1,-0.202 0.304 2,0.834-0.107 0,0.836-0.119 0,-3.589 2.660 2,1.877 0.613-1,2.075 0.453 0,1.178 0.505-1,1.199-1.974-1,-1.860 3.181 1,-0.815 2.743 1,1.083-0.494-3,2.572-4.993-1,0.202 0.176 1,0.014 1.583-1,0.295 1.025 0,0.286 0.613 5,0.266 0.290-3,0.171 1.591-1,0.258 0.343-1,0.485-2.569 0,0.479-0.139 1,0.668 2.135 1,0.328-0.505 0,0.248-1.609-1,0.490-0.459 2,-0.066-1.352 0,0.072-0.276 0,0.732 0.911 0,0.370-0.580 0,0.407-0.609-1,0.411-0.597 1,0.113-0.969 0,0.337-0.674-1,1.870 0.154-1,0.046-1.085 0,-0.169-0.928 2,2.667 0.551 3,-2.322-0.536-4,0.361 0.485 0,4.166 2.493-1,-2.503-0.544 0,-0.351-0.137 0,-0.569-0.460 1,-1.541-1.072-1,-0.240-0.476 1,3.053 0.540 0,1.458-0.833 4,-3.064-1.376-3,0.266-0.346 0,0.200-0.252-2,-0.874-0.157 1,0.534-0.087-2,1.931-0.085 1,0.228-0.040 0,0.007-0.011 1,-2.566 0.045 0,-0.167 0.008-1,0.406 0.011 0,0.795 0.013 0,1.034 0.013 2,1.156 0.013 2,-0.805 0.017-4,0.232 0.009-1,2.002-0.278 0,0.739-0.462 0,1.835-0.467-1,-0.302-0.176 2,-2.086 0.130 2,-0.658 0.042-2,-1.515 0.007-1,0.215-0.283 1,2.863-0.694 3,-0.382-0.043 3,-0.639 0.105-5,-0.775 0.200-2,-2.936 0.371 1,-0.445-0.208 1,1.524-1.019-1,-0.622-0.533 1,-2.233 0.646 2,-0.267 0.025 1,-0.200 0.115 1,-0.142 0.178-4,1.460-0.676 0,-0.171-0.172 1,-0.625 0.136 0,0.372-0.295 0,-0.442 0.168-1,0.503-0.292-1,2.506-1.512 0,0.195-0.402 0,-1.929 1.021 0,0.290-0.196 0,2.841-1.283-1,0.491 0.373 1,-1.219 0.506 1,-0.171-0.406-1,-0.016-0.317 0,0.095-0.238 1,-0.113-0.171-1,-0.256-0.116 2,0.567-0.691-1,-0.836 0.296-1,-0.935 0.418 1,-0.946 0.475 0,-0.629 0.501 1,-0.771 0.812 0,-0.634 0.824-1,0.432 0.166 3,-0.007 0.375 1,0.188 0.154-1,-0.378 0.004-3,3.294-3.233 0,-3.517-0.173 1,-2.516-1.077 1,-2.155-3.489-1,-4.132-0.560-3,0.340 4.964 0,-0.777-0.663 1,-0.650-0.700-1,-0.529-0.411 2,-0.418-0.187-3,-0.602-0.017 2,-0.705 0.104-1,-0.462 0.468 1,-0.267 0.705 1,-0.399 0.841 0,-0.473 0.898-1,0.886 1.367 1,-0.070 0.661-1,-1.083 0.035 4,0.134 0.250-2,-0.066 0.043-2,-0.205-0.106 1,-1.121-0.663 3,0.227-0.305-3,0.103-0.198-1,0.366 0.052 1,0.374 0.154-1,0.356 0.213 1,0.323 0.239 0,1.088 0.616-1,0.541 0.396 0,0.567 0.418 1,-4.283-1.004-2,0.754 1.342 9,-3.519 0.885-1,5.381 0.852-6,0.307 0.172-2,-1.994 0.117 1,-1.420 0.146 0,1.109 0.027 3,-0.942 0.014 0,2.267-0.106-2,0.206-0.067 1,-0.331-0.045 0,1.109-0.037-1,-0.965-0.018-1,0.819-0.006 2,-2.355-0.002 0,-0.878 0.000-3,1.488 0.003 1,3.191 0.003 0,-1.248 0.000 0,-0.903 0.001 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1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6323.219 6906.000 767,'6.534'0.000'0,"0.153"0.000"-4,2.706 0.000 3,-2.312 0.000 0,2.818 0.000-1,0.650 0.000 0,-3.568 0.000 1,0.387 0.000 1,0.494 0.000-1,0.547 0.000-1,2.975 0.000 0,0.604 0.000 1,-3.406-0.216 1,0.265-0.371-1,0.313-0.473 0,0.336-0.532 0,2.539-1.002 0,0.348-0.480 0,0.221-0.330 1,0.122-0.208-1,-0.991 0.255 0,-0.443 0.188-1,-0.282 0.001 0,-0.154-0.133 0,-0.056 0.061 0,0.017 0.196 5,0.068 0.000 4,0.101-0.139-7,0.120 0.051-1,0.127 0.184 1,1.922-0.385 0,0.640-0.170-1,-3.085 0.619 1,-0.185-0.232 0,1.393-0.525 0,-0.075 0.115-2,-0.046 0.248 1,-0.023 0.331 0,-1.692 0.439 3,-0.313-0.074-1,2.180-0.674-1,-0.768 0.237 0,-1.613 0.604 0,-0.150 0.305 2,-1.382 0.506-1,-0.227 0.239 1,2.201-0.013-1,0.098 0.337-1,-1.264 0.344 0,-0.234 0.196 1,-0.007 0.163 0,0.155 0.132-2,0.546 0.104 0,0.798 0.078 3,4.202 0.094-3,-0.014 0.057 0,-0.536 0.024-1,-3.989-0.037 1,-0.570-0.004-1,-0.556-0.291 2,-0.520-0.482-1,-1.375-0.156 1,-0.296-0.149 2,2.278-0.571 5,-0.511 0.014-7,1.185-0.161 2,-3.003 0.718-2,0.406 0.129 1,0.990 0.062-1,-0.191 0.159 1,-0.404 0.145-2,-0.523 0.125 0,3.090-0.009 0,-2.743 0.235 0,-0.445 0.077 2,-0.490 0.051 1,3.659 0.062 0,-2.128 0.005-2,3.644 0.029 2,-0.355-0.023-2,-0.478-0.029-1,-0.827-0.023 0,0.884-0.015 1,-4.441-0.009 0,0.316-0.001 0,2.999 0.596-1,-1.978 0.638 1,0.845 0.688-1,2.015 1.104 0,0.771 0.761 0,-2.312-0.667 0,0.003 0.018-1,1.402 0.318 0,0.202-0.255 0,-0.059-0.333 1,-0.242-0.373 0,1.509 0.186 4,0.562 0.113-4,-2.673-0.459 1,-0.115 0.253 1,2.137 0.898-1,-0.853-0.101-1,-1.028-0.270 0,-1.085-0.368 0,-1.415-0.521 2,-0.871-0.374 0,3.963 0.808 1,-3.921-1.434 1,4.281-0.300 4,-1.048-0.791-5,2.725 0.024-3,-4.550 0.542-1,0.414 0.578 1,-0.281 0.138 0,0.160 0.035-1,0.108-0.084 1,-1.656-0.373 0,-0.054-0.118 1,5.446 0.372 0,-3.529-0.661 1,0.164-0.139 1,-0.675-0.145-1,0.385-0.082-3,-0.663-0.081 1,0.426-0.044 1,2.665-0.033 0,0.011-0.045-1,-0.814-0.027 0,0.644-0.018 0,0.252-0.011 0,-0.038-0.006 1,1.373-0.008 0,0.036 0.001-2,-2.651 0.014 1,0.107 0.003 0,1.292-0.000 4,-0.265 0.005-4,-1.399 0.007 1,0.038 0.003 0,2.467 0.000 0,-0.427 0.004 0,-2.624 0.006 2,0.017 0.002-3,1.684 0.001 1,0.695 0.002 1,1.698 0.001 0,-0.171 0.001-2,-1.497-0.282 0,-0.032-0.471 0,0.236-0.385-1,-0.745-0.174 1,-0.912-0.051 3,-0.979 0.037-1,0.231-0.101-1,-1.166 0.190 0,-1.011 0.213 1,2.733-0.267 3,-1.854 0.520 1,2.837 0.302-2,-1.032 0.443-2,-1.015 0.089-1,2.880 0.038-3,-0.082-0.006 3,-3.799-0.936-1,1.062-0.709 1,-0.569-0.234-1,-1.039 0.019 1,3.017-1.177-1,-3.047 0.454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8279.219 6942.000 767,'0.000'-7.099'0,"0.000"0.610"-4,2.612 0.062 2,4.684 0.453 3,3.354-0.841-3,-1.026 1.732-1,-4.122 2.572 2,0.692-0.201-1,0.767-0.015 0,0.783 0.118 4,1.324-0.076-2,1.646-0.210-2,0.950-0.013 0,0.409 0.127 0,-1.071 0.518 1,0.579 0.208-2,5.124-0.564 0,2.020-0.186 0,-1.035 0.062 5,0.758-0.332-4,-1.908 0.315 0,0.350 0.047-1,5.324-0.913-1,0.086-0.234 1,-5.291 0.901 3,-0.433 0.139 0,2.578-0.417 0,0.661-0.140 0,3.321-0.705-1,0.623-0.305 6,-2.861 0.531-6,-0.577 0.213-2,-2.938 0.486 1,-0.276-0.080 1,4.601-0.830 0,-0.416 0.307 1,-3.025 0.759 5,-0.765 0.384-4,-0.238 0.114 0,0.147-0.083-1,-2.291 0.371 0,-0.198 0.116 2,2.366-0.371 1,0.482-0.217-4,0.072-0.028-1,-0.224 0.108 3,1.665-0.073 0,-0.798 0.331-3,-2.503 0.548 0,-0.224 0.290 2,-1.795 0.401 2,0.493 0.199 0,2.714 0.107 0,0.501 0.207-1,0.654 0.176-2,0.733 0.145 0,3.696 0.112-2,1.320 0.109 2,-4.813 0.059 0,0.573 0.035-1,3.589 0.038 0,0.565 0.020 0,3.151 0.023-1,-0.443 0.001 2,-6.211-0.030 1,-0.081-0.006-1,3.005 0.002 0,0.092-0.011 1,3.407-0.005 2,0.502-0.014-1,-6.226-0.020 0,-0.215-0.007-2,5.548-0.002 0,-0.809-0.009-1,-3.368-0.007 1,-0.287-0.004 2,-3.060-0.003 2,-0.262-0.002-2,2.668-0.002 0,0.116-0.001 0,-0.648-0.000-1,-1.162-0.000 1,-0.625 0.283 0,-0.214 0.471-1,1.757 0.474-1,-0.922 0.184 5,-3.044-0.125-1,-0.829-0.038-4,-1.053-0.085 1,-1.164-0.115 1,-2.611-0.231 0,-0.860-0.104 1,0.413-0.034 0,-0.952-0.128 1,0.485-0.080 2,-0.369-0.128-2,-1.170 0.161 0,0.099 0.400-2,1.406 0.530-1,-0.730 0.132-1,-0.948-0.020 1,-1.025-0.117-1,-1.008-0.173 1,2.999 0.417 0,2.008 0.675 4,-5.350-0.665 1,5.182 2.789-6,-5.045-1.412-1,-0.366-0.052 1,4.285 2.129 1,-2.479-1.759 1,4.118 0.787-2,-3.570-1.685 1,-0.019-0.273-1,-1.567-0.466 0,0.867 0.261 0,0.552 0.092 1,0.300-0.033-1,3.111 0.471 0,-0.062-0.344 0,-0.315-0.395 1,-2.526-0.668 0,0.606-0.210 0,2.569-0.073-1,-0.369-0.254 0,-0.772-0.206 1,-2.346-0.178 0,0.007-0.082 0,2.715-0.074 1,-0.245-0.074 0,-0.370-0.043 0,-1.662 0.355 0,0.163 0.573-1,-1.300 0.454-1,-0.584 0.612 0,1.153 1.019 2,-0.365 0.129-1,-0.209-0.144 1,-0.241-0.307 0,-0.243-0.389 1,-0.375-0.414-3,-0.432-0.398 0,3.666 0.230 4,0.340-0.811-1,1.309-0.464-3,0.278-0.351 0,-5.604-0.100 0,1.200-0.042 1,2.974-0.059 1,-0.799 0.035 1,2.022 0.012-2,-3.392 0.067 0,0.211 0.016-1,0.098 0.014 1,-2.199 0.016-1,-0.071 0.005 1,1.057-0.354-2,0.474-0.574 1,-0.688-0.157 2,0.073-0.135 1,-0.001-0.038-2,-0.053 0.033-1,2.070-0.624-1,0.406-0.505 2,-3.655 0.734 1,0.286-0.282-1,5.327-2.365-1,-0.303-0.515 0,-0.788-0.251 0,-0.763-0.050 0,-1.159 0.341 0,-1.100 0.452 0,-0.966 0.478 1,-0.799 0.452 1,3.566-2.095 0,-3.391 2.052-1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2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3131.219 6930.000 767,'0.000'-6.886'0,"5.845"2.108"-4,1.256 4.389 4,2.442 0.221-3,-2.897 0.125 1,4.550 0.021 0,2.556 0.024-1,0.037 0.013 0,1.313 0.009-1,1.354 0.005 1,1.320 0.002-1,1.516 0.000 1,1.584-0.001 0,1.558-0.002 1,1.466-0.003-1,1.331-0.003 0,1.172-0.003 0,-1.665-0.005 0,2.279-0.002 0,7.075-0.001 0,2.945-0.002 1,8.295-0.001-3,2.995-0.002-2,-9.526-0.002 1,1.239-0.000 1,13.089-0.001-2,0.451-0.000 2,-5.410-0.283 0,0.944-0.471 3,0.337-1.148 2,-0.111-1.576-1,-0.425-1.241 0,-0.629-0.944 0,-6.605 0.181 0,-0.415-0.413 0,10.964-2.201 3,-1.527-0.224 0,-12.855 1.841 0,-1.688 0.011-1,7.162-1.806 1,-3.653 0.164 0,-7.380 1.088-1,-2.790 0.181 4,-2.811 0.452 4,-2.694 0.623-2,3.249-0.651 1,-4.538 1.321 0,-4.027 1.240 1,-7.947 1.794-4,-1.312 0.425-2,2.054 0.000 1,-2.956 0.700 2,1.367 0.421 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1907.219 6942.000 767,'-6.079'0.000'0,"-0.890"0.000"-4,0.850 0.000 2,-0.480 0.000 1,-1.487 0.000 3,1.689 1.036-3,-2.935 2.271 0,3.609-0.412 0,-0.835 1.087-1,-1.539 1.598 0,-0.361 0.769 0,1.604-1.109 1,-0.392 0.253-1,-0.464 0.424 0,-0.502 0.537 0,-1.560 1.425 1,-0.097 0.270 1,-1.091 1.133-1,0.393-0.118-1,2.674-2.415 1,0.312-0.527-1,-2.657 2.288 2,0.691 0.015 2,3.209-2.427-1,0.270 0.311 2,-0.600 1.199-1,0.222 0.126-2,0.179 0.291-1,0.140 0.395 1,-0.177 0.450 0,-0.394 0.468 0,0.648-0.816 0,-0.140 0.388 0,-1.012 1.515-1,-0.034-0.036-1,-0.504 1.362 1,0.733 0.058 0,1.501-1.555 0,0.774-0.373 1,0.774-0.449 1,0.738-0.481 0,0.921-1.271-1,0.471 0.042 1,-0.190 2.513 3,-0.012 0.313-1,-0.217 2.037-3,0.287-0.333-1,0.341-0.561 0,0.500-2.412 0,0.234-0.592 0,0.325-2.269 1,0.116-0.269 0,0.070 0.609-1,0.113-0.228 5,0.376 0.096 0,0.545 0.321-3,0.624-0.728-1,0.915 0.098 0,1.387 0.700 0,0.878-0.475-1,0.698-0.364 0,0.536-0.268-1,1.214 0.145 2,0.285-0.762-1,-0.703-0.962 1,0.045-0.188 1,2.358 0.797-2,0.036-0.774 2,-0.056-0.826 0,2.458 0.043-1,-4.565-1.800-1,-0.087-0.116 1,-0.096 0.000-1,-0.098 0.083 4,-0.253-0.026-1,-0.348-0.099-3,4.688 0.969-1,0.631-0.421 3,-3.080-1.032 2,-1.539-0.513-1,1.481-0.216-1,1.002-0.182-1,-0.529-0.103-1,-0.486-0.026 0,1.693-0.211 0,-3.731-0.265 2,0.165-0.366-1,0.096-0.378 0,1.755-1.100-2,-1.529-0.284 1,-0.263-0.158 0,-0.433 0.090 0,4.246-1.942 3,-1.478 1.826-1,1.644 0.310-1,-0.185-0.363 1,0.908-0.653-1,-2.137 0.880-1,0.302-0.792 3,0.797-2.275-2,-0.548-1.350-2,-0.605-0.416 1,0.047 0.822 0,-1.586 0.939 1,-2.227 0.655 2,-1.789-0.805 0,-1.655-2.630 0,-1.364 1.766 0,-0.259-0.398-2,-0.192-3.899-2,-0.000 0.250 1,-1.006-0.633 0,-0.808 1.081 0,0.212 3.144 1,-0.551-0.629-1,-0.845-1.115 1,-0.422 0.215 0,-0.293 0.489-2,0.582 1.966 1,-0.275 0.235 0,-0.415-0.027 0,-0.070 0.411 1,0.013 0.429 1,0.070 0.419 0,-2.792-3.811 0,0.506-0.096-1,0.396-0.563 4,0.115-0.711-4,1.600 2.759-1,-0.138-0.349 1,-0.052-0.246 0,0.577 0.645-1,0.476 0.335 0,0.554 0.428-1,-1.363-3.385 1,0.175 1.408 4,0.108 1.876-1,-2.095-1.470-1,-0.667 0.299-1,2.438 3.047 1,0.194 0.119-2,-3.140-4.220-1,1.260 0.389 1,1.386 2.906 1,-1.250 0.271 1,-0.589 0.703 3,-3.888-0.308-4,-0.057 1.678-1,-0.199 0.440 0,3.665 0.955 0,-0.345 0.007 1,-0.189 0.087-1,-0.069 0.141 0,0.020 0.172 0,0.082 0.186 0,-2.529-0.083 0,0.487 0.326 2,-0.661-0.380 0,-1.750-0.813-1,-2.099-0.993-1,-0.126-0.115-2,2.496 0.670 1,-0.243 0.139-1,0.382 0.212 1,-2.873-0.365-1,2.235 0.528 8,2.436 0.502-5,2.335 0.441 0,-1.437-0.082-1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11759.219 6834.000 767,'-4.979'4.979'0,"0.647"2.504"0,2.409-0.684-6,-0.747 2.895 4,1.070-2.915 0,0.061 0.888 1,-0.047 2.017-1,0.192 0.854 0,0.041-0.081 1,-0.301 1.415-1,-0.419 1.296 0,-0.482 1.150 1,-0.507 0.993-2,-0.499 0.833 1,-1.041 2.880-2,-0.485 0.521 2,0.898-4.186 0,-0.239 0.213 1,-0.939 2.265-1,-0.248-0.247 1,0.552-2.751 0,-0.146-0.732 1,-1.357 2.642 0,0.479-1.580 0,1.220-2.961 1,0.616-1.201 0,0.639-1.091 2,0.625-0.961 2,0.169 0.804 0,0.793-1.342 0,0.657-1.184-3,0.099 2.855 1,0.951-2.208-2,0.586-1.405 2,0.706-0.519-2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11987.219 6858.000 767,'0.000'6.524'0,"0.000"0.145"-4,0.000-0.459 3,0.000 1.715-1,0.000 1.164 0,0.000 1.281 1,0.000-4.086 0,0.000 2.945 0,0.000-1.271 0,0.000 0.390 1,0.000-0.514-1,0.000-0.292 0,0.000-0.444 1,0.000-0.526-1,0.000-0.454 1,0.000 0.229-1,0.000 5.081 3,0.283-4.737-2,0.471 0.042 0,0.545 0.256 1,0.436-0.327-1,0.370-0.421 0,0.305-0.465 0,1.061 2.002 0,-0.647-1.983-1,0.346 0.020 1,2.548 3.324 3,-1.843-4.034-2,0.410-0.351-2,0.090 0.092 0,-0.142 0.403 1,-0.019 0.322-1,0.072 0.250 1,0.702 0.605 0,0.173-0.466 0,-1.045-1.513-1,0.144-0.085 1,0.548 0.900-1,-0.270 0.515 2,0.411 0.841 0,-0.042-0.314-1,0.148 0.269-1,-0.627-0.465 1,-0.727-0.453-1,1.199 4.016 4,-2.432-2.095-2,-0.821 2.974 1,-1.088-1.817-1,-0.459 3.061-2,-0.197-4.211 0,-0.059 0.296 1,-0.071 1.751-1,-0.007 0.043-1,0.016-0.113 1,0.070-2.314 0,0.018 0.278 1,-0.345 2.564-1,-0.481-0.475 0,-0.551-0.763 2,-0.685 1.945-1,0.391-4.722 1,-0.697-0.409-1,-0.830-0.426 0,-0.877-0.414 2,-0.377-0.483-1,-0.512-0.064-1,-2.056 0.978-2,-0.563-0.151 1,-0.382-0.178 1,0.736-0.878 0,0.032-0.502 0,-1.049-0.117-1,0.558-0.764 0,0.662-0.694 1,-2.850 0.027 4,-0.781-0.936-3,2.659-0.886 1,0.310-0.573-1,1.355-1.367-1,4.954-4.236 1,1.047-2.867-1,0.745-2.741 1,0.669 3.664-1,0.842-2.174-3,0.633-0.965 0,0.521-0.685 0,-0.611 3.308 1,0.337-0.295 1,1.379-2.702-1,0.531 0.190 0,0.124 1.037 1,0.795-0.520 2,0.872-0.711 0,0.886-0.815-1,0.572-0.850-1,0.320-0.835-1,-0.923 1.361 0,0.028-0.266 0,1.288-2.623 0,0.342-0.959 0,0.106-0.756 0,-0.064-0.576 2,1.240-2.755 0,0.193-0.208-3,-0.130 0.381 0,-0.340 0.756 3,-2.479 5.158 0,-0.261 0.903-1,0.432-0.697 1,-0.779 1.270 0,-0.875 1.233 2,-0.902 1.148 1,-0.118-1.032 2,-1.241 1.448 3,0.217-0.807-3,-1.102 3.348-2,-0.365 0.931 0,-0.403 0.901-2,0.845-3.450 0,-1.215 2.078-1,-1.083 0.158 2,-1.225 0.776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12599.219 7182.000 767,'4.261'-4.261'0,"1.175"-0.250"0,0.537 2.574-5,4.108-0.251 4,-3.305 0.544 0,1.605-0.538-1,2.353-0.627-1,0.599-0.072 0,-2.032 0.499 1,0.677-0.237 0,0.363-0.083 0,0.115 0.036 0,3.221-0.558 1,0.059 0.330 0,-2.875 0.883 0,0.391 0.251 0,1.742 0.077 2,-0.234 0.313-1,0.080 0.288 0,0.301 0.256-1,1.845 0.177 0,-0.041 0.228 2,-3.660 0.202 0,-0.444 0.089-1,1.169-0.208-1,-0.271-0.402 0,0.211-0.330 1,-0.680-0.140 2,-0.752-0.033 2,-0.762 0.043-5,0.565-0.082 1,-1.205 0.178 0,-1.147 0.195 0,-1.867 0.246 0,2.893-0.245 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12803.219 7026.000 767,'0.000'6.975'0,"-0.283"0.642"-4,-1.359-0.196 2,-0.648 2.265 0,1.025-3.278 0,-0.228 2.540 1,0.168 0.384-1,-0.041 3.072 0,0.645-2.983 0,0.132 0.388 1,0.101 0.563 2,0.121-0.427-3,0.104-0.666 1,0.086-0.796 0,0.067-0.447 0,0.059-0.940 1,0.043-0.880 1,0.079 4.458 2,0.057-3.278 1,0.065-0.958-1,-0.129-0.202-2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12803.219 7182.000 767,'0.000'6.886'0,"0.000"0.600"-4,0.000 1.624 3,-1.037 2.984-2,-0.500-2.327 1,-0.199 0.159 0,0.022-0.398 0,0.657-3.508 1,-0.988 7.132-2,1.146-6.063 3,0.237-0.955 1,0.129-0.126 1,0.049 1.030 0,0.152-0.709-3,0.006 3.895 2,0.278-2.993 0,0.184-0.345-1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12071.219 6882.000 767,'0.000'-6.428'0,"2.342"0.744"-4,4.167 1.235 2,-0.168 1.154 1,0.745 0.710 0,2.395 1.287 2,-1.206 0.963-1,0.884 0.208-2,2.801 0.061 0,-1.809 0.042 0,3.827 0.031 0,-1.344 0.024-1,-1.954 0.012 0,-2.144 0.003 1,-2.063-0.002 1,1.304 0.025-1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13547.219 6882.000 767,'-6.782'2.339'0,"3.656"6.848"-5,1.236 0.178 3,-0.484 2.353-1,-0.582 2.487 0,-0.446 1.683-1,0.574-3.006 1,-0.347 1.211 0,0.105-0.960 0,-0.323 0.775 0,-2.140 7.887-1,-0.474 1.396 3,2.294-8.615 1,-0.146 1.086-1,-1.956 9.528-1,0.328 0.361-2,1.335-5.153 2,0.020 0.956-1,-1.268 7.082 0,-0.094 0.041 1,1.163-6.473 4,-0.103-0.036-4,-2.328 11.063-1,0.727-3.308 3,2.590-12.257 0,0.420-1.281 1,0.120 0.298 0,-0.105 2.146 1,0.888-4.252 8,0.726-3.858-5,0.562-3.271-2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14003.219 7122.000 767,'2.189'-7.180'0,"3.053"4.120"-5,2.523 1.792 5,2.118 0.655-2,-0.318 0.367 0,-1.073 0.190 0,0.057 0.088 1,1.945 0.054 0,1.334 0.017 3,-5.759-0.056-3,2.145 0.008 0,4.388 0.000-1,-6.287-0.037 1,0.602-0.003 3,2.667-0.000 0,0.253-0.004-4,-2.005-0.004 0,0.286-0.001 1,2.547-0.001 0,-0.124-0.001 0,-1.169-0.001 1,0.126-0.000 0,1.091-0.000-1,-0.338-0.000 1,-0.011 0.000 1,-0.402 0.000-2,-0.385 0.000 1,-1.419 0.000 1,0.139 0.000 0,2.886-0.000-2,-0.157 0.000 1,-0.340 0.000 1,-2.071 0.000-1,-0.433 0.000 0,4.899 0.000-1,-6.576 0.000 1,2.012 0.000 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14267.219 7014.000 767,'-6.358'0.283'0,"2.440"4.813"-4,0.768 2.560 3,1.068-0.784-1,-0.366 2.173 0,-0.848 3.265-2,-0.527 1.424 2,-0.242-0.281-1,-0.850 1.383-1,-0.655 1.134 0,-0.486 0.903 1,0.493-1.576 1,-0.213 0.497 0,-1.927 5.257-1,-0.085 0.322 0,1.977-5.172 2,0.394-0.684 0,-0.737 2.840 1,0.915-1.992-1,0.931-2.144 1,0.886-2.119-1,1.247-3.775 3,0.442-0.896 4,0.034 1.460-1,0.668-1.969 0,0.324 1.842 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3:5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14675.219 7050.000 767,'6.003'-5.377'0,"1.399"1.073"-5,0.701 2.210 3,-0.631 1.600 2,1.396 0.327 0,-0.897 0.202-2,-1.793 0.062 1,2.709 0.050 0,-2.286-0.062 3,1.782-0.016-1,-2.094 3.917-3,-1.048 5.190 2,-1.988-1.599-1,0.205 1.386 0,0.835 1.674 0,-0.313-1.215-2,-0.136 0.014 1,-1.118-2.950 0,0.145-0.107 2,1.239 2.395 2,-0.297-0.568-1,-0.471-0.673-1,-0.777-1.194 0,-0.453-0.318 1,-0.176 0.659 0,-0.563-0.827-1,0.090 3.389 4,-1.082-2.656-3,-0.576 1.111-1,-0.302-0.209 3,-1.540-0.742-2,-3.084 3.184-3,1.291-3.306 0,-1.048 1.639 0,-0.334 0.559 1,-0.124 0.297-2,0.071-0.586 1,-0.714 0.427 1,0.819-2.140 0,-0.628-0.357 0,-1.450 0.553 1,-0.386-0.312-1,-0.480-0.255 1,-0.526-0.203 0,-0.822 0.055 1,-0.013-0.408-1,0.175-0.438 0,0.297-0.434-1,-1.413 0.513 0,1.709-1.063 1,1.866-1.039-1,-1.646 0.778 4,14.589-3.644 1,0.192-0.596 1,0.052 0.048-1,0.148-0.017-4,6.801 0.000-2,-2.356 0.000 0,3.819 0.000-1,1.851 0.000-1,-2.671-0.217 1,1.128-0.371-1,5.518-0.591-1,0.307-0.216 2,-4.408 0.055 2,0.448-0.358-1,5.100-0.827 0,-0.424-0.081 0,-5.107 0.640 3,-0.174 0.116-1,4.553-0.273-1,-0.250 0.298 1,-2.834 0.448 2,-0.659 0.239-1,1.601 0.142 0,-0.411 0.251-1,-6.403 0.343 0,-0.227 0.085 1,6.890-0.001 3,-1.512 0.157-4,-7.476 0.104-1,-0.599 0.033 2,3.268 0.049 1,-1.210 0.039-1,-0.470-0.091 2,-1.741-0.187 2,-1.640-0.230-2,3.076-1.156-1,-3.986-0.818-1,-1.173-2.231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0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3455.219 8934.000 767,'8.703'-0.357'0,"0.748"-1.676"-5,2.104-0.475 1,-4.625 1.267 2,0.519 0.081 0,0.302 0.112 0,-0.651 0.230 2,0.414 0.104-1,1.690 0.033-1,0.571 0.128 1,0.511 0.117 3,0.445 0.104-3,2.176 0.072-1,0.868 0.092 1,-0.868 0.076 0,0.712 0.045 0,-1.156 0.031 0,0.608 0.021-1,2.694 0.020 0,0.694 0.013 1,3.132 0.015 0,0.990 0.003-1,-2.163-0.008 1,-0.214-0.003-1,-2.183-0.009 1,0.357-0.004-1,5.576 0.003 0,0.728-0.007 3,-2.352-0.008 1,0.010-0.004-3,-1.972-0.222 0,1.063-0.373-1,6.780-0.950 0,0.341-0.798 3,-6.069 0.059-1,-0.216-0.478-3,2.577-0.729 0,-0.455-0.077 1,-0.813 0.113 2,-1.030 0.242 0,3.361-0.294 3,-2.013 0.580-1,-7.340 0.944-2,-0.453-0.094 3,1.190-0.287 1,-1.024 0.115-1,-0.836 0.187 0,-0.663 0.229-2,-1.985 0.418-1,-0.247 0.193 2,2.792-0.034 2,-0.227 0.284-3,-1.628 0.303 0,-0.098 0.170-1,-0.323 0.145 0,-0.468 0.118 0,-1.743 0.101 0,-0.417 0.058 0,2.104 0.060 0,-0.117 0.051 1,-2.303-0.208 1,0.147-0.358 0,1.218-0.399-1,-0.137-0.189-2,1.203-0.242 0,0.111 0.011 1,-1.343 0.217-1,-0.270 0.102 2,-0.052-0.163-1,0.105-0.343 0,0.212-0.455-1,0.278-0.514 2,2.795-1.290 0,-1.326 0.046-2,-1.748 0.345 0,-1.860 0.498 0,-1.772 0.551 1,1.225-0.787-1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0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5123.219 8886.000 767,'7.256'3.628'0,"1.841"2.091"0,0.636 1.647-9,-3.394-2.571 8,0.536-0.051 0,1.612 0.455-2,3.801 1.508 0,2.678 0.794-1,6.254 1.564-1,4.560 0.240 1,-3.279-2.089 0,2.536-0.060-2,11.659 1.902-2,3.720-0.279 1,-2.429-0.973-1,1.657 0.200 4,-3.967-0.965-1,0.967-0.011 0,11.628 1.935-1,0.050-0.228 2,-7.054-1.504 3,-2.579-0.721 0,-2.529-0.820 0,-2.373-0.853 1,-2.151-0.835 0,-1.892-0.783 0,-5.390-0.946 18,-1.696-0.488-11,3.741-0.200-2,-2.707-0.575-1,-4.346-0.468-2,-1.284-0.278 4,-3.393-0.195 0,-1.162-0.123-2,2.333-0.164-1,-1.261-0.088-1,-2.698 0.001-1,-1.045-0.010 4,-2.099 0.045-2,-0.656 0.015-3,1.733-0.039 1,-0.260 0.039 3,-2.358 0.081-2,-0.218 0.025 0,1.303 0.011-3,0.676 0.028 1,2.268 0.019 0,1.180 0.027 1,-0.484 0.307-4,0.923 0.484 1,0.900 0.312 0,0.842 0.172 0,-0.809 0.115 0,1.344 0.367 0,6.513 0.839 0,1.623 0.088 0,-1.399-0.368-1,1.227-0.161 0,0.917-0.213-1,0.652-0.240 1,0.717-0.249 0,0.729-0.242 2,-3.158-0.317-1,-0.100-0.160 1,6.472-0.046 0,-0.354-0.198 0,-3.641-0.173 0,-0.363-0.102 1,-0.586-0.080 3,-0.718-0.061-3,-3.768-0.034 0,-0.892-0.024 1,3.907-0.040 0,-1.677-0.014 1,-3.406 0.009 0,-0.737 0.003 1,-2.937 0.016 1,-0.894 0.006-1,2.248-0.008-1,-1.605 0.013-1,-2.773 0.016 0,-1.117 0.010 0,0.340 0.004 5,-1.626 0.010-3,-1.492 0.008 0,3.523 0.002 1,-2.544 0.015-3,-1.848 0.006 3,0.059 0.006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0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1847.219 8454.000 767,'-3.412'6.823'0,"-1.582"0.753"0,-3.437 1.644-9,2.111-2.309 8,-1.613 1.660-1,-1.057 1.627-2,-0.612 1.525 1,-1.114 1.665-1,-1.419 1.686 0,-0.721 1.338 0,-0.190 1.028 0,0.196 1.040 2,0.463 1.001-2,0.348 0.360 0,0.250-0.113 1,0.451-0.161 3,0.573-0.189 0,2.047-2.792-1,0.839-0.441 1,0.065 1.396 2,1.216-1.191 0,-0.250 4.140-1,1.955-1.959 2,2.707-8.948 0,0.435-0.348 1,-0.139 6.218 1,0.914-1.219-2,0.645-1.273-1,0.606-4.009 0,0.642-0.687-2,0.697-0.879 0,0.703-0.974-1,0.674-0.712 2,0.622-0.493 2,0.556-0.314 0,0.482-0.171-1,2.681 1.084 0,1.759-0.047-3,-2.993-2.309 0,0.819 0.064 1,2.642 0.960-2,1.636 0.552 0,8.236 3.068-2,2.539 0.431 1,-8.465-3.378 1,0.212 0.048-1,7.485 2.372-2,0.235-0.604 1,-2.135-1.425 1,0.397-0.724 0,2.361-0.339 7,-0.668-0.902-4,-7.260-1.557-1,0.159-0.341 1,7.286 0.139 0,-0.474-0.582 1,-4.777-0.773 2,0.210-0.605-3,7.514-1.420-1,-0.170-1.194 2,-7.211 0.336-1,0.228-0.496 0,5.532-1.990-1,0.572-1.204 0,-5.057 0.870 0,0.042-0.393 1,5.191-2.833 0,-0.272-1.396-2,-5.593 1.545 0,-0.569-0.617 1,3.796-3.499 3,-1.176-0.613-3,-7.160 4.193 0,-0.719-0.206 0,6.649-8.356 4,-3.377-0.003-1,-7.703 7.903-1,-0.969-0.237 0,0.389-3.405 2,-1.470 0.228 0,-1.607 1.559-2,-0.857-0.283 1,-0.487-3.701-1,-0.940-0.050 1,-0.960 1.281 0,-0.886-0.772-3,-1.161-0.413 0,-1.303-0.139 1,-0.627 1.980-1,-1.063 0.091-1,-4.686-5.496 0,-2.277 0.659 1,4.055 7.763 1,-0.809 0.491 0,-6.293-3.879-1,-1.528 1.213 0,2.537 3.326-1,-1.415 0.290 2,-6.284-2.035 1,-1.077 0.665-2,1.881 1.716-2,-0.605 0.526 1,-1.119 0.476-1,-1.433 0.417 2,2.210 1.179 0,-0.667 0.206 1,-6.605-1.070 0,0.876 0.822-3,6.759 1.915 0,0.285 0.568 1,-3.154 0.207 2,-0.372 0.679 0,-0.236 0.611 6,-0.128 0.537-4,-0.328 0.457-1,-0.455 0.379-3,-3.167 0.292 0,0.688 0.289 2,6.710 0.164 0,0.236 0.094-1,-5.596 0.134-1,0.860 0.063 4,6.426-0.046 0,0.538 0.004-1,-1.583 0.025 0,1.503-0.018 0,1.690-0.024 0,1.743-0.027 0,0.186-0.013 2,2.022-0.034-2,0.550-0.020 7,2.965-0.038-1,2.664-0.030-3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41:5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8591.219 5424.000 767,'4.691'4.691'0,"1.021"0.765"0,1.381-0.183 0,0.831-1.152 0,0.639-1.371-11,1.668-1.180 9,-0.758-0.926 1,-0.854-0.119 1,0.700 0.353 0,0.336 0.467 0,0.081 0.502-1,-0.086 0.484-1,-0.185 0.436 0,-0.007 0.242 0,-0.859-0.230 0,-0.930-0.386 0,-0.888-0.446 1,-0.785-0.443 2,3.498 0.271 3,-1.194-0.978-1,-0.785-0.521-1,2.722-0.223 0,-2.416-0.094-1,2.577-0.047-1,0.495-0.017-1,0.063-0.002-1,-3.713 0.039 1,0.212 0.005-1,3.560-0.014 1,0.011 0.013 1,-0.216 0.013 0,-0.406 0.015 1,1.268 0.009-1,3.727 0.006-2,1.015 0.008 1,0.591 0.007-1,-3.717-0.562 1,0.886-0.940-1,5.327-1.565-1,-0.592-0.397 0,-1.278 0.046 3,-3.650 0.760 0,-0.725 0.311 0,-4.033 0.622 0,1.013-0.399 1,7.007-1.643 3,0.966-0.166 0,-3.442 0.518-6,0.785-0.577-1,7.601-2.302-1,-0.222 0.088 0,-7.342 1.684 4,-0.477-0.405-2,6.491-2.875 0,-2.016 0.476 2,-2.213 0.907 2,-7.186 2.250 0,-1.275-0.253-1,2.376-2.724 1,-1.688 0.017 4,-1.174 0.272-2,-0.758 0.408 1,-0.439 0.458-6,-0.207 0.449-1,-0.891 1.395 1,0.489 0.605 0,3.389-2.462-1,-2.657 0.093 5,-0.014-0.823 0,0.047-0.612 3,-1.236 1.646-6,0.494 0.408-2,0.628 0.566 1,0.688 0.645-1,2.068-0.391 0,0.274-0.048 1,0.007-0.286 1,-0.926-0.096-1,0.227-0.813 1,1.189-2.022 0,-1.269-0.614 0,-1.579-0.349 0,-1.640-0.155 0,-1.538-0.023 1,-1.348 0.060-1,-1.485 2.077 1,-0.539-0.339 0,-0.449-0.473 0,-0.365-0.546 0,-0.303-2.627 0,-0.309-0.183 0,-0.195 0.099-2,-0.026 1.582 0,-0.038-1.109 0,-0.053-2.392 0,0.009-0.699-1,0.088 2.319 1,0.021-0.964 0,-0.059-7.169-1,0.055 0.374 1,0.052 1.277 0,0.047 1.736-1,-0.395 3.498 0,-0.699 0.300 1,-0.856-0.012 1,-1.457-2.251 1,-0.329 1.935 0,0.035 2.280 0,0.252 2.282 0,0.360 2.078 0,-2.055-0.790 0,-0.298 4.235 1,-0.899 4.189 0,-0.715-0.714 0,-2.239-1.067 2,3.010-0.085-1,-0.231-0.013 0,-0.910-0.008-2,-2.299-0.008-3,-0.400-0.004 0,-0.058-0.001 1,2.301 0.004 0,0.250 0.001 0,0.267 0.001 0,0.265 0.001 0,0.795 0.003 1,-0.993 0.001 0,-2.247 0.000 1,-0.954 0.001-1,-1.310 0.001-1,-1.501 0.001-1,0.913 0.001 1,-0.555 0.000 0,-2.359 0.001-1,-0.188 0.000-1,0.038 0.000 1,0.195 0.000-1,-1.546 0.000 3,0.551 0.001 0,1.756-0.001 0,-0.487 0.000 1,-0.200 0.000 1,0.014 0.000-1,-5.143 0.001-2,0.348 0.000-1,0.558-0.001 2,4.105 0.000 1,1.274 0.000-2,1.348 0.000-1,1.318 0.000 1,-1.099 0.000 0,1.388 0.000 6,0.039 0.000 0,-0.638 0.000-1,1.003 0.000 0,1.185 0.000-4,1.214 0.000-1,1.144 0.000 0,1.014 0.000 0,-3.548 0.000 1,0.748 0.000 0,-1.484 0.000 4,1.258 0.000-1,1.571 0.000-2,1.329 0.000-1,-1.794 0.000-1,1.103 0.000 1,-1.318 0.000 1,-1.532 0.000 0,3.828 0.514 0,-0.429 0.820-2,-0.380 0.973 0,-0.981 1.090 0,-0.440 0.695 0,-0.376 0.498 0,-0.307 0.333 0,-0.241 0.205-1,2.598-1.659 1,-0.324-0.216 0,-0.984 0.666-1,0.383 0.524 1,-0.865 1.479-1,-0.158 0.987 4,-1.042 1.082 4,0.063-0.387-6,0.156-0.808-2,0.440-1.018 1,0.589-1.077 0,0.642-1.035 1,0.627-0.933 0,0.571-0.798 1,0.721-0.240 0,-1.275 0.590 0,-0.573 0.879 0,-0.046 1.041-2,-0.235 1.109 1,-0.358 1.104-1,-0.428 0.484 1,-0.459 0.019-1,-0.459 0.253 1,-0.437 0.407-1,1.388-0.566-1,0.409 0.466 1,-2.087 2.267 1,0.096-0.494-1,-0.037-0.171 0,-0.124 0.059 0,3.723-2.954 2,0.366 0.228 1,-3.858 5.183-2,0.113 0.610 0,0.228-0.510 0,0.284-1.187 1,0.300-1.534-2,1.854-2.281 0,-0.219-0.097 0,-1.593 1.646 3,0.887-0.021 0,1.184-0.030-1,2.007-1.359-1,0.921-0.136 1,0.864-0.131-1,0.781-0.121 1,0.481 1.725-1,0.760 0.951 1,0.587 1.115 1,0.440 1.308-3,0.333 0.088 0,0.205-0.251 0,0.013-2.904 0,0.034 0.125 0,0.013 0.248 1,-0.003 0.326 1,0.318 0.985 0,0.500 0.383 0,0.608 0.344 0,0.652 0.297-2,1.111 2.909-2,0.030-0.476 1,-0.272-0.764 0,-0.480-4.085 0,0.665-1.033 1,2.022 0.958 3,0.433-1.392-1,0.112-1.135 6,-0.095-0.882-5,-0.215-0.650-1,-0.270-0.454-2,2.440 2.079-1,-0.475-0.651 1,0.710-0.163 2,0.434-0.558 0,-0.883-1.100 0,-0.212-0.656 0,-0.314-0.643-2,-0.360-0.590 0,-0.366-0.516 1,0.549-0.378 0,-0.005-0.412 0,0.090-0.305 1,4.524-0.182 0,-2.709-0.212 1,0.424-0.063-2,0.158-0.024 0,-1.601 0.047 0,1.294 0.007-1,3.747-0.369-1,0.709-0.532 0,0.164-0.617 0,-0.196-0.627 1,-0.412-0.587-2,-4.094 0.778 2,-0.018 0.016-1,1.407-0.185 0,0.166 0.187 1,0.187-0.335 0,0.192-0.691 6,0.895-0.903 1,0.156-0.600-7,0.110-0.490 0,0.071-0.389 0,1.908-0.937 0,-0.599 0.491-2,-0.785 0.751 1,-2.325 1.020 0,0.793-0.380 1,3.354-1.475 6,-0.200-0.028-3,-0.677 0.174-3,-0.932 0.290 1,-1.026 0.344-1,-1.011 0.352-1,-0.928 0.332 1,-0.764 0.780-1,0.375 0.558 0,0.676 0.576 1,-2.613 0.534 2,-0.349-0.449 1,1.071-0.905 0,-0.419-0.066 1,-0.382 0.141-1,-0.336 0.277 5,0.184-0.066-7,1.217-0.594 2,3.055-1.544-3,-0.010-0.217-1,-0.627 0.046 1,-0.977 0.212 0,-1.129 0.303 0,-1.142 0.337 0,-1.067 0.336 0,-0.939 0.310 0,-0.109 0.293 0,-0.082 0.652 0,0.171 0.656 2,2.787 0.019 5,-2.011 1.395-1,0.966 0.274-1,0.921 0.228-4,0.842 0.183-1,0.691-0.425 0,1.543-0.846-2,-0.976-0.645 1,-0.047-0.981 0,1.502-1.827-2,0.037-1.309 3,0.459-1.110-1,-0.525-0.103 2,-0.669 0.330 1,-0.733 0.610-1,0.137-0.234-2,-0.226-0.206 1,2.163-1.578 2,0.468-0.121 1,0.550-0.014 1,-4.516 2.882-2,0.183-0.313-3,3.340-2.312 0,-0.539 0.562 0,-0.833 0.904 1,-0.969 1.068 2,-0.993 1.103 0,-0.454 0.695 0,-1.266 0.928-1,-1.155 0.725 0,3.413-1.038 1,-2.552 1.027-1,-1.354 0.317 0,1.991-1.213 1,0.030-0.390-1,0.202-0.358 1,-2.456-0.305-1,-2.959-1.579 4,-2.461 0.003-1,-0.382 0.020 1,0.202-1.490-1,0.069-1.500-3,0.021-1.547 1,0.017 3.937-2,0.002-1.206-1,0.002-1.053-1,0.002-6.401 0,0.002-0.473 0,0.001 0.358 1,-0.716 2.047 0,-1.157-0.878 1,-0.423 3.313 0,-0.978 0.509 0,-2.297-3.118 0,-0.373 0.491 1,0.148 0.392 0,0.483 0.299 1,-0.474-0.584 1,0.201 1.974-4,0.084 2.167 1,0.006 2.091 0,-0.041 1.949 6,-0.334 1.473-2,-0.385 1.181 0,0.054 0.922-1,-0.349 0.593-1,-0.330 0.421 1,0.119 0.279-1,0.396 0.170-1,-4.670 0.502-1,2.326-0.040 1,1.875-0.197-1,-1.319-0.130 1,-3.823 0.047-1,3.348 0.443 1,0.459 0.581-1,1.004 0.573 1,1.245 0.517 0,-2.345 3.284 0,2.079-0.994 0,0.255-1.542 2,-0.604-1.568-1,-7.840-0.854 1,4.273-0.703-4,0.027-0.141 1,0.557-0.093 0,0.827-0.055-1,0.918-0.027 1,-2.179 1.574-1,2.284 2.076 0,0.687 1.521 4,1.007 1.182 1,1.056-0.410-1,-0.135 0.235-1,-0.374 0.078-1,-0.511-0.033-1,-0.569-0.104-1,-0.583-0.224 1,-0.041-0.712-1,0.132-0.811 1,0.234-0.821 0,0.286-0.771 0,-1.286-0.551 3,-1.039-0.701 0,-1.243-0.553 0,1.449-0.123-3,-0.592 0.318 1,-0.560 0.482-1,-0.509 0.570 1,-4.321 1.659-2,-1.842 1.040 0,-1.770 0.907-1,6.005-1.506 2,-0.178 0.630-1,-5.100 3.127-1,0.970 0.522 0,1.393 0.149 1,1.562-0.101 5,1.406-0.694-1,1.205-1.023-2,0.985-1.159-1,-0.404-1.160 3,0.572-1.196 4,0.286-0.859-1,0.420-0.729-3,0.480-0.596 0,-0.021 0.042-1,-0.588 0.479-3,-0.827 0.725 1,-0.420 0.584 0,-0.122 0.454 0,0.083 0.339 0,0.214 0.240 0,0.288 0.159 0,0.317 0.095 0,-3.271 1.831-1,-0.453 0.243 0,-0.053-0.110 0,0.551-0.495 3,0.910-0.712 0,1.082-0.807 0,2.854-1.571-1,-0.648-0.419 0,-2.030 0.369-1,-0.622 0.480 1,-0.925 0.415 1,0.184-0.030 1,0.450-0.204-1,0.612-0.315-1,2.197-0.771-1,0.074-0.268 1,-1.330-0.080-1,-0.147-0.336 1,-2.233-0.205 2,-1.334-0.340 2,-1.452-0.257-4,0.660-0.265-1,1.239-0.200-1,1.529-0.145 0,1.609-0.099 0,1.548-0.062 1,1.401-0.033 1,1.208-0.013 0,-5.796-0.133 0,4.361 0.159 5,-1.565 0.368 2,-0.044 0.563-1,0.427 0.624-7,0.674 0.604 0,0.763 0.539-1,0.748 0.452 1,0.997-0.090 0,-3.204 2.079-1,2.405-1.655 2,-0.541-1.020 2,-0.637-1.914 0,-2.930 5.757 1,4.447-1.340-3,-0.513 0.781 0,-0.270 0.504 1,0.888-0.906-3,0.234-0.487 0,0.303-0.646 0,0.328-0.706 0,-4.040 1.367 1,0.572-1.620 3,-1.376 1.962 0,-0.243 1.814-1,4.881-2.859-1,-0.028 0.296 0,0.007 0.225 0,-0.218 0.405-1,-0.071 0.235 1,-0.080 0.206-1,-0.081 0.175 0,-0.530 0.598 1,-0.282 0.327-1,-0.295 0.318 1,0.310 0.878 0,0.673 1.171 0,0.856 1.273 0,1.921-2.585-1,0.442 0.508 0,-0.178 3.782 0,0.720 0.071 0,0.607-0.307 0,0.493-0.532 2,0.384-0.641 0,0.286-0.667-2,0.203-0.639-1,0.730-0.845 1,1.007-1.325-1,1.108-1.362 1,4.508 3.042 8,-0.637-3.260-2,1.024-0.477-1,0.678-0.669-5,-0.271-0.311 0,0.616 0.558 0,0.384 0.213-1,-0.142-0.218 1,-0.354-0.428 0,-0.475-0.539 1,-0.525-0.581 0,-0.646-0.715-1,0.222-0.458 1,0.410-0.414 0,0.519-0.359 0,0.024-0.328 0,0.539-0.223-1,4.188-0.169 1,1.061-0.222 0,0.826-0.143 1,-3.140-0.037 0,-0.397-0.030-3,-0.554-0.013 0,-0.632-0.001 0,2.191-0.018 0,0.253 0.020 3,0.126 0.023 2,-3.330 0.051-1,0.869 0.013 0,2.950 0.005-1,1.583 0.014-3,5.581 0.005-1,-0.783 0.017 0,-1.824 0.012 1,-2.324 0.009-1,-2.445 0.006 1,-2.324 0.004 0,-2.059 0.002 2,-1.727 0.001 0,-0.391-0.534 1,0.070-0.811-1,0.537-0.905 3,0.771-0.882-1,-0.892 0.074 1,-0.625 0.091-1,-0.859 0.275 0,2.557-1.525 0,-2.093 0.769 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41:5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8567.219 4440.000 767,'0.000'7.014'0,"0.000"-0.228"0,0.000 1.303 0,0.433 5.441-10,0.741-0.911 7,1.379 5.479-1,1.804 6.042-1,6.080 17.939-7,5.509 9.965-2,3.246 1.611-1,5.497 7.260 0,1.184-2.823-1,4.426 4.518 1,10.052 15.498-4,5.001 6.074 3,4.252 4.883 0,3.517 3.803 1,11.651 15.938 1,4.534 2.879-3,-5.717-12.176 1,1.242-0.565 8,-8.466-12.782 3,-1.006 0.046-2,14.850 24.555-1,-1.263-1.647 8,-15.295-26.260 7,1.115-1.897-1,16.623 20.250 0,-0.735-3.688-5,-9.311-14.574-1,-1.669-3.743 6,-8.790-13.499-1,-1.100-3.764-1,5.388 3.948-1,-2.131-4.896 5,-2.320-5.229 4,-2.346-5.221 1,2.479 0.030 2,-4.014-5.835-4,-8.990-10.195-2,-3.914-5.348 2,-3.255-4.618 0,-2.632-3.880 0,4.338 0.252 1,-5.130-5.848 24,-4.774-4.868-31,-7.630-4.526-1,-2.917-2.002 0,-2.658-1.587 1,-2.340-1.214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42:0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10031.219 4392.000 767,'-10.918'0.000'0,"3.387"0.000"0,-1.470 0.716-8,-1.172 1.157 5,2.990 0.310 1,-0.442 1.311 0,-5.568 5.998-4,-1.831 4.454 4,-1.429 3.001-1,-4.258 5.269-2,-4.318 6.663-3,-4.156 7.342-3,0.271 0.766 0,-3.648 5.223 0,-10.075 12.536-5,-5.244 5.445 0,-4.306 4.435 0,-3.434 3.505 0,-11.739 12.620-1,-4.228 2.969 1,14.164-16.946 4,-1.830 2.294 3,-10.288 12.812 3,-0.849 2.197-3,-0.680 1.561 1,-0.528 1.034 3,0.171 0.045 1,0.660-0.661 1,2.109-1.698-1,3.040-2.357 2,-5.127 6.813 1,2.719-4.041 5,10.521-13.311 1,3.122-3.876 7,3.655-4.248 2,3.861-4.313-9,-1.014 2.118 1,4.699-5.055 9,12.209-15.256-2,2.207-2.263 0,-8.608 12.887 6,3.365-3.470-6,21.150-29.711-8,-16.768 24.743 6,6.349-8.555-5,5.925-8.267-5,5.132-7.341 0,4.191-6.118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5999.219 1434.000 767,'0.000'6.035'0,"0.000"1.036"0,0.256-0.112 0,4.975-3.838-6,1.244-2.237 7,0.348-0.639-2,5.391-0.199-1,-5.739-0.074 1,0.211-0.015-1,1.474-0.014 1,0.292 0.003-1,0.861 0.005 4,-0.219 0.010-2,0.616 0.007 0,0.563 0.006-2,0.487 0.006 0,-1.894 0.007 3,0.332 0.003-2,0.368 0.002-1,0.376 0.002 2,0.555 0.002 1,-0.445 0.001-2,-0.684 0.001-1,-0.813 0.001 1,-1.124 0.000 1,-0.509 0.000-1,-0.406 0.000 2,-0.313 0.000 0,5.573 0.001 5,-0.442-0.001-4,-4.479-0.001-1,-0.332-0.000-1,-0.398-0.000 0,3.276 0.000 0,0.055-0.000-1,-3.070-0.000 2,-0.180-0.000 0,4.038 0.000-1,-0.129-0.000-1,0.877-0.000 1,-1.042 0.000 0,-1.721 0.000 0,2.585 0.000 2,-1.749 0.000-2,-2.000 0.000-1,1.465 0.000 1,-0.967 0.000 2,-0.194 0.000-1,-0.229 0.000-3,0.718 0.000 2,-0.254 0.000 1,0.392 0.000-1,-1.854 0.000 0,0.202 0.000-1,-0.996-3.915 2,-1.321-2.907 1,-2.058 0.048-3,-0.416-5.252-1,-0.988 4.278 1,-0.181 0.067 0,-0.150 0.198-1,-0.098-0.513 1,-0.046-3.454-1,-0.087 3.929 3,-0.025 0.016-1,-0.027-2.405 0,0.008 3.269 1,-0.002 0.002-1,0.284-0.534 0,0.473-0.890 0,1.112-4.144 1,0.721-0.880-3,0.566-0.451-1,-0.066 2.367 1,0.460 0.479 0,-0.501 2.525 1,0.316-0.027 0,2.346-4.659-1,0.233-0.154 7,-0.015-0.010-5,-0.368 0.883 0,0.036 0.054-2,-0.578 1.172 0,-0.571 1.028 0,-0.672 1.181 3,-0.693 1.200 1,-0.660 1.131-1,0.395-3.898 2,-1.803 4.122-1,-0.350 0.092 0,-0.123-4.741 1,-0.516 0.753-2,-0.251 0.420-1,-0.043 1.587 0,0.026 0.097 0,0.029-1.396 0,0.067-0.125 2,0.078 1.306-3,0.046-0.582 0,0.036-1.868 1,0.025 1.285 2,0.010-0.672-3,0.000 3.663 0,0.006-5.189 0,-0.002 1.196 1,-0.004 2.708 0,-0.001 0.482 0,-0.001 0.678 1,0.001-4.226-1,-0.003 1.332-1,-0.002 1.785 3,-0.001 0.363 1,-0.000 0.387-4,0.000 0.777-1,0.000-0.897 3,0.000-1.038 0,0.000 0.593-1,0.000 0.042-1,0.000 1.027 1,-0.165-1.308 1,-3.526 2.881 1,-2.669 5.286 0,-1.873-0.562-2,0.346 0.003 0,-1.619 0.003-3,2.354 0.002 3,-2.589 0.000-1,-1.994 0.000 0,0.711 0.000 0,3.997 0.000 0,-4.011 0.000 1,2.078 0.000 1,-1.924-0.000 0,4.139-0.000-2,-0.076 0.000 1,0.005 0.000 0,0.058 0.000-1,-2.325 0.000 0,1.442 0.000 0,-0.311 0.000 0,-0.094 0.000 0,0.059 0.000 2,-1.134 0.000-1,1.871 0.000-1,0.092 0.000 0,-0.163 0.000 0,-0.336 0.000 2,-2.167 0.000 2,0.120 0.000-3,-2.196 0.000-2,3.580 0.000 1,-0.077 0.000 1,-0.224 0.000 1,-0.319 0.000-2,-1.587 0.000 1,-0.405 0.000-1,1.230 0.000 1,0.186 0.000-1,0.298 0.000 0,0.364 0.000 1,1.408 0.000-1,0.278 0.000 1,-1.993 0.000 1,-0.132 0.000 1,1.117 0.000 0,0.163 0.000-1,1.163 0.000-1,0.151 0.000-1,-1.059 0.000 0,-0.272 0.000 1,-0.098 0.000 1,0.030 0.000 0,-0.860 0.000-1,0.279 0.000-1,1.923 0.000 0,-0.193 0.000 1,-4.064 0.000 1,-0.009 0.000 0,0.248 0.000-2,2.077 0.000 0,0.427 0.000 0,-0.249 0.000 0,0.762 0.000 0,0.764 0.000 3,-4.385 0.000 2,1.314 0.000-2,1.774 0.000 0,0.991 0.000-2,0.674 0.000 0,-0.501 0.000 1,-1.139 0.000 0,0.617 0.000-2,1.034 0.000 0,-2.900 0.000 1,1.107 0.000 2,-0.619 0.000-3,-1.417 0.000 1,2.656 0.000-1,0.603 0.000 0,-0.292 0.109 2,1.204 0.433 0,5.156 5.700 1,3.150 0.522-1,2.296-1.535-1,-1.001 1.128 0,-1.866-0.319-1,-0.289 3.003 1,1.403 1.101 0,-0.798-3.958-1,-0.073-0.085-1,1.207 4.162 0,0.608 1.564 1,-1.307-4.320 0,-0.139-0.078 0,-0.242-0.302 0,0.536 4.854 0,-1.344-5.952 2,0.233 0.901 1,0.574 3.038-2,0.035 0.479 0,-0.468-2.286-1,-0.090-0.052-1,0.185 2.485 0,-0.217 0.198 0,-0.318-1.319 2,-0.171-0.249 1,-0.220-1.189 0,-0.111 0.116-1,-0.065 1.177-1,-0.111-0.148 1,0.190 0.310 2,0.396 0.622-3,0.414 1.579 1,0.130-0.126 1,-0.154-1.615-3,-0.057-0.421 1,-0.097-0.466 0,-0.121-0.476 0,-0.133-0.461 2,-0.134-0.428 1,-0.188-1.257-1,-0.093-0.236 1,-0.050 0.646-1,-0.097-0.211 0,-0.069 0.601 0,-0.084-0.228 0,-0.065-0.741-1,-0.050 4.994 0,-0.073-2.898 1,-0.022-0.435-1,-0.022 2.245 1,0.019-0.069 0,0.022-0.112-2,0.013 3.181 0,0.030-4.832 0,0.000 3.741 1,0.010-4.115-1,0.002-0.029-1,0.002-1.847 1,0.001-0.065 1,0.000 0.797 1,0.000-0.085 0,0.002 4.861 0,-0.001-4.754-1,0.000 0.418 0,0.000 1.031 1,-0.000-0.233-1,0.000-0.460-1,-0.000-0.585 0,0.000 3.973 0,-0.001-2.824 1,0.000-0.193 0,0.000-0.416 1,-0.000-0.477-1,0.000-1.011 1,0.000 2.997-1,0.000-1.544 1,0.000-1.167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4823.219 1590.000 767,'-2.317'6.952'0,"-0.155"0.464"0,-0.315 0.947 0,0.727-2.539 0,-1.158 1.964-11,-1.326 3.914 11,1.568-3.281-1,-1.030 3.688-1,-0.524 2.329-1,-0.160 2.109-2,0.107 1.853 1,0.010 1.866-1,-0.061 1.787 1,-0.715 4.483 0,-0.131 1.016 0,1.146-6.269 2,-0.114-0.444-1,-0.537 1.844 1,0.305-1.593-1,-0.031 0.659 2,0.655-1.919 1,1.316-5.690 2,0.409-1.254 2,0.176 0.292 5,0.464-1.442-5,0.357-0.890-1,0.393-1.544 2,0.322-1.407 0,0.257-1.237-3,0.334-0.166 1,1.050 1.520-1,3.583-4.130-1,2.474-5.646 1,-0.185 0.685 0,0.656 0.719-1,4.050-1.809-1,-1.977-0.533 0,4.929-1.908-4,3.798-1.503-2,-2.104 0.098 2,1.973-1.591-1,9.778-5.476-2,4.642-3.242 0,-0.423-0.563 0,3.024-2.310 1,-2.079 0.750 0,2.491-1.650-2,8.392-5.233-3,2.818-2.185 4,2.060-1.673 0,1.423-1.229 0,7.078-4.885 0,-0.390-0.416 0,-7.537 4.581 0,-1.490 1.055 4,-1.627 1.038 2,-1.647 0.977 1,-7.454 4.837 2,-2.089 1.615 1,2.458-1.056 6,-2.472 1.949-3,-2.852 1.799-2,-2.989 1.607 0,-2.945 1.395 12,-2.775 1.178-10,-2.523 0.968-1,-2.225 0.773 4,-0.414-0.511 0,-2.617 1.201-3,-3.621 2.590-2,-1.618 1.328-1,-2.373 1.860-1,-0.864 0.625 3,2.408-1.849 5,-1.040 1.083-5,-0.701 0.891-3,-1.251 0.936-2,-1.197 0.690-1,2.098-2.563 1,-2.391 0.772 4,1.277 0.423 2,-0.807-0.611-6,1.734-1.083-2,-0.036 1.899 0,-0.760 2.177 3,1.191 1.338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1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4007.219 2910.000 767,'0.000'6.157'0,"0.000"0.333"0,0.000 0.348 0,0.000 0.823-7,0.000-1.207 6,0.000 1.647 0,0.000 2.371-1,0.000 0.652 0,0.000-2.174 0,0.000 0.333 0,0.000 1.497-1,0.000-0.104 1,0.000-0.012 1,0.000 0.055 1,0.335 3.415 0,0.514-0.612 1,0.581-0.840-1,0.573-1.245 0,0.520-1.390 0,0.444-1.363-1,-0.727-2.770 1,2.102 5.407 4,-0.666-0.560 2,0.650 0.799-4,-1.560-5.367-3,0.002-0.648 0,0.377 0.111 0,1.177 1.773 0,-0.069 0.021 0,-0.911-1.699 0,0.122-0.024 1,1.934 2.671 0,-0.412-1.071 1,-0.618-1.294-1,2.319 2.187 0,-0.884-3.198 1,0.774-5.661 0,0.314 0.210 3,0.495-0.263 0,2.317-3.555-5,-3.663 0.288-1,-0.088-0.482-1,0.718-1.003 2,2.471-2.067-1,1.781-1.129-1,1.884-1.245-1,1.869-1.269 2,2.053-1.509-2,2.087-1.609 0,2.296-1.887-1,2.336-1.996 0,5.785-4.416-1,2.333-1.537 0,-5.900 4.732 1,1.206-0.634 0,4.882-3.949-1,0.377-1.061 1,0.168-0.425 1,0.012 0.048 1,-0.384 0.100 2,-0.646 0.132 0,-0.804 0.432-1,-0.877 0.625 2,5.570-4.440 2,-2.436 2.234 1,-10.899 9.110-1,-0.729 1.098 0,2.157-1.034 1,-0.859 1.144 2,-3.645 2.983 0,-0.875 0.989-1,3.319-1.853 1,-2.118 1.539-2,-5.579 3.599-2,-1.271 0.740 0,0.728-0.471 4,-1.844 1.313 1,-1.712 1.292-1,-1.529 1.208-1,-0.364 0.387 2,-1.381 0.793-3,3.068-2.054 3,-3.853 2.047-2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7391.219 3702.000 767,'0.000'6.195'0,"0.584"1.916"0,2.510-1.952-7,3.725-3.107 8,1.685-2.121-2,3.147-0.672-1,-5.402-0.285 1,3.075-0.082-1,0.089-0.018 1,-2.335 0.043 1,0.407 0.005 2,-1.118 0.022-2,0.828 0.006-1,5.585-0.009-1,2.427 0.012 0,-3.484 0.020 0,1.250 0.005 0,0.899 0.005-1,0.605 0.004 1,3.108 0.003-2,1.043 0.004 1,3.589 0.003 0,0.958 0.003 1,-4.945 0.001 2,0.145 0.001-2,5.407 0.001 0,-0.239 0.000 0,-5.313-0.001 0,0.147 0.000 2,2.469 0.000 2,-0.528-0.000-2,1.925 0.000 0,-0.668-0.000 0,-3.489-0.000 0,-1.346-0.000 1,-1.182-0.283 2,-1.010-0.471-3,1.214-0.745 1,-1.854-0.450 4,-1.831-0.325 0,-1.692-0.222-4,-1.487-0.138 0,-1.583-0.116 0,-0.773-0.384-1,0.357-1.606 0,-1.010-0.929 5,-0.867-0.858 1,-0.704-0.739-5,-1.327 1.098-2,-0.545-0.141 0,1.251-4.474-1,-1.266 3.634 1,0.362-0.751 5,0.126-0.445-4,-0.048-0.207-1,0.145-1.461 0,-0.324-0.383-1,-0.600 0.592 1,-0.313-0.787 0,-0.306-0.344 1,-0.288-0.012 0,-0.261-0.341-1,-0.229-0.559 0,-0.196-0.688-1,-0.163-0.748 2,-0.416-3.469 0,-0.609 0.844-1,-0.634 1.417-1,0.067 3.879 1,-0.081 0.916 0,-0.519-0.524 1,-0.485 0.359 1,0.111 1.469 5,-0.001 0.379-1,-0.461 0.082-5,-0.767-0.133-1,-0.295 0.793 1,-0.841-0.331 1,-1.544-1.051-1,-0.626 0.433-1,-0.409 0.130 0,-0.236-0.092-1,-1.413-0.975 0,-0.519 0.220 1,1.768 2.183 2,-0.391 0.174-1,-3.356-1.631-1,-1.129 0.301 1,0.194 0.882-1,-0.173 0.521 1,0.063 0.549 0,0.222 0.538-2,0.481 0.662 0,0.635 0.712 1,0.708 0.710 0,0.721 0.670 1,-1.178 0.369-1,1.271 0.802 4,-0.018 0.476 0,0.932 0.415 1,-0.251 0.244 3,1.071 0.191-7,0.038 0.115-1,-0.985 0.107-1,0.213 0.079 2,0.269 0.050-1,0.297 0.027 1,-0.608 0.038 1,0.411-0.007 0,1.836-0.065-1,-0.185-0.015 1,-1.649 0.001 0,-0.980-0.024 0,-0.551 0.260-2,-0.220 0.449 1,-0.256 0.562-2,-0.271 0.617 0,-1.639 1.046 0,-0.226 0.710 1,1.539 0.064 1,0.348 0.446 0,0.171 0.681-1,0.038 0.816 0,-0.059 0.308 0,-0.125-0.068 2,-0.166-0.050 0,-0.188-0.035-2,0.089 0.261 0,0.281 0.459 1,1.387-0.391 0,-0.040 0.538 0,-1.183 2.026 0,0.270 1.181 0,0.094 0.934 0,-0.036 0.715-2,0.156 0.807 1,0.285 0.835 0,0.364 0.816-1,0.402 0.763 1,-0.560 2.735 0,0.543 0.613 0,2.243-4.243 0,0.253-0.431 0,-0.343 1.160 0,0.689-0.965 1,0.766-0.770-1,0.783-0.594 1,0.069 0.990 4,0.300-0.460 2,0.914-3.093-3,-0.074-0.087-2,-1.475 4.470-1,0.459-1.245 1,0.625-1.518-1,1.242-3.362 0,0.374-0.171 0,0.217 0.720 1,0.398-0.339 1,0.406-1.211 0,0.231-0.257-1,0.220-0.591 0,0.123 0.621 0,0.097 1.546 0,0.100 0.290 0,0.446 1.545-3,0.639 0.415 0,0.209-2.150 1,0.500 0.289 0,1.373 3.062 1,0.761 0.380-1,-0.476-3.005 0,0.384-0.547 0,1.689 1.644 0,0.440-0.824 1,-1.133-2.575-1,0.181-0.380 0,1.217 0.539 4,0.636-0.334-1,0.893-0.206-1,0.233-0.784-1,0.058-0.851 1,-0.067-0.852-2,-1.502-1.264 0,-0.091-0.510 0,2.554 0.032 1,-0.319-0.777 0,2.908-0.234 2,-3.715-0.977 3,-0.491-0.295-5,-0.557-0.192 0,-0.646-0.074 1,0.371-0.047 0,5.501-0.236-2,-5.041 0.246 1,0.023 0.029 0,3.809-0.072 0,-2.661 0.140 0,-0.408 0.044 0,-0.559 0.038 0,4.037-0.003 0,-4.011 0.072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2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4175.219 4038.000 767,'0.000'6.273'0,"0.000"0.813"-4,0.000 0.138 3,0.000-0.933 0,0.000 3.384-2,0.000-1.027 1,0.000 0.944 0,0.000 2.539-1,0.000 0.124 2,0.000-0.280 0,0.000-4.406 0,0.000-0.273 0,0.000 1.669 0,0.000-0.458 0,0.000-1.025 1,0.000 0.156 4,0.000 0.034-1,0.000-0.055-3,0.283 0.167 0,0.471 0.318-1,0.300 0.127 1,0.164-0.014 0,-0.106-1.115 0,-0.006-0.105 0,0.600 2.167-1,0.448 0.283 0,-0.373-2.107 2,0.015-0.055 0,1.150 3.780-1,0.218-0.278-2,0.205-0.405 1,0.028-0.865 3,-0.260-1.566-3,-0.348-1.655 0,1.701 1.810 0,0.097-3.777 4,2.069-5.233 1,2.177 0.227 1,3.261 0.071-5,-3.902-0.405-2,-0.994-0.397 1,0.792-0.847-1,2.669-1.610-1,1.716-1.300 0,4.145-2.583-1,2.561-1.920 3,-3.016 0.847-2,1.202-1.521-1,4.524-3.891-1,2.134-2.461-1,5.277-4.382 0,1.593-1.368 1,-2.326 1.408 1,1.135-1.196-2,-3.284 2.281 0,0.228-0.303 2,3.896-3.366 2,-0.231-0.354 0,-0.174 0.030-1,-0.126 0.302 2,2.915-2.347 3,-1.441 0.888-1,-8.264 6.199-1,-1.365 0.496 0,4.304-4.264 1,-1.773 1.310 2,-6.566 5.838 1,-1.081 1.159 0,1.385-0.809 2,-0.707 1.036-2,-0.754 1.121-1,-0.752 1.129 4,-0.998 0.799-2,-1.126 0.526-5,-0.881 0.590 0,-0.666 0.607 3,0.551-0.423 1,-1.052 0.732-2,0.517-0.559 0,-1.693 1.160 0,-1.585 1.088 0,-2.736 2.156 0,-0.814 0.575 0,-0.689 0.486-1,3.440-3.417 2,-2.572 2.084 1,-1.532 0.952-3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2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7991.219 5070.000 767,'0.000'6.226'0,"0.000"0.774"-4,0.000 1.981 2,0.000 3.087 0,0.000-5.649 0,0.000 0.758 1,-0.217 0.123-1,-0.370 1.366 1,-0.701 2.446 0,-0.661 0.620 0,-0.724 1.683-2,-0.165-0.296 0,0.665-3.077 1,0.104-0.050 0,-0.096 1.190 0,0.244-0.413 3,0.095 1.405 2,0.335 0.388-3,0.415-1.498 1,0.228-0.312 1,-0.080 0.402-3,-0.296 0.892 0,0.035-1.238 0,-0.045 0.027 3,-0.620 3.785-2,-0.193-0.429-3,-0.191-0.627 1,-0.177-0.716 1,-0.077 0.091 3,-0.228-0.885-3,-0.387-1.012 0,1.077-4.625 0,-0.235-0.015 3,-1.193 2.463 8,0.011-0.454-10,0.190-0.603-1,0.307-0.674 1,0.188-0.256 0,0.462-0.843 0,-0.979 3.749 0,1.431-2.167 3,1.090-1.558 0,0.736 1.121 0,0.393-0.794-2,-0.034 0.970 0,-0.196-0.798-2,0.273 1.160 0,1.896-1.125 1,2.220-2.262-1,2.344-1.794 1,3.837-1.678 1,-3.696-0.970-1,1.572-0.565 0,1.563-0.653-3,1.483-0.686 1,0.234-0.482-1,2.133-0.892 0,7.950-2.943-2,3.508-2.030 1,-0.741-0.044-1,1.735-0.580-1,1.687-0.555 0,1.570-0.511 0,-3.063 0.907 1,0.391-0.364 1,11.961-5.256 2,-0.866-0.994-2,-15.826 6.173 3,-0.405-0.166-1,10.719-6.017 3,-0.313-1.263 0,-7.823 3.666-1,-0.716 0.177 2,2.707-2.221 3,-0.606-0.645-7,-0.520-0.268-1,-0.434 0.013 4,-0.635-0.071 6,-0.748-0.126-8,1.938-1.551-1,-1.125 1.065 3,-4.170 2.409 0,-1.711 0.210 0,-3.257 1.997 0,-0.609 0.163 1,1.367-1.292 2,-0.698 0.675 1,-0.650 0.520-2,-0.587 0.385-1,0.746-1.148-1,-1.205 0.295 1,-3.348 3.205 0,0.031 0.402-2,1.578-1.050 1,0.089 0.101 1,0.066 0.266 0,0.048 0.371-2,0.033 0.146 1,0.020-0.021-2,-0.272-0.140 0,-0.468-0.218 2,-0.586 0.303-1,-0.641 0.659 0,-0.368 0.600 0,-0.156 0.528 0,0.845-0.738 1,-0.505-0.072 4,-1.277 0.731-4,0.035-0.349 0,-0.949 1.107-1,0.257 0.326 0,1.300-0.881 0,-0.044-0.166-1,-0.468-0.040 0,-0.747 0.053 1,0.568-0.811 1,-0.094 0.246-1,-2.021 2.224-1,-0.115 0.513 2,0.782-0.589 2,-0.147-0.141-3,0.326-0.891 0,-0.811-0.011 1,-0.333-0.414 1,-1.237 0.916-2,-1.162 1.086-1,0.883-2.265 3,-2.450 1.971-1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3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8195.219 5562.000 767,'6.690'0.000'0,"-0.063"0.000"-4,2.256 1.036 3,1.853 2.271-2,-4.273-0.412 1,0.806 1.087 1,0.797 0.869-1,0.753 0.673 0,1.971 1.325 0,0.659 0.379 0,-2.471-1.280 0,-0.054 0.463 0,2.668 2.738 0,0.104 0.782 1,-3.859-3.180 0,0.142 0.083 1,3.045 2.354 0,0.321-0.096 0,-0.023-0.214-2,-0.267-0.288 1,-0.146-0.327 2,-0.052-0.340-1,0.017-0.333-1,0.064-0.312 2,1.132 0.911 1,-0.522 0.228-2,-2.979-1.865 1,-0.401-0.016-1,0.672 0.611 0,-0.486-0.567 0,0.466 0.277 0,-0.559-0.420 1,-2.146-1.618 1,-0.235-0.098 0,1.873 1.674 1,-0.837-0.547-3,-0.897-0.634 1,-0.870-0.643 0,2.891 2.842-1,-0.570-1.981 0,-0.170 0.202 5,-1.711-0.830 0,1.537 0.548-7,0.784-0.566 0,-0.385-1.413-1,0.959-0.955 4,1.124-0.128 0,-0.212 0.221 0,-1.152 0.241-3,-0.938 0.711 0,-1.408 0.809 1,1.083 3.350 3,-1.664-1.121 0,-1.233-2.048 0,0.896-0.974-2,0.413-0.153 0,1.335 3.380 1,-0.814 1.945-2,1.003 1.341 0,-0.913-2.083-1,-2.400-3.109 2,-0.170 0.249-1,1.853 4.472 1,-2.625-3.667 1,-0.230-0.217-1,2.030 4.483 0,-0.096-1.560 0,-0.161-1.786-1,-0.316-1.663 1,1.454 0.626 1,-0.777-1.669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3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8795.219 5430.000 767,'0.000'-6.561'0,"-4.691"2.042"-4,-2.897 4.527 3,-1.054 1.931-1,2.533-0.451 1,-1.490 0.497 0,-3.883 1.788-2,-1.307 1.432 1,4.517-1.730 0,-0.886 0.342 0,-6.669 2.284-2,-1.543-0.110 1,3.207-1.159 1,-0.628 0.387 0,-3.159 1.161-1,-1.031 0.278 0,-0.404 0.167 1,0.060 0.080 0,0.105 0.014 1,0.133-0.033 0,0.711-0.348-1,1.089-0.556 0,-1.221 0.248 5,0.665-0.352-2,4.448-1.445-1,0.411-0.048 2,-3.142 1.291 5,0.630 0.044-7,4.044-1.243 0,0.646 0.077 1,-1.508 0.817 1,0.737-0.396-2,0.648-0.539 0,0.554-0.610 2,0.873-0.498 1,0.070-0.068-4,-3.271 1.062 0,-0.020-0.042 2,0.049-0.049 2,3.217-0.992-1,-0.085 0.177-3,1.274-0.237-1,0.143 0.244 1,-1.204 0.849 0,-0.156 0.337 2,0.053 0.023 1,0.199-0.202-1,-1.140 0.107 0,-0.088-0.572-2,2.233-1.042 0,-0.204-0.009 2,-1.289 0.553 0,0.114 0.216-1,0.252 0.263 0,0.337 0.284-1,0.383 0.003 1,0.396-0.197 0,0.388-0.331 0,0.363-0.410 0,-2.079 0.639 1,0.389-0.278 2,0.337-0.143-2,1.138-0.497 0,0.976-0.454-2,1.032-0.484 0,-2.837 0.729 0,0.999-1.099 4,1.399-1.777 0,-0.057-0.496 1,-2.641 3.160-2,0.310 2.104-3,3.031-0.644 0,-3.042 3.367-1,1.779-2.129 1,0.451-0.747 1,-0.598 0.399 0,1.321-0.897-1,-0.174 0.221 0,-2.230 1.596-1,-0.637 0.263 1,1.749-1.476 0,-0.093-0.252 0,-3.054 1.617 1,0.250-0.173-2,0.585-0.541 1,0.756-0.737 2,0.810-0.808 0,-2.223 1.158-1,4.467-1.942 2,0.069 0.261-1,-0.464 0.446 2,0.300-0.191-2,0.350-0.337-1,-4.529 2.538-1,2.469 0.076 1,1.980 0.426 3,0.347 0.303-2,1.205-1.392-1,0.061 0.205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3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10739.219 6906.000 767,'6.439'0.000'0,"1.741"1.050"-4,-0.589 2.567 2,-0.981 4.200 0,-3.536-1.359 0,0.218 2.170 1,-0.799-0.830 0,-0.207 0.920 0,-0.270 0.815-1,-0.242 0.761 0,-0.322 0.010 1,-0.401-0.777-1,-0.221 0.661 1,-0.037-0.415-1,0.237 1.156 4,0.526 4.258-1,0.063 0.219-3,0.061-1.190 0,0.375 0.833-1,0.453 0.732 1,0.487 0.625 0,-0.001-1.869 3,0.388 0.044-2,0.703 1.723-1,-0.036-0.743 0,0.066-0.697 1,0.136-0.631 0,-0.104-0.837 2,-0.270-0.945 0,-0.092-0.977 3,0.039-0.954-2,0.227-0.669-1,-0.064-1.444 0,-0.098-1.450 2,-0.115-1.376 0,0.454-0.572-2,3.401 1.769 3,-1.095-2.433-1,-0.952-1.356-1,0.508-0.969-1,0.240-2.604 1,0.219-2.724 0,-0.380-4.326-2,0.921 0.256-1,-0.490-0.948-1,-0.729-1.125 1,-2.045 1.744-1,0.282-0.067 1,1.400-1.346 1,1.148-0.393 1,0.340 0.717-2,-0.945 1.959 0,-1.068 1.546 1,-0.521-0.438 1,-2.701-1.101 3,0.292 0.695-2,2.401-0.236-3,2.269-1.368 0,0.039-0.760 0,-2.851 3.469 0,0.819-0.978-1,0.299-0.236 1,-0.961 1.082 1,0.187-0.474-1,1.552-2.218 0,0.238-0.301 1,-0.265 0.563 0,0.583-0.452-2,0.681-0.508 1,0.719-0.525 0,-0.427 0.959 1,0.575-0.055-2,2.858-2.272 0,0.119 0.307 1,-2.115 2.094-1,0.562-0.478 1,3.878-3.590 1,1.104-1.133 1,-2.598 2.524-3,0.663-0.360 0,2.683-1.977 0,0.788-0.231-1,0.379-0.104 0,0.070-0.009 1,1.846-1.957 1,-0.498-0.349 0,-2.210 2.016-1,-0.058 0.555 3,-1.859 1.985 0,0.209 0.227-1,2.366-1.390 0,0.378 0.136 2,2.491-1.389-1,0.234 0.183-1,-2.349 1.933 0,-0.382 0.574-1,-2.212 1.632 0,0.021 0.104 0,3.970-2.653 1,-0.448-0.041 2,-2.208 1.567 1,-0.051 0.381-3,-0.485 0.455 0,-0.772 0.485 0,-2.073 1.489 0,-0.007 0.330 0,1.729-0.926 1,-0.103-0.120 1,0.124-0.266 2,0.278-0.357-4,0.093-0.406-1,-0.044-0.420 1,1.253-1.366-1,-0.930 0.187 0,-3.721 2.649 0,-0.314 0.265 0,0.988-0.780 1,-0.635 0.373 0,-0.967 0.374 4,-1.157 0.356-2,-0.673 0.328-1,-0.297 0.291 1,1.876-1.626 1,-1.539 1.384 2,-1.662 1.479-6,-1.585 1.404 1,0.969-0.819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3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8195.219 6150.000 767,'2.008'8.033'0,"-0.259"-1.039"0,0.296 1.183 0,0.146 0.588 0,1.159 3.060 0,0.452 0.545-15,-0.544-2.738 15,1.022 2.042 0,1.092 2.035-2,1.089 1.934-2,-0.014-0.816 1,0.794 0.966-1,3.335 6.198-1,0.940 1.258 1,-1.940-4.625 0,0.767 0.599 1,4.002 6.161 1,0.567 0.011-1,-3.403-6.339 1,-0.266-0.991 0,0.817 1.326 1,-1.131-1.241 0,-0.754-1.457 1,-0.451-1.541 0,-0.497-1.529 5,-0.506-1.447 4,0.473-0.151-3,-0.608-1.491-4,-0.924-1.278 1,-1.081-1.058 1,-1.709-2.334-2,0.072-0.378 0,0.827 0.156 2,0.097-0.713-1,-0.893-0.966-3,-0.298-0.188 0,1.046 0.799-1,-0.180-0.283 1,-0.094-0.268 3,-0.031-0.242-2,0.087 0.235-2,-0.172 0.318 0,-0.199 0.447 0,0.057 0.584 0,-0.785-0.443 1,1.899 2.806 1,-1.994-1.540-1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3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8663.219 6174.000 767,'0.000'-6.491'0,"-6.851"7.158"-4,-0.694 3.878 3,0.051-0.490-1,-1.992 0.668-1,-0.694 0.458 0,-1.896 1.304 0,-2.478 1.753 0,-2.774 1.992-2,-2.855 1.501 0,-2.778 1.082 0,-6.510 3.244-1,-3.207 1.583-2,9.682-5.554 3,-1.453 0.254 0,-15.477 6.955-1,-1.964 0.454 0,3.883-2.317 0,-0.454-0.343 2,5.081-2.507 2,0.544-0.371 0,-3.744 1.281-2,1.268-0.980 2,-2.598 0.780 4,2.059-0.895 1,9.886-3.868 2,2.155-0.664-1,-0.456 0.579-1,2.958-0.801 0,-0.467 0.810 0,4.714-1.794 3,3.380-1.243 10,4.409-1.997-10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4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4463.219 7878.000 767,'-5.104'-4.520'0,"-2.117"0.393"0,-0.512 1.566-7,1.273 1.550 6,-0.115 0.833 2,-0.933 0.102-1,1.147-0.998 1,0.375-1.577-2,-0.455-1.878 0,1.462 1.004 1,-1.180 3.744 0,-2.500 0.139 1,-0.628 1.918 0,1.732 1.447-4,0.751 0.959 2,-0.583 1.036-1,0.384 0.085 1,0.121 0.194 0,0.265 0.000-1,0.437 0.144 1,0.146 0.592 0,1.402-1.499 1,-0.004-0.190 0,-0.448 0.581 0,0.393-0.083 0,-0.311 0.646 0,0.126-0.043 1,0.556-0.714 0,-0.069 0.006 1,-1.517 2.034-2,0.126 0.180 0,0.227 0.141 0,0.604-0.232-1,0.787-0.440 0,0.833-0.534 0,-0.036 1.679 0,-0.039 1.273 5,-1.114 0.451-1,1.561-4.615-2,-0.243-0.128-2,-0.158-0.209 1,-3.417 4.263-1,0.985-1.061 0,1.994-1.678 0,0.754 2.376 2,-0.128 2.000 0,-0.093-2.624-1,-0.821-1.988 0,-0.891-0.598 1,-0.410 0.771 1,-0.734 2.271-3,0.791 1.441-1,1.907-0.307 0,1.651-0.895 2,1.044-0.741-1,0.584 0.257 3,0.244-1.573 2,0.064 0.818-3,0.033 2.201-1,-0.053-0.269-1,-0.063-1.119 0,-0.041 0.438 2,-0.027 0.786-1,-0.015-2.337-1,-0.004-0.323 1,-0.003 2.777 1,-0.000 1.031-1,0.003-3.851-1,0.000-0.199 0,0.000-0.367-1,0.335-0.104 1,0.514 0.066 1,0.581 0.167 2,1.021 3.452-3,0.933 0.342 1,1.844 0.418 1,-2.132-5.292 0,0.016 0.089-2,0.860 1.396 0,0.055-0.243 1,0.033-0.363-1,-0.101-0.710 1,-0.179-0.878 0,3.122 2.158 0,-1.508-3.070 1,0.729 2.464 4,-2.291-1.501-4,2.075 1.367-2,1.426-1.422 0,1.080 0.740 2,0.301 0.909-2,-1.822-0.781-1,0.956 0.334 1,-0.848-0.573 1,-1.594-0.810 1,0.320 0.174-1,0.388 0.035 0,-1.255-1.244 0,4.472 2.499-2,-0.875-1.582 0,-0.608-0.352 3,1.916 0.123 1,-4.060-2.254-2,4.466 0.896 0,-3.353-1.427 0,0.074 1.001 0,1.331 1.079 1,-1.243-0.715 0,-1.019-1.033-1,0.579-0.856 0,-0.222-0.596 2,1.571-0.377-1,-0.297-0.226-3,1.285 0.052 4,-1.539 0.063-2,1.575 0.007-3,3.003 0.008 1,3.524 0.005-1,1.103 0.007 0,-7.600 0.009 2,-0.142 0.002-1,1.864-0.216 1,0.779-0.369-1,3.907-0.590 0,-0.126-0.215 3,-2.194 0.106 1,-0.688 0.026-5,-0.224-0.205 1,0.118-0.359 0,-1.690 0.098 3,-0.284-0.034 2,1.553-0.203 0,0.354 0.127-4,0.244-0.104 0,0.154-0.267 2,2.034-0.742 0,0.516-0.497-3,-3.477 0.472 1,-0.292-0.330 0,1.367-0.922 1,-0.214-0.402-1,1.339-1.024 0,-0.261-0.321 1,-3.181 1.196 3,-0.064-0.143-4,1.209-0.895 1,-0.451-0.144 0,-0.279 0.178 0,-0.142 0.400 0,0.927-0.708 1,-0.608-0.376-1,-2.654 1.301 2,-0.026-0.132-2,0.769-0.920 1,-0.725-0.105-1,-0.627-0.060 0,-0.527-0.024 0,-0.432-0.281 0,-0.344-0.450 1,-0.057-0.747 2,-0.497-0.108-3,-0.497 0.030 0,-0.472 0.126 0,0.323-1.874-1,-1.007 0.220 0,-0.974 0.261 0,-1.018 1.985 1,0.031-0.737 1,-0.347 0.668 0,-0.117-0.199 1,0.584-3.988-3,-0.417 0.598 1,-0.421 0.946-1,-0.516 1.850 1,-0.248-0.034 1,-0.177-0.923 0,-0.212 0.067 0,-0.164 0.117 0,-0.122 1.960-1,-0.060 0.175 0,-0.044-0.124 0,-0.031-0.329-1,-0.025-0.651 1,-0.013-0.041 3,-0.005 0.072-3,0.001 0.147-1,-0.007-0.942 0,0.011 0.604 0,0.013 0.682 0,-0.015-3.493 0,-0.396 4.392 4,-0.683 0.156 0,-1.705-3.212 0,0.304 3.135-4,-0.631-0.772 1,0.170 0.511-1,-0.062-0.262 0,-0.639-1.197 0,-0.249-0.056-1,-0.662-0.938 0,-0.016 0.234 0,0.088 0.328 3,0.152 0.372-1,0.984 2.036 0,-0.090 0.175-1,-1.354-1.716 1,0.134 0.673-1,0.246 0.750 1,0.303 0.750 3,0.319 0.699-1,-1.793-1.737-2,-2.652-0.881 0,1.784 2.040 3,1.497 1.001 0,-0.349-0.107-3,-0.435-0.028 0,0.114 0.152 0,-0.181-0.205-2,0.022-0.092 1,0.151-0.013 0,0.223 0.039 1,-0.043 0.069 1,-0.209 0.083-1,-0.301 0.086-1,0.928 0.766 1,0.127 0.109 0,-4.363-3.190-1,3.924 2.919 1,0.302 0.546 0,-3.589-1.016 1,0.271 1.775 2,-0.271-0.748-3,-0.250-1.297-1,0.896-0.729 2,-0.611-1.604-3,-0.136-0.108 2,1.163 1.739 0,0.473 1.808 0,0.366 1.678 1,0.140 0.740 2,-1.616-2.694-2,0.274-2.485 0,1.349 0.476-3,1.731 1.600 1,-1.046 0.474 0,-0.681 3.427 2,-0.264 0.450 2,-0.669-0.148-2,-0.901-0.063-2,-3.337-0.023 0,4.860-0.029-1,0.235-0.006 0,-0.525-0.004 1,-0.613-0.003 1,-0.928-0.001-1,-2.821-0.001 1,4.196 0.002 1,-0.285 0.000-1,-0.122 0.000 0,-0.000 0.000-1,-0.870 0.000-1,0.235 0.000 1,2.067 0.217 1,0.153 0.371 0,-1.403 0.591 1,0.537 0.216-1,0.608 0.063 1,0.620-0.044-1,-2.645 0.558 1,0.142 0.409-1,-1.642 1.096 3,-0.563 0.904-2,5.101-1.582-2,-0.115 0.456 1,-0.828 0.981-1,-0.060 0.494 0,1.221-1.019 1,-0.410-0.110-1,-1.227 0.519 0,-0.252 0.093 1,-0.125 0.150-1,-0.028 0.184 1,-0.861 0.821-1,0.166 0.209 0,1.921-1.138 1,0.108 0.132 0,-1.577 1.553 0,0.183 0.161 0,0.982-0.343 0,0.134 0.539 0,-0.175 0.361 1,-0.387 0.217-2,0.046 0.105 1,0.352 0.020-1,0.271-0.042 1,0.200-0.083-1,0.140-0.392 0,0.091-0.593 0,0.755-0.869 3,-0.008 0.164-1,-0.810 1.204 0,0.486-0.152 0,0.619-0.287 0,0.679-0.366-1,0.129 0.640-1,0.949-0.725 1,-0.586 3.600 1,2.022-2.165 2,-0.337 0.418 0,-1.318-2.112-2,-1.497-0.358 0,-1.705 1.089-1,1.128-1.121 1,-0.194 0.264-2,-0.181 0.505-1,3.230-0.225 2,2.521 0.569 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5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9959.219 8898.000 767,'6.259'0.000'0,"-0.112"0.000"-4,0.002 0.000 3,2.706 0.000-1,-1.888 0.000 1,-0.474 0.000 0,1.219 0.000-1,2.212 0.000 0,0.605 0.000 0,2.308 0.000-1,0.979 0.000 0,-2.736 0.000 2,0.284 0.000-1,1.930 0.000 2,0.157 0.000-2,0.327 0.000 1,0.432 0.000 0,0.203 0.000 1,0.031 0.000 0,1.329 0.000 0,-0.904 0.000-1,-2.271 0.000 0,-0.468 0.000 1,-0.623 0.000 0,-0.702 0.000 2,-0.727 0.000 1,-0.710 0.000-2,-1.680 0.000 0,-0.440 0.000 0,1.742 0.000 1,-1.069 0.000 0,-1.073 0.000 0,3.946 0.000 0,-2.605 0.000-2,-0.359 0.000 3,-1.301 0.000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5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14423.219 9006.000 767,'0.000'6.561'0,"0.000"-0.291"-4,-1.037 7.736 1,-0.582-3.149 0,-1.104 2.449 0,-1.890 5.224-2,-1.488 3.448-1,0.751-3.400 1,-0.476 1.305 1,-2.979 7.898-2,-1.437 1.632 0,1.192-5.632 2,-1.351 1.118 0,-3.163 5.172 2,-1.403 1.430-1,-1.425 1.229-2,-1.373 1.030 2,-0.706 0.272 0,-0.198-0.277-1,0.174-0.941 0,0.430-1.367 2,-1.151 1.538-1,1.536-2.869 2,0.141-0.463 5,3.112-5.424 1,3.088-5.312 0,2.832-4.823 1,2.447-4.137 0,2.013-3.381-4,0.306-0.671-2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4:5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14831.219 9030.000 767,'0.000'8.369'0,"0.000"-0.729"0,-1.575 4.937 0,0.172-6.386-1,-0.838 1.515-10,-1.411 2.154 10,-1.791 2.554-2,-3.118 5.381-1,-2.111 3.426-1,-4.390 6.979-2,-2.956 3.748-2,2.362-4.987 2,-1.745 2.339 0,-7.523 12.021-2,-1.670 2.508 0,5.104-8.563 3,-0.909 1.339 0,-7.979 12.436 0,-1.044 0.917 0,6.390-11.229 2,-0.838-0.194 1,-8.676 10.617 1,-0.596-1.049-1,8.184-11.555 1,0.604-0.667 2,-6.644 8.717 3,1.136-2.265-2,5.083-7.060-2,1.795-2.492 5,5.004-5.989 1,2.127-1.731-1,-1.764 4.597-1,3.067-2.428 4,6.877-10.527 1,-3.702 8.807 7,3.938-5.570-7,3.221-5.154-5,2.498-4.438-1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0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17243.219 9186.000 767,'-8.467'0.000'0,"1.426"0.000"-5,-1.359 0.000 3,-0.803 0.000-1,1.891 0.000 1,-0.514 0.000 0,-1.332 0.000 0,-0.051 0.000 1,1.926 0.000 0,-0.262 0.000 1,-4.107 0.000 0,0.545 0.000 0,0.932 0.000 0,3.063 0.000 0,0.424 0.000-1,-0.416 0.000 1,0.352 0.000 1,-3.316 0.000 3,4.064 0.159-2,-5.912 1.003-1,5.982-0.080-1,-1.336 0.894-1,0.383 0.550 0,0.479 0.463 0,-1.684 1.707 0,2.840-1.243 2,-0.094-0.047 0,-4.434 4.083 0,1.600 0.929-1,3.781-2.914-1,0.023 0.354 0,0.223 0.259 1,0.354 0.179-1,0.432 0.113 1,0.467 0.062 0,0.469 0.022-1,0.447-0.008 1,0.414 0.254 1,0.367 0.430-1,0.318 0.533 1,0.270 0.582-1,0.221 0.307 0,0.176 0.097-1,0.418 0.790 0,0.570 1.248-1,0.371 0.665 1,0.211 0.220 2,0.650 0.458-3,0.936 0.605 0,1.750 2.089-1,1.373 0.177 2,-0.572-3.354 1,0.814-0.010-1,3.148 2.962-1,1.063-0.742 0,-0.813-2.015 1,0.080-0.332 1,0.160-0.210 0,0.211-0.114 0,0.238-0.040 0,0.244 0.015 1,0.521 0.053 0,0.695 0.078-1,-1.098-1.550-1,0.332-0.242 1,1.385 0.949-1,-0.729-0.490 0,-0.506-0.533 0,-0.324-0.538 0,-0.463-0.516 1,-0.539-0.477 1,2.127 1.352 6,-1.398-1.545-7,-1.418-1.592 1,-2.021-1.560 1,-1.457-0.960 0,1.844 1.476 4,-3.199-0.194-2,-0.805 2.401 0,-1.574 0.273-2,-3.535-0.361-3,-5.291-2.632 0,-1.105-3.457 2,-2.609-0.433-2,2.789-0.375-1,-2.637-0.057-1,-1.584-0.067 1,1.361-0.054 0,-1.670-0.025 0,-3.939-0.305-1,-1.922-0.489 0,-3.990-0.491 0,-0.920-0.191-1,4.711 0.080 0,-0.512-0.349 1,-3.152-0.505 0,-0.139-0.079 0,-0.186-0.230 3,-0.211-0.328 0,0.627-0.098-1,1.197 0.069 1,0.980-0.097 0,0.779-0.211 0,1.166 0.001-1,1.385 0.150 1,-1.072-0.410 9,2.305 0.202-8,2.211 0.190 0,2.000 0.170 2,1.729 0.145 2,1.195-0.078-4,1.980 0.216-1,-1.178-2.013 1,4.168-1.216 8,3.514-1.376-1,0.424-2.860-8,-0.180-1.228 0,-0.412 4.285 0,-0.037-0.820-2,-0.037-0.498 0,0.338-1.709 0,0.535-0.567 0,0.156 1.861 0,0.469-0.707 0,0.289-0.619 4,0.145-0.533-3,1.377-3.416-1,1.023 0.219 1,-0.320 3.225-1,0.795 0.065 1,1.822-1.510 0,1.031-0.003 0,1.211 0.000 2,1.283 0.001-2,2.191-1.501 0,0.215 0.094 0,-2.563 3.077-1,0.488 0.009 1,4.096-3.047-1,0.893 0.024 2,-3.035 2.815 0,0.529-0.386 0,2.627-1.990-1,0.633-0.259-1,0.523-0.129 0,0.424-0.028 1,0.047 0.043 0,-0.223 0.093-1,1.639-1.497 1,-0.754 0.268 0,-4.549 3.842 1,-0.451 0.854 1,1.379-0.664 0,-0.467 0.444 0,-0.992 0.504 1,-1.320 0.521 1,-1.207 0.511 1,-1.072 0.478-2,-0.641 0.716-2,-0.305 0.851 2,0.279-0.366 4,-1.049-0.021-3,-2.201 1.525-2,-0.350-0.012-1,0.436-0.799 2,-0.193-0.030-1,-0.109 0.266-1,-0.045 0.464 1,-0.277 0.300-1,-0.432 0.170 0,-0.521 0.069 0,2.324-4.898 1,-1.879-0.531 2,-0.799 0.212-2,0.143 0.310-3,-0.549 2.023 2,-0.541 1.795-1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0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15587.219 9222.000 767,'2.628'-8.114'0,"3.114"1.768"-6,0.069 2.416 5,1.644 1.046-1,1.556 0.989 2,3.338 0.803 0,-3.314 0.759-1,1.127 0.144-1,-1.730 0.108 1,0.522 0.052-1,3.745 0.058-1,1.118 0.044 1,-0.740 0.012 0,0.797 0.010 1,-1.583-0.010 0,-0.114-0.001 0,1.902 0.007-2,0.301-0.008 2,0.103-0.010 0,-0.045-0.010 0,-0.429-0.011 5,-0.683-0.010-6,0.971-0.006 1,-0.606-0.009 1,-3.567-0.011 0,-0.542-0.005 2,3.223-0.002 2,-1.893-0.006-4,-1.941-0.004 0,-1.813-0.002 3,2.662-0.006 0,-2.665-0.002-2,-1.006 0.005 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0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15923.219 9078.000 767,'-6.096'1.037'0,"0.459"4.342"-5,-2.620 4.997 1,1.413-1.235 2,-1.289 2.366-1,-1.382 2.839-1,-1.385 3.042-1,-1.603 3.043-1,-1.684 2.900 0,-1.378 2.662 0,-1.097 2.367 0,-0.843 1.479-1,-0.624 0.778 1,-3.179 4.850 0,-0.778 0.724 0,4.737-7.754 3,-0.151 0.488 1,-2.671 4.661 3,-0.020 0.207-3,0.089 0.251 0,0.162 0.271 2,-1.872 3.918 0,1.004-1.100 0,5.568-9.393 0,1.040-1.204-1,-4.336 8.906 1,1.601-2.863 3,2.271-4.232 1,1.499-2.771 6,3.072-5.878-4,2.762-5.317-4,2.322-4.498-1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0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2111.219 9426.000 767,'-7.054'0.000'0,"0.107"0.000"0,-4.301 0.357 0,-3.439 0.579 0,1.521 0.211-15,-1.694 0.488 10,-4.209 0.917 0,-1.718 0.649 0,-1.375 0.876 1,-1.065 0.998-1,-0.229 1.036 2,0.376 1.016 0,0.507 0.670 0,0.577 0.393 0,-1.991 1.604 2,0.869 0.524 1,5.677-2.234 2,0.384-0.031 0,-4.097 2.497 0,1.071 0.220-2,5.409-2.476 1,1.021-0.145 0,-0.875 0.922 1,0.884-0.317-1,0.990-0.355 0,1.019-0.366 1,-0.201 0.553 5,1.196-0.460-6,3.237-2.069 0,0.920-0.200 0,-0.328 1.792 2,1.437 0.341-1,1.976-1.708 1,0.707 0.040 0,0.433 1.493-2,0.689 0.900-1,1.130 0.795-1,1.391 0.685 3,1.511 0.854-4,1.525 0.937 0,3.067 2.700-1,2.747 1.011 1,-0.326-2.991 0,2.126 0.563-1,5.167 3.233-1,3.688 1.589 0,3.924 1.692-1,3.907 1.687 0,4.276 1.604-1,4.338 1.468-3,3.894 1.303 0,3.395 1.123 1,3.728 0.943-1,3.789 0.770 1,11.088 4.000-2,3.675-0.237 2,-5.162-4.978 2,2.087-1.989-1,-6.476-4.971 1,1.627-1.860 1,19.542 1.915 0,1.539-3.532 4,-8.667-4.581 1,-0.106-2.501 0,-8.440-2.965-1,1.091-1.540-1,19.284-1.032-2,-0.589-2.369 7,-2.080-2.797 1,-2.964-2.919-7,-27.541-0.189 1,-1.631-1.644 1,12.592-4.717 2,-4.147-2.416 2,-4.198-2.256 4,-4.037-2.034 1,-1.580-3.281 2,-5.986-1.274-2,-5.923-0.795 0,-13.234 6.231-4,5.306-9.604 2,-4.910-0.968 1,-7.656 5.615-2,-2.605-0.333 0,-0.955-6.310 16,-3.880 0.432-18,-3.769 6.559-5,-2.235 0.478 1,-3.306-4.689 4,-2.947 1.497 0,-0.655 5.784-2,-2.046 0.210 1,-9.865-9.601 1,-3.664 1.001-1,-4.441 1.241-5,-6.156 0.220-1,-5.537 1.063-1,8.602 7.567 2,-3.385 0.321 0,-3.519 0.368-2,-3.493 0.392-2,-10.601-1.602-3,-4.541 0.574 3,-3.762 1.155 1,-3.030 1.515-1,-11.764 0.504-3,-3.385 2.209 1,6.657 2.834 0,-1.704 1.550 5,8.035 1.822 1,-0.999 0.949-2,-10.284 0.611 0,-0.312 0.898 2,-8.783 0.691 2,1.866 0.685 1,20.061 0.387-1,1.629 0.221 1,-15.256 0.676-1,2.328 0.726 5,18.419 0.317 0,2.033 0.866 3,-12.697 2.058 3,2.361 0.924-9,16.252-0.894-1,2.240 0.330 7,-3.239 1.102 3,3.396 0.243-9,-0.936 0.646-1,4.796-0.545 5,12.083-1.723 5,2.851-0.145-3,0.021 0.315 0,3.590-0.501 1,3.325-0.573 1,2.980-0.598 1,0.491-0.061 3,4.019-0.834-2,2.943-0.608-3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0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2171.219 1854.000 767,'1.879'-5.803'0,"3.498"2.818"-5,0.459 1.393 4,4.913 0.527-1,-2.015 0.703 2,2.736 0.095-2,3.386 0.080-2,3.690 0.066-1,11.795 0.052-2,6.765 0.058-2,-8.184 0.022 3,3.326 0.013-1,3.922 0.009 0,4.227 0.006-2,11.107 0.009-1,4.482 0.000 2,3.946-0.002 0,3.378-0.004-1,2.815-0.005-2,2.281-0.005 1,1.511-0.005 2,0.891-0.005 1,0.125-0.005 2,-0.426-0.004 2,-0.799-0.004 0,-1.026-0.003 2,-1.988-0.002 1,-2.579-0.002 2,-2.313-0.284 1,-2.015-0.472 0,-3.121-0.583 0,-3.762-0.635 3,1.142-1.059 4,-5.849-0.727-7,-14.408 0.674-1,-3.552-0.010 1,0.272-0.588 10,-3.471-0.213-1,-3.463 0.031 1,-3.294 0.205 6,1.228-0.654-10,-4.875 0.709-6,-4.062 0.739 8,-4.137 0.943-4,-1.614 0.449-1,-0.424 0.033 0,0.405-0.249-1,1.182-0.271-7,0.274 0.091 1,0.156 0.196-1,-2.129 0.407 1,0.718-0.242 0,3.187-0.998 0,0.910-0.592 0,-0.987 0.174 0,-0.019 0.017 0,0.359 0.149 0,0.611 0.236-1,-0.799 0.535 1,0.716 0.236 0,6.757-0.261 3,1.774 0.461-5,-5.568 0.666 2,0.143 0.182-1,0.249 0.161 1,0.318 0.140-1,2.562 0.099-1,0.371 0.125 0,1.841 0.101 6,-1.042 0.088-3,-4.742 0.033-1,-0.550 0.025 0,5.833 0.080 0,-2.147 0.011 3,-3.244-0.021 3,-1.507-0.014-3,-1.261-0.018 1,-4.723-0.050-1,9.210 0.060 0,-6.226-0.069 0,-0.401-0.016 2,-0.299-0.012-2,-0.212-0.009-4,-0.140-0.007 0,-1.604 0.175 2,5.010 1.099 1,-1.370 1.305 1,0.474 0.234-1,-0.819-0.780-1,0.668 0.520 0,-4.236-0.352 0,0.124 0.616 1,3.615 1.895-1,-2.369-1.144 0,-0.145-0.063-1,-0.292-0.128 0,-0.360-0.158 2,-0.375-0.164-2,-0.628-0.438 0,4.597 1.406-1,-1.847-1.635 4,-1.411-1.150 2,0.707-0.696-2,-0.091-0.585-1,-0.307-0.168-1,-0.545-0.016 0,0.070 0.051-1,0.759 0.063 2,-0.318 0.060-1,0.549 0.026 1,2.161 0.018-4,2.008 0.012 3,-5.829-0.001 0,0.574 0.000-2,0.815-0.000 1,-0.837-0.001 0,0.017-0.000 1,3.492 0.001 0,-2.665-0.001 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0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5063.219 1866.000 767,'11.661'0.884'0,"-3.167"0.317"-6,3.203 0.202 3,-1.974-0.444 0,2.523-0.007-1,13.423 0.765-3,6.982 0.451 0,-3.414-0.159 1,3.983 0.385-1,15.658 1.018-4,4.473 0.022-2,-9.354-0.229 3,2.882 0.934 2,10.131 1.591-1,2.585 0.725 1,9.804 1.433 0,1.031 0.311 2,-15.823-1.774 1,-0.150 0.021 1,14.273 1.482-1,-2.822-0.716 3,-16.664-2.155 1,-1.770-0.596 2,11.049 0.271 4,-2.686-0.960 2,-14.007-1.366-1,-1.189-0.482 1,4.143-0.287 1,-1.881-0.477-6,-1.948-0.394 0,-1.903-0.317 2,2.627-0.256 0,-2.221-0.222 0,-10.235-0.083 0,-1.285-0.063-1,5.801-0.118 2,-2.414-0.028-2,-8.646 0.072-1,-1.646 0.009 1,1.537-0.014 2,-0.978 0.026-1,-0.866 0.030-1,-0.745 0.031 6,-0.907-0.253-6,-0.979-0.443-4,-1.268-0.275 1,-1.413-0.142 1,-0.884-0.323 0,-0.466-0.437 1,1.215-0.528 0,-0.563-0.031 6,-3.600 0.443-8,-0.214-0.240-1,3.275-1.196 1,0.335-0.489 1,-2.963 0.638-1,0.429-0.294 1,2.415-0.927-1,0.670-0.343-2,4.287-1.707 0,-0.209-0.238 0,-6.066 1.830 1,-0.281-0.440 0,1.799-0.963-1,0.140 0.188 2,-1.865 0.907 1,-0.048 0.065 0,3.555-1.490 0,-0.334 0.080-1,-4.064 1.783-1,-0.589 0.388 1,1.363-0.345 1,0.059 0.173 0,0.004 0.349-1,-0.036 0.457 4,2.235-0.206-2,0.966 0.088-4,-1.730 0.411 1,-0.356-0.140 2,-2.000 0.322-2,-0.193-0.206 0,2.766-1.092-1,-0.896 0.263 1,-2.344 0.857 4,-0.841 0.425-2,-1.699 0.755-1,-0.180 0.351 0,0.921 0.138 4,-0.371 0.410-1,1.361 0.176-1,-1.168 0.472-2,-1.252 0.372 0,-1.214 0.280 1,3.757 0.243 1,-2.413 0.347-1,-1.976-0.003 2,2.992 0.005 1,-2.446-0.156-3,0.239-0.028-2,-0.099-0.027-1,2.039 0.801 1,2.860 1.742-1,-0.025 0.980 3,-5.210-1.084 0,0.245 0.520-2,-0.737-0.207 0,0.079 0.027 0,0.943 0.301 0,0.003-0.226 0,0.236-0.017 1,0.391 0.133-1,2.743 0.931 2,-0.421-0.388 0,-0.761-0.541-3,-2.722-1.096 2,-0.320-0.328-1,0.832-0.189 1,0.337-0.352 1,-1.328-0.210 1,0.444 0.209 1,3.328 0.707-4,-0.013 0.021 0,-0.375-0.121-1,-0.580-0.203 1,-0.667-0.240 1,-0.144 0.196-2,0.201 0.460 1,-0.707 0.006 0,-0.331-0.034 2,-0.423-0.144 1,4.191 0.768 0,-0.335-0.699 0,-3.823-1.040-1,0.199-0.219 1,0.202-0.180-2,4.397-0.035-1,-4.151-0.269 0,-0.934-0.073 0,3.073-0.115 1,-2.775-0.103 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8207.219 1614.000 767,'0.000'6.701'0,"0.000"-0.077"0,0.000-0.134 0,0.000-0.454-7,0.000 2.877 9,0.000-1.469-4,0.000 5.245-1,0.000-0.264 2,0.000-3.952 0,0.000 0.078 0,0.000-0.241-1,0.000-0.450 1,0.000-0.827 0,0.000-0.308 0,0.000-0.254 0,0.000-0.203 1,0.000 0.585 1,0.000-0.185 3,0.000 3.463-2,0.050-2.625-2,0.074-0.923 0,0.370 3.273 0,0.751-2.196 0,3.126-3.058 0,1.043-0.654 0,1.714-3.167 3,2.301-2.584 0,2.364-3.498-6,-3.721 0.527 0,0.497-0.876 1,1.724-1.875 0,0.543-1.057-1,-1.927 1.351 1,0.687-0.588-1,2.156-1.323 2,0.570 0.284 0,0.108 0.054-1,-0.226-0.112 0,1.310-1.399 0,-0.236-0.293 1,-2.877 2.187 1,0.329-0.257 2,1.915-1.647-1,0.241-0.369-2,0.413-0.042 1,0.515 0.193-1,-0.001 0.352-1,-0.369 0.448 2,-0.331 0.212-1,-0.288 0.035 0,-0.244-0.093 1,-0.201-0.180 1,-0.161 0.049 2,-0.125 0.210-3,-0.376 0.032 1,-0.537-0.096-2,-0.344 0.383 1,-0.190 0.705 1,-0.354 0.619-1,-0.454 0.529 1,2.200-1.385 0,-1.972 1.602 1,-2.087 1.602 0,-1.973 1.459-1,1.130-0.571 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1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6215.219 2874.000 767,'6.895'0.000'0,"0.700"0.000"-4,1.376 2.073 1,-1.224 4.540 2,-2.175-0.555 0,1.011 1.452-1,-1.287-0.697 0,-0.060 1.131 0,1.009 2.714 0,0.457 1.470-1,0.575 1.041 1,0.632 0.686-1,1.802 2.239 1,0.687 0.099-1,-0.713-2.227 0,0.424-0.680 1,0.108-0.545 1,-0.122-0.423 1,-1.476-1.998-1,-0.254-0.499 2,0.835 0.453 0,-0.407-1.161 1,-0.086-0.688-1,-0.745-1.162 0,-0.781-1.033 2,-0.764-0.889 0,-0.872-0.741-1,-0.900-0.600 0,2.096 2.707 1,-2.188-0.598 2,-1.162-0.863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1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6515.219 2886.000 767,'-6.940'0.000'0,"0.873"0.000"0,-3.223 1.608 0,-3.298 2.775-9,2.495-0.396 8,-2.325 1.209-3,-2.201 1.181 0,-2.009 1.389-1,-1.778 1.471 0,1.130-0.253 1,-1.119 0.783 0,-4.268 2.831 0,-1.513 1.560-1,-4.733 3.047 1,-1.222 0.552 0,6.201-3.928 2,-0.589-0.052-2,-4.054 1.833 0,-0.177-0.266 1,0.664-0.630 2,1.230-0.859 0,-1.720 0.489 2,1.738-1.338-1,7.210-3.690 1,1.207-0.718-1,-6.344 2.536 10,3.775-2.145-5,3.750-2.074-1,3.454-1.759 1,3.640-1.652 0,3.103-1.310 0,-0.126-0.483-3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3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8051.219 3690.000 767,'7.213'0.000'0,"-0.114"-0.513"-4,-2.142-5.135 1,-2.882-1.992 2,-1.166 1.367 1,-0.251-0.139-1,-0.127-0.893-1,-0.036-4.186 0,-0.156-2.165-1,-0.151 1.992 0,-0.064-1.008 2,-0.051-5.901-2,-0.063-2.223-1,-0.245 3.596 0,-0.390-1.012 2,-0.980-7.515 0,-0.804-2.176-3,0.077 5.235 1,-0.476-0.987 2,-1.016-4.359 1,-0.541-0.509-3,-0.179 0.417 0,0.087 1.055 1,-0.571-1.890 2,-0.067 1.660 0,1.072 7.292 0,-0.117 1.208 1,-0.510-0.900 7,0.277 1.914-3,0.403 1.917-2,0.474 1.829 1,0.503 1.397 1,0.498 1.024 2,0.190 0.427 2,-0.039-0.017-3,-0.635-3.484-3,0.340 0.710-3,0.431 0.937 0,0.522 3.629 0,-0.225 0.143 1,-0.773-2.175-1,0.150 1.558 2,0.306 1.792 0,0.376 1.783 0,-0.713-1.645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3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8315.219 3102.000 767,'-5.494'5.052'0,"0.538"-1.230"0,-4.276 3.113-7,-1.063 0.302 3,-3.539 1.919-1,-6.241 3.759 0,-3.999 2.428-2,3.067-2.321 2,-2.465 0.994-2,-6.917 3.727-1,-3.367 1.805 0,-2.786 1.495 0,-2.240 1.204 2,-1.465 0.939 0,-0.842 0.707-1,-0.644-0.057 0,-0.470-0.598 1,-0.042-0.956 3,0.264-1.165 1,0.470-1.259 2,0.594-1.267 1,0.938-0.930 0,1.138-0.646 2,1.509-0.979 0,1.703-1.170 0,2.043-0.968-1,2.189-0.779 1,-1.152 0.156 0,2.742-1.795 2,5.898-2.493 1,2.686-1.007-1,4.666-1.618 0,1.887-0.477 0,-2.842 1.602 0,4.075-1.382 8,3.619-1.351-6,3.046-1.224-3,-0.008 0.583-2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4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8459.219 2022.000 767,'6.634'0.000'0,"-2.094"4.670"-4,-4.089 1.953 4,-0.251 0.763-2,-0.055 2.219 0,-0.052 0.231-1,-0.030 1.026 1,-0.026-0.324-1,-0.016 1.259 0,-0.013 3.773 0,-0.012 2.167 0,-0.011 4.901 1,-0.006 2.254-3,0.002-4.642 2,0.000 0.801-1,-0.003 3.928 0,0.001 0.610 0,0.002 0.077 1,0.002-0.307 1,0.002-0.565 2,0.002-0.722-1,0.002-1.083 0,0.002-1.289 1,0.002-0.675 3,0.002-2.368-1,0.001-2.477 0,0.001-2.420 0,0.001-0.123 2,0.001-3.211 0,0.001-2.684 2,0.001 1.856 6,2.102-3.813-6,7.324-6.141-3,0.443-3.099-1,-2.329 0.679-3,2.198-1.613-1,0.576-0.832 1,1.608-1.003-1,0.103-0.116 0,1.581-0.842-2,1.898-1.109 0,2.035-1.247 0,-0.201-0.009 1,2.379-1.420-1,6.475-3.852 0,3.632-2.342-2,3.159-2.273 0,2.675-2.116-2,2.769-2.470 1,2.705-2.606-2,2.249-2.297 0,1.819-1.969 2,13.531-10.290-1,0.637-1.261-1,-18.238 12.354 3,-0.288-0.713 3,0.259-0.505 0,0.659-0.330 1,6.904-4.483 0,0.637 0.598 3,-0.174 1.251 3,-0.742 1.658-4,-1.396 1.586-3,-1.794 1.461 2,-1.993 1.585 0,-2.042 1.599 3,1.924-0.999 6,-3.674 2.472-1,-11.466 7.229-2,-2.817 1.688 0,-0.064 0.118 0,-3.500 2.459 0,0.765-0.128 5,-5.610 3.678 4,-4.850 3.090 7,-3.980 2.472-13,-0.665 0.834-8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4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10703.219 1602.000 767,'4.426'-4.425'0,"0.612"-0.613"0,0.071-0.070 0,-0.087 0.086 0,-1.311 0.016-10,0.733-3.026 10,-0.227-0.593 0,1.237-3.489-1,1.754-3.610-3,2.041-3.526-2,0.271 0.313 1,1.374-1.749-1,4.878-8.270-2,0.969-1.300 0,-3.280 6.201 3,0.494-0.605-1,2.949-4.366 2,1.015-0.646 1,3.159-4.311 1,0.438-0.169 2,-4.296 7.453-1,0.823-0.437-1,3.664-4.156-1,0.881 0.145 2,0.976-0.126 1,0.999-0.312-2,0.967-0.148 1,0.899-0.023 0,1.091 0.066 0,1.177 0.127-1,0.051 0.729 0,-0.754 1.124 1,-0.441 1.352 0,-0.199 1.451 0,-0.583 1.736 0,-0.828 1.856 1,-1.529 2.138 8,-1.957 2.237-4,0.062 0.420-2,-2.841 2.631 1,-0.287 0.671 2,-4.228 3.747 6,-3.762 3.279 1,-3.152 2.709-5,-2.505 2.126-4,0.598 0.934-1,-1.116 6.103 0,0.115 0.883 6,-2.430 2.190 4,-0.533-0.067-9,0.582 2.403-6,0.557 2.413 0,0.797 2.307-1,0.930 2.123 0,1.538 4.744-1,0.550 2.416 0,-0.583-0.667 0,0.129 1.992 1,-0.604-1.765 0,0.397 1.228 0,1.311 5.465 0,0.160 2.058 1,0.014 1.965-1,-0.092 1.806 1,0.120 2.173 1,0.266 2.332-3,1.507 7.200-1,0.428 1.223 2,-2.291-10.410 1,-0.063 0.365-1,0.989 5.414 0,-0.254-0.651 1,-0.312-1.351 2,-0.337-1.785 1,-0.340-2.010 1,-0.325-2.076 1,-0.300-2.307 1,-0.269-2.363 1,0.566 0.607 3,-0.285-3.368-1,-0.488-3.359-2,-0.850-4.062 2,-0.932-3.860-1,-0.928-3.484 1,-0.867-3.016-2,-0.808-2.418 6,-0.637-1.599-1,0.220 3.491 9,-1.803-2.562-17,-1.568-1.065 0,1.126-0.080-1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4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10991.219 1302.000 767,'6.315'0.000'0,"0.216"0.000"-4,1.138 0.000 3,6.001 0.000-2,-2.496 0.000 0,2.562 0.283-1,2.308 0.471 1,1.735 0.300-2,1.246 0.164 1,4.155 0.227-2,1.608-0.035 1,-1.367-0.242 2,1.581-0.116 1,-2.517-0.232 1,0.294-0.105-2,6.944 0.031 0,-0.047-0.161 0,-3.872-0.178 1,-0.777-0.100 0,-4.022-0.104 4,-0.993-0.056-1,4.011-0.037-1,-1.870-0.059 1,-4.222-0.040 2,-1.815-0.025 1,1.116-0.030 1,-2.838-0.014-2,-2.581-0.004 0,-2.161-0.001 5,-2.530 0.006-4,1.073-0.031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4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8291.219 4302.000 767,'7.095'0.000'0,"0.336"0.000"-4,-1.388 0.000 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4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8603.219 4422.000 767,'7.512'-7.512'0,"-2.021"2.378"-5,2.455-1.877 2,-0.398 0.177 0,1.399-1.652-1,3.638-4.123 0,2.501-3.175-1,5.387-6.040-2,3.292-3.595 0,-3.060 3.363 1,2.646-2.645-1,10.698-11.002-4,2.839-2.685 2,-7.069 7.302 2,1.067-1.313 0,5.413-6.080-1,0.416-0.917 1,0.828-0.493 1,1.082-0.168 2,0.647 0.071 3,0.306 0.239 0,0.050 0.346 0,-0.136 0.407 0,0.305 0.148-1,0.603-0.043 3,5.332-4.012 0,-0.391 1.701 1,-5.687 6.014-1,-0.634 1.267-3,-5.333 5.072 0,-0.256 0.581 4,4.080-2.987 2,-1.132 1.373 0,-1.389 1.255 0,-1.508 1.111-2,-2.085 1.805 0,-2.399 2.214 0,-2.227 2.401 3,-1.998 2.421-1,-2.309 2.321-1,-2.419 2.140 2,-2.667 1.911 9,-2.719 1.657-8,0.191-0.465 0,-3.902 2.722 6,-3.229 2.375 0,-2.546 1.966-5,-0.016 0.223-3,-3.232 10.755-2,-0.175 8.207 3,0.211-0.014-6,0.960 4.541-5,1.110 4.286-1,1.623 9.006-2,0.776 5.677-1,-0.320 0.311 0,0.275 4.836 2,-0.879-2.252 1,-0.259 3.076-2,1.098 11.517-1,0.797 5.259 1,0.514 4.245 0,0.287 3.323 1,-0.170 1.378 3,-0.487-0.071-6,-0.690-0.817 1,-0.803-1.310 2,-1.371-9.957 5,-0.644-1.445 0,0.060 12.829 9,-0.920-4.645 1,-0.953-11.622-2,-0.540-4.520 0,-0.452-4.668 0,-0.368-4.554 2,-0.290-4.258 2,-0.222-3.847 4,-0.163-3.938 1,-0.112-3.817-2,-0.071-3.552-2,-0.039-3.195-4,-0.015-2.791 0,0.005-2.372 9,0.000-1.637-6,0.029-2.027-3,0.035-1.679-2,-0.119 2.657-1,0.127-2.198-1,0.065 1.721 0,0.132 1.306-3,0.050 0.371 0,0.012-2.479 0,0.007-1.528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5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9179.219 4158.000 767,'0.000'-6.814'0,"5.146"2.172"-4,2.216 3.988 4,5.469 0.461-4,-3.604 0.155 2,1.369 0.027 0,1.323 0.020-1,1.229 0.014 0,1.387 0.009 0,1.434 0.005-1,1.116 0.001 2,0.838-0.000 0,-1.998-0.006 0,0.041-0.002 0,4.732 0.003-1,-0.046-0.005 1,-2.443-0.007 1,-0.116-0.003 1,-0.652-0.004 2,-1.004-0.003-2,0.885-0.002-1,-1.107-0.003 2,-4.425-0.002-1,-0.823-0.001 1,0.528-0.001 5,-0.998-0.000-4,0.144-0.001-1,-1.066-0.000 2,-1.801 0.000 1,-0.609 0.000-2,4.349-0.000 0,-4.503 0.000 0,-0.999 0.000-1,2.837-0.000 0,-2.295 0.000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5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5867.219 6486.000 767,'-7.829'-3.168'0,"-2.989"-2.687"0,3.176 1.472-8,-1.791-1.014 4,-0.182 0.007 1,0.271 0.326 0,0.562 0.522 0,0.600 0.552 2,0.892 0.685-1,0.901 0.664 1,-3.921-0.890 4,2.841 1.195 2,-3.705-1.255-1,0.847 0.555-3,2.278 1.117 0,-1.077 0.873-2,-2.552 1.448 1,5.464 0.465 0,-4.308 1.822-1,4.322-0.214-1,-0.083 0.643 1,-0.329 0.593 0,-0.488 0.530 2,-0.296 1.026 1,-0.145 1.331-3,-0.313 0.919-1,-0.418 0.583 1,-0.191 0.882-1,-0.020 1.053 0,0.103 1.125 0,0.186 1.124 1,0.518 0.787 0,0.730 0.509-1,0.564 1.137 0,0.420 1.530 1,0.580 1.737-1,0.667 1.803 3,0.697 1.766-3,0.685 1.655-1,0.645 1.216-1,0.586 0.846 1,0.391 4.561 0,0.543 1.316-1,0.957-6.641 2,0.962 0.192 1,1.578 3.399 0,1.502-0.567-1,1.455-0.853 0,1.353-1.016 1,1.498-1.650 2,1.531-2.024 1,1.200-2.194-1,0.908-2.212 0,0.374-2.121 1,-0.023-1.956 1,1.487-0.880 0,-0.116-2.489 0,-1.632-2.933 1,-0.088-1.626 0,-1.729-1.785 0,-0.338-0.950-2,1.448-0.656 0,0.365-0.859 0,0.283-0.674-1,0.210-0.511 2,0.149-0.370-2,0.098-0.253-3,0.623-0.157 0,0.967-0.082 2,2.851-0.479 0,0.833-0.549 0,-3.756-0.206-2,0.041-0.807 0,2.212-1.901 0,0.261-1.701 0,-0.299-1.760 0,-0.684-1.718 3,-0.644-1.891-1,-0.583-1.924-2,-0.514-1.857 0,-0.440-1.722 1,0.819-4.110 1,-1.030-1.480-3,-3.542 4.425 1,-0.624-0.687 0,0.229-3.063 0,-1.151 0.239 1,-1.188 0.072 0,-1.160-0.051 0,-0.687-3.266 2,-1.213-0.647 1,-1.422 5.968 1,-0.546 0.458-3,-0.661-2.539 0,-0.963 0.065-2,-0.968 0.511 1,-0.926 0.804 1,-0.853 0.692 6,-0.760 0.580-7,-0.941 0.755 0,-1.025 0.845 2,-0.755 0.869 3,-0.526 0.844-4,-0.339 1.070 1,-0.189 1.181 0,-0.074 1.204-1,0.011 1.163 2,-0.470-0.050-1,0.770 1.245 1,1.920 2.912 1,0.232 0.537-1,-0.692-0.486 0,0.386 1.040 3,0.386 1.048-3,0.364 0.999-1,-0.403 0.538 0,-4.003-0.550 1,1.891 2.725 0,-1.753 1.153 2,-2.750 0.854-4,0.042 0.203-1,1.252-0.167-1,2.331-0.205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5:5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4811.219 5934.000 767,'0.000'-8.473'0,"-1.294"0.551"-5,-0.946 1.497 3,-2.397-2.903 0,-1.269-0.869 0,1.150 3.442 1,-0.282 0.676 1,-0.087 0.926-1,0.209 1.203 1,-3.251-0.725-1,0.060 2.025 3,-6.529 0.938 0,4.470 1.364-4,-0.872 0.274 0,2.412 0.117 1,-0.406 0.068-1,-2.030 0.069-1,-1.023 0.026 1,2.054-0.042 1,-0.760-0.003 3,-2.058 0.012-2,-0.045-0.016-2,-0.272-0.019 0,-0.422-0.020 1,-0.508-0.020-1,-0.545-0.019 1,-2.880-0.012 3,-1.096-0.019-4,3.928 0.196 1,-0.060 0.362 0,-2.036 0.695 0,0.276 0.654-1,0.127 0.657 0,0.014 0.627 1,-0.066 0.576 3,-0.122 0.514-1,0.411 0.444 0,0.771 0.374-2,0.708 0.023 1,0.630-0.227-1,0.262 0.170 1,-0.013 0.446 0,-1.628 1.481 5,0.268 0.827-3,4.022-1.479-3,0.893 0.188 0,-1.568 2.078 0,1.263-0.024 1,2.806-1.807-1,0.193 0.270 1,-0.816 1.226 5,0.297 0.042-1,0.591-0.082-4,0.773-0.166 0,0.866-0.218-1,0.892-0.245 1,0.123 1.711 1,0.429 1.383 2,0.924-0.680 0,0.474 0.175-3,0.740-0.906-2,0.355 0.593 0,0.166 2.662 0,0.392 1.422 1,0.625 1.201 2,0.761 0.986-3,0.823 0.787 0,0.827 0.608-1,1.075 0.452 0,1.200 0.319 1,0.950-0.072 0,0.727-0.349 1,0.534-0.246 1,0.372-0.161-1,1.479 1.359 0,0.682-1.333 1,-1.540-4.433 2,0.471-0.220-2,1.476 1.586 0,0.125-0.302 2,0.219-0.036 0,0.275 0.155-2,0.885 1.434-1,-0.859-0.822 2,-2.442-3.759-1,-0.034-0.301-1,1.230 1.313 0,0.298-0.180 1,0.362-0.128 7,0.390-0.085-7,0.110-0.616 0,-0.096-0.965 0,-0.237-0.886-1,-0.327-0.787 0,2.844 1.469 1,-0.090-1.351 3,-0.037-1.222 1,-1.835-1.782-3,0.125-0.399-2,2.476 0.154 0,0.673-0.957 1,0.651-0.962 3,-4.431-1.579-2,0.552-0.354-3,3.472-0.197 1,2.806-0.362-2,6.452-0.261 3,4.500-0.304-1,-3.666-0.451-4,2.444-0.482-1,7.417-1.085-1,3.612-1.212 0,8.894-1.991-2,3.371-1.539 3,-9.612 0.790 1,1.299-0.479-1,7.167-1.892-2,0.651-1.210 2,-0.138-0.998 1,-0.693-0.798 1,3.939-1.791 4,-3.049 0.112 0,-8.788 1.488-1,-3.716 0.021 1,-7.875 1.581 3,-3.521 0.272-1,1.637-1.751 5,-4.932 1.255 2,-5.166 1.656 1,-3.468 1.044-1,-2.938 0.939 25,-2.414 0.816-32,-1.534 0.242 3,-0.231-1.787-2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7271.219 7266.000 767,'6.691'0.000'0,"2.825"0.000"-4,0.128 0.000 2,-3.320 0.000 1,0.621 0.000-1,1.729 0.000-1,0.781 0.000 1,-0.797 0.000 1,0.056 0.000 0,1.335 0.000 0,0.283 0.000 0,-2.120 0.000 0,0.268 0.000 1,0.111 0.000 1,-0.011 0.000-2,1.377 0.000 0,0.204 0.000 1,-0.051 0.000-1,-0.230 0.000 1,-0.064 0.000 1,0.057 0.000-1,0.298 0.000-1,-0.604 0.000 1,-0.768 0.000 2,-0.841 0.000-3,-0.795-0.283 1,-0.005-0.471 0,-0.058-0.300 1,-0.093-0.164 0,-0.963 0.106 0,-0.066 0.006-1,0.790-0.100 1,-0.082 0.098 0,-0.090 0.122-1,-0.092 0.133 1,0.193-0.148-1,0.388-0.341 0,2.928-0.766 1,0.181-0.021-2,-0.072 0.166 0,-0.975 0.356 0,-0.451 0.268 0,2.828-0.946-1,-0.480-0.566 4,-4.820 1.210 1,-0.043 0.090-2,1.218-0.172-1,-0.577 0.264 0,-0.694 0.276 0,4.006-0.417 0,-2.446 0.824 0,-0.629 0.469 1,-0.915 0.289 2,1.059 0.197-2,1.460 0.033-1,-0.789-0.124 1,-1.587-0.061-1,0.050-0.046-2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7967.219 7230.000 767,'7.234'0.000'0,"-0.437"0.000"0,2.780 0.000-3,-2.415 0.000-2,-0.297 0.000 4,2.107 0.000 0,8.611 0.000-3,3.964 0.000 0,-4.483 0.000 0,2.381 0.000-1,6.451 0.000-1,3.656 0.000 0,4.038 0.000-1,4.119 0.000 1,3.418 0.000 0,2.758 0.000-2,9.647 0.358-1,3.915 0.579 0,-4.455 0.443 1,1.421 0.607 3,0.709 0.905 1,0.169 1.073-2,-6.866 0.163 0,0.235 0.560 2,6.867 1.279 5,-0.697 0.435-1,5.460 1.526 2,-2.033 0.734-1,-14.365-1.504-1,-1.129 0.489 1,5.536 1.493 1,-0.141 0.137 1,5.885 1.087 2,-0.452-0.309 0,-12.729-2.724-2,-0.788-0.630-5,10.947 0.736-1,-0.520-1.241 3,-11.742-2.108 1,-0.271-0.694 3,5.398-0.354 2,-0.160-0.740-7,-0.479-0.635-1,-0.682-0.531 4,4.672-0.404 1,-0.751-0.413-4,-10.800-0.251 0,-0.123-0.137 3,5.264-0.141 0,0.186-0.083-1,0.462 0.237-1,0.636 0.455 1,5.114 0.436 1,-1.129 0.211-4,-10.854 0.033 0,-0.212 0.376 1,4.844 1.072-1,-0.298 1.062 3,-0.946 0.587 3,-1.363 0.221-2,-1.313-0.050-1,-1.216-0.240-1,-1.089-0.364-1,-0.948-0.436 4,3.073-0.177 3,-1.030-0.585-3,-8.314-0.896-1,-0.314-0.307 0,3.606-0.172-1,-0.075-0.313 0,-0.037-0.264 0,-0.008-0.215 1,0.295-0.171-1,0.498-0.131-2,0.336-0.097 0,0.205-0.068 1,-0.464-0.044 0,-0.919-0.025-2,-0.915-0.010 1,-0.870 0.001 0,-0.798 0.008 1,-0.708 0.014 2,2.510 0.002 4,-0.807 0.023-4,-4.291 0.032-1,-1.394 0.017 0,-3.698 0.021 0,-0.705 0.011 0,1.871 0.007 0,-0.568 0.010 2,-0.743 0.009 3,-0.833 0.007-4,-0.574 0.005-1,-0.363 0.004-1,1.120 0.003 0,-1.354 0.002 3,-4.582-0.000-1,-0.907 0.000-2,3.576 0.003 0,-2.211-0.000 2,-2.058-0.001 3,-2.758-0.002-1,-0.870-0.001-2,3.486 0.000 2,-3.311-0.002 0,0.098-0.000-3,4.680-0.804-3,-2.413-0.559 1,0.157-0.234 1,-0.144-0.033-1,-0.326 0.099 0,-2.428 0.328 0,0.588-0.271 0,-0.864-0.059 0,-0.055-0.329 0,4.761-2.106 0,-0.225-0.074 1,-0.359 0.292 0,-2.017 0.937 1,-0.413 0.406-1,-1.978 0.787 0,6.182-1.013-1,-5.816 1.647 4,6.090-1.003 1,-3.926 0.583-4,0.846-0.041-1,1.298 0.039-1,1.559 0.094 1,1.105 0.128-1,0.730 0.147 0,3.357-0.292-1,1.852-0.389 0,-1.191 0.063 0,0.668-0.012 2,-1.552 0.045-1,1.047-0.280-1,7.535-1.134-1,2.214-0.576 3,-5.642 0.480 1,0.259-0.344-3,6.833-1.211 0,-0.039 0.132-2,-6.711 1.230 2,-0.102 0.283 0,3.181-0.015 6,-0.097 0.443-2,-0.424 0.438-1,-0.638 0.415 1,2.457 0.259 1,-0.583 0.413-2,-6.180 0.450-1,-0.104 0.179 3,2.951 0.131 1,0.105 0.155-3,-0.167 0.119 0,-0.352 0.087 1,2.233 0.081 0,-0.809 0.045-2,-5.673-0.239 0,-0.045-0.366 1,4.443-0.554 2,-1.533-0.229 0,-5.894 0.224-1,-1.217-0.000-1,1.011-0.379 0,-0.581-0.386 0,-0.816-0.191 5,-0.945-0.043 4,-0.993 0.063-7,-0.979 0.137-3,-0.925 0.182 1,-0.841 0.206 0,-0.743 0.214 4,-0.637 0.208-1,0.284 0.124-1,-0.571 0.219 0,4.144-0.840 0,-3.771-0.283-1,0.051-0.686 0,-1.562 0.139-2,0.336-0.438 0,3.290-2.090 0,0.018-0.666 0,0.178-0.725 0,-0.804-0.033 0,-0.936 0.170 0,1.000-0.731 0,-2.780 1.790 2,0.146-0.655-1,0.568-1.321 1,-0.613-0.351 0,-1.751 1.328-1,-0.165-0.447-1,1.580-2.378 0,0.495-0.183 1,-0.529 1.052 1,0.148 0.127-2,-0.737 1.121 0,0.061 0.130 0,1.373-1.695 0,-0.605 0.271 1,-1.354 1.135 1,-0.692 0.215-1,-0.332-0.602 1,-0.848 0.236 1,0.095-2.712 0,-1.734 1.784 0,-0.538-0.207-1,-0.507 1.600-1,-0.217-0.361-1,-0.180-2.376 0,-0.209-0.064 0,-0.084 1.968 1,-0.061-0.255-1,-0.356-1.550 0,-0.498-0.453 1,-0.872-0.148 0,-1.099 0.075 0,-3.397-3.224-2,-1.881 0.885 1,-0.465 1.549 0,-0.312 1.559 1,-1.336 0.519-1,1.481 2.184 1,-0.943 0.236 1,-4.819-1.792-1,-1.918-0.291-3,2.411 1.766 1,-1.521-0.018 0,-4.966-0.912 0,-2.948 0.062-2,-2.967 0.102-1,-2.841 0.126 1,-6.985-1.418-1,-2.573-0.938-2,2.810 0.698 1,-1.357-0.118 1,-1.743 0.047 0,-1.938 0.163 1,-1.417 0.237-1,-0.981 0.279 4,-0.624-0.270 0,-0.341-0.648-3,-5.724-1.528-1,0.389-0.006 4,17.111 3.622 1,0.294 0.116-1,-10.298-2.060 1,0.978 0.274 0,1.534 0.599 1,1.858 0.801 1,-2.267 0.254 3,2.708 1.189-2,6.039 1.539-3,1.387 0.841 5,-1.819 0.540 3,2.207 0.813-2,10.875 0.958-3,0.522 0.260-2,-11.750 0.113 2,0.959 0.446 3,12.185 0.191-3,0.112 0.085-2,-8.111 0.182 1,1.142 0.084-3,6.072-0.052 0,0.522 0.006 1,-2.025 0.034 2,0.428-0.021-1,0.928-0.029 2,1.240-0.033-1,-1.071 0.343-1,0.724 0.535 0,4.356-0.070-1,0.405 0.096 3,-1.098 0.203 1,0.869-0.036-4,0.658 0.196 0,0.479 0.351 1,-1.051 0.438 1,0.327 0.002 1,-1.287 0.235-2,1.443-0.330-1,1.583-0.388 0,4.056-0.576 0,0.086 0.208 1,-2.093 0.942 1,-0.346 0.572 0,0.675 0.120-1,-0.405 0.457 0,0.754-0.104-1,-0.398 0.346-1,-1.474 1.265-1,-0.015 0.844 1,-4.447 2.819-1,-0.777-0.407 1,6.804-3.749 0,-0.144 0.217 0,-1.904 1.288 1,-0.649 0.583-1,-1.969 1.488 0,0.043 0.284 0,0.074 0.088 2,0.093-0.055-3,-1.466 1.218-1,0.219 0.249 1,2.048-1.152 4,0.632-0.167-1,0.982-0.241-1,1.187-0.282 0,1.904-1.021 0,0.613 0.169 0,-0.919 2.378 3,0.931 0.178 3,0.845 0.074-5,0.736-0.000-1,1.385-2.328 0,0.114-0.159-1,-1.494 3.792-1,0.767-0.709 1,1.084 0.578 3,0.680 0.607 4,0.619-0.025-5,0.945-4.319-2,0.176 0.696 0,0.521 2.435 0,0.927 1.100 0,2.017 5.037 0,1.784 1.267-2,-0.213-3.652 1,0.649 0.152-1,2.631 4.499 0,1.093 0.227 0,-0.502-2.044 1,0.226 0.098 1,0.332-0.170 2,0.391-0.354-2,-0.818-2.430-1,0.372-0.345 2,4.080 4.813 0,-0.256-1.634 1,-5.220-7.459 0,-0.214-0.617-1,3.079 3.191 1,-0.543-1.216-1,-2.479-3.308 3,-0.302-0.938 0,2.800 1.623 3,-0.936-1.497-5,-0.968-1.153 2,-2.055-1.783 0,0.206-0.169-2,0.154-0.010 0,0.109 0.104-1,-0.707-0.331 0,0.063 0.196 1,2.029 1.060-1,0.585-0.260 0,-0.683-0.838 0,0.088-0.416-1,2.647 0.263 0,-0.083-0.774 0,-0.224-0.699 1,-2.431-0.822 1,0.235-0.291-1,2.871-0.159-1,-0.007-0.327 1,-0.213-0.231 0,-1.954-0.127 1,-0.375-0.073-1,-1.773-0.009-1,0.205-0.017 1,0.355-0.009-1,0.456-0.002 4,2.549-0.029-1,0.109 0.011-3,-0.935 0.027 0,0.260 0.014 0,0.317 0.014 0,0.344 0.014 0,0.064 0.013 1,-0.138 0.012 0,0.007-0.272-1,0.109-0.462 1,1.104-0.825-1,-0.387-0.754 1,4.950-2.255 1,-6.481 1.208-2,-1.993 0.363 1,1.816-1.523 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14027.219 6114.000 767,'-6.228'0.581'0,"-1.827"1.241"-4,0.745-0.182 1,-1.416 0.037 1,-1.147-0.118-1,3.013-0.407 1,-0.470 0.271 1,-2.239 1.015-1,0.473 0.624 1,1.127 0.131-1,-0.107 0.468 2,-1.341 1.019 0,-0.377 0.458 2,3.252-1.393-2,0.004 0.469 0,-2.431 2.426-1,-0.321 0.979 0,-0.074 0.904-1,0.105 0.808 2,0.229 0.417-1,0.306 0.121-1,0.063 0.469 0,-0.112 0.695 1,-1.390 2.063 0,-0.309 0.396 3,2.579-3.106-2,0.474-0.239-2,-0.531 0.738 1,0.469-1.020 0,0.687-0.908 0,0.809-0.786 0,-0.021 0.541 3,0.493-0.128 5,1.625-2.053-2,0.440-0.128-2,-0.184 1.336-4,0.108 0.784 1,-0.039 0.722 0,-0.143 0.644 2,-0.371 1.942-4,0.306 0.487-1,1.099-2.549 2,0.292 0.221 0,0.057 1.455-1,0.393-0.237 2,0.370 0.151-1,0.337 0.421 1,0.224 1.865 0,0.314 0.167 2,0.276-1.813-2,0.162-0.481-1,0.137 2.085-1,0.135-0.921 2,0.084-0.934 0,0.385-2.001 3,0.596-0.783-2,0.832-0.022-1,0.609-1.016 1,0.497-0.939 2,2.746 2.446 0,0.484-3.191-2,1.565-2.371 0,0.334-2.421 2,1.006-1.189-2,1.766-1.195-2,-4.237-1.175 0,4.036-3.869-1,-4.408 0.638 0,0.077-1.284 1,0.036-0.885 0,0.006-0.559 1,-0.300-0.583-1,-0.503-0.573-1,-0.623-0.256 1,-0.680-0.018-1,-0.688-0.414 2,-0.662-0.676 0,-0.612-0.548 0,-0.547-0.431 1,-0.374-1.501 0,-0.493 0.383-3,-0.707-1.927 1,-0.900 0.479 0,-0.835 0.473 1,0.126 5.098 2,-0.455 0.393-2,-1.330-1.719-1,-0.720 0.648 0,-1.302-0.491 2,0.036 1.730 3,0.354 1.750-2,0.516 1.610-2,-2.571-0.747 0,0.052 3.328 2,-2.234 2.788 3,2.754-0.141 0,-0.217-0.161-5,-1.960-0.081-2,-1.354-0.111 1,-1.617-0.088-1,0.768-0.079 1,2.956-0.054 0,1.147-0.044 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13943.219 6378.000 767,'6.905'2.588'0,"2.962"5.232"-6,-5.165-3.013 4,3.194 4.162-1,-1.296-0.421 1,-2.427-2.985 2,0.299-0.014 1,0.003 0.011-2,-0.210 0.029 0,-0.128 0.234 0,-0.495-0.229 0,-0.537-0.298 1,1.448 3.645 2,0.039-0.376-2,1.562 1.043 1,-2.486-4.572 0,0.600 0.830-1,-0.159 0.144-1,0.610 0.345 0,0.341-0.675 0,0.434-0.850 0,3.910 1.182 3,0.813-2.107-2,1.733-1.689 1,-5.232-1.589 1,0.273-0.244-3,1.419-0.195 1,0.582-0.175-2,-2.901-0.057 1,0.072-0.040 1,3.021-0.109 0,-0.410-0.033-1,-0.621-0.008 0,-0.728 0.008 0,3.990-0.089 2,-3.083-0.062-1,-0.817-0.258 0,-1.109-0.302 1,2.830-1.833 0,-3.941-1.984 2,-3.261-2.023-1,-1.536-3.312 1,-2.565-1.041-6,-0.057 4.813 2,-1.153-1.636-1,-0.764-0.813 1,0.516 1.932 0,-0.376 0.234 0,-1.023-0.968-1,-0.382-0.227 1,-0.306-0.077 0,-0.235 0.034 1,-0.951-0.482 2,-0.103 0.833-3,1.309 2.058 0,-0.400 0.274 0,-1.566-0.528 1,0.047 0.703 2,0.273 0.752-1,0.414 0.748-1,-3.819-0.854-1,4.471 2.636 1,-0.399 0.454 1,-0.257 0.382 1,-0.145 0.313 2,-0.339 0.249-4,-0.463 0.191-2,-0.245 0.142 1,-0.080 0.099 1,-2.457 0.158 0,0.699 0.046-2,0.921 0.001 1,2.692-0.099 2,-5.334 0.166-1,-1.313-0.075 3,5.458-0.204 0,-0.086-0.037-4,0.400 0.098 0,0.760 0.172 0,-3.724 0.965 0,3.170 0.743 1,0.648 1.739 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14315.219 6282.000 767,'0.000'7.554'0,"0.000"1.542"-5,0.000-2.458 3,0.000 6.676-2,0.000 1.089 0,-1.768 1.708 0,-1.922 3.582 0,-1.261 0.505 2,-0.698-1.304 0,-0.761 0.274-1,-0.456 0.090 1,2.663-8.034 1,-0.111-0.398 1,-2.098 4.781 3,0.422-0.642-5,1.504-3.479 1,0.074 0.120-1,-1.895 4.304 9,0.021-1.601-7,2.686-6.154 0,0.229-0.235 0,-1.903 5.275 0,1.018-1.977 1,0.993-2.193 4,0.891-2.129-4,-0.276 1.503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14267.219 6498.000 767,'6.303'-3.935'0,"-0.257"0.747"0,4.131-1.946-8,-2.813 1.500 6,0.995-0.466-1,0.598-0.139 1,0.286 0.101 0,1.577-0.180 1,0.355 0.486-1,-1.875 0.972 0,0.985-0.023 1,3.063-0.490 2,0.205 0.268-1,-0.259 0.352-1,-0.568 0.390-1,-3.800 0.893 0,0.196 0.194 1,5.111-0.259-1,-0.627 0.397 1,-1.033 0.337 2,-1.235 0.275 1,-1.292 0.217-1,-1.245 0.164 0,-0.085 0.125-1,-0.745-0.088-1,-0.710-0.225 1,-0.636-0.296 8,-0.541-0.320 0,4.504-1.680-10,-3.143 0.079 1,-1.757-0.051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14339.219 6498.000 767,'0.000'6.490'0,"0.433"2.756"0,3.317 3.238-8,0.149-4.816 6,1.323 0.625-3,1.263 0.619 3,0.875 0.869 0,0.560 1.006-1,1.380 2.328 1,0.066 0.595 0,-1.164-1.852 1,-0.191-0.792-1,-1.179-1.781 1,-0.162-0.200-1,1.308 2.165 2,-0.881-0.604 0,-1.977-2.997 4,-0.268-0.748-1,1.607 1.660-3,-1.057-1.839 1,-1.099-1.691 1,1.329 0.908 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14699.219 6414.000 767,'0.000'6.941'0,"0.000"0.896"-4,0.000-1.069 2,0.000 1.867-1,0.000 1.738 0,-0.335 2.428 0,-0.514 1.338 0,-0.580 0.980 0,-0.304-2.477 1,-0.611-0.473 0,-0.238-1.330 1,-0.516 0.353-1,-0.505 0.289 0,-0.472 0.231 8,0.183-1.545-5,-0.320-0.210-2,-2.410 4.351 0,0.429-1.396 0,0.783-1.607 0,1.025-2.124 2,0.905-1.883 0,0.844-1.759 1,-0.547 1.172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14747.219 6390.000 767,'5.110'-4.775'0,"0.253"1.688"0,2.279 0.774-7,-0.945 1.295 6,3.050 0.347 1,2.683 0.278-2,-4.577 0.269 1,0.243 0.053-1,0.075 0.041 1,-0.050 0.031-1,1.731 0.034 1,-0.563 0.019 0,-0.691 0.008 1,-0.722 0.000 1,-0.688-0.004-1,3.424 0.021-1,-4.385 0.294 1,3.284 1.956 3,-0.667 3.978 4,-3.010 0.771-7,-2.337-0.998 0,-1.458 0.371-2,-2.042 0.806 1,-0.200-0.118 4,-0.978 1.625-2,-2.227 2.657-4,1.098-5.739 3,-0.295-0.219-1,-1.474 1.145 0,-4.278 1.349-1,2.338-3.813 3,-0.342-0.446 1,-0.031-0.522-2,0.181-0.542-2,-3.271 0.530 0,2.799-1.680 1,0.247-0.470 1,0.338-0.375 2,-5.517-0.145 1,0.811 0.459-3,1.388 1.623 1,2.579 0.839-1,1.260 2.111 0,3.755 1.583 1,2.562-0.446 0,-0.186-0.474 0,1.588-0.093 0,3.196-2.958-1,3.616-0.837-1,2.596-0.696-1,-4.327-0.989 0,5.179 0.854 0,-4.599 0.047 0,0.231 0.579 2,1.763 1.014-1,-0.790 0.084 0,-1.081-0.181 0,-1.188-0.338 1,-1.167-0.414 0,2.506 0.989 0,-1.342-0.973 0,1.756 1.238 3,-2.366 0.760-1,-0.086 2.996 1,-2.151 1.053-3,-1.842 0.314-1,-1.338-2.667 1,-1.416 0.904-1,-1.541 0.001 2,-1.461 0.815 2,-3.096 0.063-3,1.805-4.003-1,-1.109 0.084 0,-1.068-0.121-1,-0.987-0.261 1,-1.167-0.349 0,-1.239-0.395-1,-0.667-0.409 0,-0.228-0.400 0,-0.188-0.374 1,-0.149-0.338-1,-1.980-0.228 0,-0.592-0.312 0,-2.690-0.229 4,0.742-0.251-2,1.154-0.169-1,2.396-0.092 0,1.572-0.052 0,1.537-0.023 1,3.018-0.251 1,-3.945-1.982 3,2.538-2.151 7,1.411-1.986-8,2.896 0.966-4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13919.219 5298.000 767,'-6.469'7.417'-5,"1.874"-1.362"4,-1.431 1.529 0,0.755-0.900-3,-0.463 0.779 2,-1.566 2.041-2,-0.754 0.812 2,-0.440 0.658-1,-0.195 0.517 0,-1.103 1.932 2,0.216 0.250-1,2.345-3.429 0,0.207-0.662 1,-2.048 2.063 1,-0.202-0.435 0,1.076-1.440 0,0.137-0.034 5,0.194 0.083-3,0.227 0.162-3,1.138-1.303 0,0.154-0.138 1,-0.852 1.383 1,0.736-0.678-1,0.854-0.803-1,0.892-0.847 1,-0.168 0.709 2,0.711-1.116-1,0.453-0.955 1,-2.174 3.077 3,1.384-2.972-2,-0.658-0.308-1,6.924 0.807 4,6.666-3.288-5,-0.035-0.040-4,2.210 0.779 0,-3.691-1.650 1,0.564-0.019 0,4.054 0.725 0,1.702-0.264-1,4.545-0.036-1,3.043-0.467 2,-5.462-1.068 0,1.864-0.204-1,12.656 0.216-3,2.745-0.386 0,-1.998-0.386 1,1.412-0.221 0,0.061-0.182 0,-0.903-0.146 1,-1.548-0.114 0,-1.933-0.085 1,-2.399-0.061 2,-2.618-0.041 0,-2.650-0.024 2,-2.549-0.011 7,-2.356-0.002-1,-2.107 0.005 0,-0.049-0.018 6,-3.070 0.021-4,-2.694 0.022-5,0.894-0.040-1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14147.219 5418.000 767,'-6.543'2.072'0,"0.414"4.541"-4,2.410-1.106-1,-0.419 1.704 4,-1.637 4.493-1,-0.402 2.185-1,2.383-5.102 1,-0.128 0.441 0,-1.583 4.103-2,-0.220 0.952 2,-0.930 2.865-2,-0.105 0.781 3,1.270-3.662 1,-0.408 0.375-2,-1.247 2.899 0,-0.233 0.879 0,0.181 0.041 1,0.469-0.558 0,-1.107 3.420 0,0.503-1.362-1,0.862-2.047 0,1.027-2.335 3,1.060-2.347 6,0.846-1.600-6,0.998-2.169 2,0.827-1.793 3,0.648-1.695-1,0.291 1.400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14375.219 5490.000 767,'-3.369'6.739'0,"-1.242"2.484"0,1.974-3.589 0,-0.659 1.896-9,-0.113 0.104 7,-0.464 0.593 0,-0.147 0.600 0,0.085 0.577 0,0.680-0.984 0,0.259 0.056 1,-0.317 1.432 0,-0.048 0.255 0,-0.158 0.552 1,-0.229 0.736 0,-0.270 0.833 1,-0.285 0.862-2,-0.282 0.277-1,-0.268-0.152 1,-0.917 1.803-1,-0.223 0.272 0,1.240-3.419 0,-0.113-0.004 2,-0.859 1.985 2,-0.129 0.394-3,-1.313 3.293 0,0.738-1.753 2,0.960-2.323-1,1.026-2.505-1,0.990-2.430 0,0.892-2.195 0,-0.424 1.099 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14339.219 5622.000 767,'0.357'-6.095'0,"5.082"-1.871"-5,-0.387 4.026 3,1.431 1.217 1,3.698 0.722 0,2.137 0.782 0,-4.834 0.818-1,-1.373 0.180 1,0.429 0.076 0,0.518-0.155 0,0.566-0.321 0,2.780-0.538 1,0.146-0.174-1,-1.027 0.118 1,0.221 0.035-2,-0.020 0.081 1,-0.189 0.109 0,2.354-0.495 2,-0.010-0.491-2,-3.779 0.509 1,-0.236-0.009 1,0.521-0.150 0,-0.823 0.120-2,1.121-0.284 1,-1.880 0.343 0,1.801-0.467 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0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14411.219 5574.000 767,'0.000'6.490'0,"0.217"2.734"-5,1.906 4.265 1,0.207-4.753 2,-0.061-1.342 0,0.477 0.831-1,1.568 3.960 1,0.630 1.436 0,-0.803-2.498 1,0.288 0.427-1,1.271 2.372 0,0.751 0.706 0,0.514 0.096-1,0.320-0.343 2,1.123 0.989 1,-0.001-1.105-2,-1.048-2.565 1,-0.146-0.966-1,0.496 0.181 4,-0.872-1.486 1,-1.010-1.432 0,-1.039-1.307-1,-0.993-1.141 0,-0.367-0.321 1,1.296 2.078 1,0.125-0.711 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1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14747.219 5598.000 767,'5.226'-5.860'0,"2.639"4.109"-6,-0.728 2.731 5,0.352 4.152-1,-2.394 0.394 1,0.329 1.906 0,0.257 1.918-1,-0.930-0.765 0,0.511 1.539 0,1.568 3.038-1,0.825 1.078 0,3.593 5.037-1,1.572 0.851 0,-4.788-7.912 2,0.372 0.263-1,5.073 6.675 1,0.501-0.133 0,-2.973-4.534 0,0.135-0.320 0,5.579 6.171 3,-1.715-2.692-1,-2.236-3.061-1,-2.358-3.018 3,-2.226-2.729-1,-1.952-2.314 0,-1.614-1.860 1,1.135 0.789 1,1.615-6.860 6,-3.127-3.676 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1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15023.219 5586.000 767,'-7.531'1.036'0,"0.435"2.271"-4,1.363-0.278 0,-1.222 0.726 4,0.863-0.240-2,-0.724 0.751 0,-4.848 3.543 0,-1.701 1.407-2,3.309-2.007 2,-0.811 0.957 0,-1.080 1.070-1,-1.243 1.117 0,-3.325 2.648-1,-1.096 0.785 2,-3.212 2.324-1,-0.516 0.161-1,4.868-3.704 0,0.256-0.086 1,-7.025 5.677 1,2.516-1.716 1,2.951-2.100 1,3.134-2.349 3,3.346-2.606-1,3.017-2.401 1,2.556-2.068 0,-0.046 0.236-1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1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15239.219 5574.000 767,'0.000'-6.199'0,"-5.546"1.350"-4,-2.057 6.885 3,-0.953 1.597-1,-1.293 2.368-1,5.113-1.691 2,0.832 0.527-1,0.850 0.422 1,0.101 3.490 1,1.691-1.309 0,0.376 0.738 0,0.383-0.945-1,0.157 1.258 1,0.687 2.890-1,1.073 1.506 0,0.980 1.313-1,0.867 1.114-1,1.030 0.354 0,1.096-0.204-1,1.375-0.308 2,1.509-0.368-1,2.616 1.351 2,1.136-0.583 0,-2.425-4.041 3,0.055-0.635-3,1.261 0.704 0,-0.316-0.869 0,-0.441-0.841 1,-0.510-0.781 0,0.528 0.249 4,-0.707-0.800-1,0.624 0.441 0,-1.206-1.120 0,-1.152-1.013-1,-2.073-1.684-1,-1.028-0.668 0,1.798 2.861 1,-3.147-1.708 2,-1.839 0.902 0,-1.412 0.690-2,-0.643-1.021-1,-0.300 1.487-2,-0.899-0.467 1,-4.438-2.753 1,-3.622-2.580-2,0.871-1.153 0,-1.386-0.265-1,2.040-0.238 0,-0.569-0.094 0,-0.832-0.074 0,-0.982-0.057-1,-2.302-0.407 1,-0.588-0.613 3,2.844-0.211-1,-0.181-0.496-2,-1.225-0.930 0,0.816-0.648 1,-0.365-0.798 0,1.055-0.020 1,1.024 0.001 0,1.295 0.167 0,1.237 0.207 2,1.121 0.220 3,-2.663-2.658-3,3.085-0.803-1,2.495-1.586 4,1.998-0.651-3,1.004 1.012-3,0.290 2.063 0,0.088-0.494 0,0.029-0.420 3,0.139-3.810-2,0.952 0.660-2,2.816-0.140 2,2.871 1.295 4,2.591 0.803-6,-1.366 2.230 1,1.244-0.781-1,-1.748 1.432 0,0.218 0.137 1,1.549-0.647-1,0.397 0.062 0,0.378 0.035 0,0.346 0.014 0,-0.259-0.002 4,-0.677-0.014-2,-0.661-0.021-1,-0.617-0.025 0,0.716-0.402 0,-0.069 0.589 3,-2.392 1.477 0,-0.512 0.103 0,0.380-0.569-1,-0.394-0.059-1,-0.291-0.105 0,-0.205-0.133 3,1.508-1.392-2,-0.521 0.678-1,-0.549 0.889 0,-1.216 1.054 0,-0.107 0.074 0,0.092-0.662 1,-0.649-0.443 0,-0.732-0.525 0,1.108-5.098-1,-3.111 4.447 0,-0.430-0.759-1,0.009-4.501 3,-0.817 4.837-2,-0.129-0.885-2,-0.390-2.119 1,-0.570-0.904 0,-0.564-1.482 0,-0.236 0.560-1,-0.470-1.024 0,0.124 2.060 0,0.249 2.154 1,0.302 2.015 0,-0.477-1.008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15635.219 5526.000 767,'6.195'0.000'0,"2.062"0.000"0,0.078 0.000 0,0.138 0.000-8,-2.143 0.000 7,0.532 0.000 1,0.323 0.000-1,0.161 0.000-1,-1.269 0.000 1,0.018 0.000 0,2.474 0.000-1,1.057 0.000 1,1.538 0.000 1,-0.229 0.000 2,-0.656 0.000-4,-2.526 0.000 1,-0.418 0.000-1,0.104-0.358 1,-0.994-0.579 2,-0.588-0.518 0,2.177-1.752 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15779.219 5550.000 767,'0.000'8.107'0,"0.000"2.588"-6,0.000-3.104 4,0.000 1.094 0,0.000 0.935-1,0.000 0.778 0,0.000 0.629 1,0.000 0.494-1,0.000 0.374 2,-0.283 0.837 0,-0.471 1.127 0,-1.118 6.226 0,-0.713 0.647 0,-0.558 0.002-2,-0.416-0.730 0,-0.293-1.121 0,-0.192-1.267 1,0.852-5.108 0,-0.245-0.525 3,-0.229 0.009 1,0.186-0.833 0,0.313-0.853 1,0.386-0.821 0,0.773-2.186-1,0.283-0.430 0,-0.397 1.379-1,-0.166-0.529-1,-0.411 0.334 3,0.251-1.401 3,-1.326 2.486-6,0.870-3.431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15923.219 5502.000 767,'0.295'-6.803'0,"6.479"10.178"-4,-3.406 1.891 4,-1.622 1.247-2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1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15923.219 5598.000 767,'0.000'7.650'0,"0.000"-0.970"0,5.724 1.220-8,1.506-3.526 7,0.960-1.140 0,-2.197-1.686 0,1.237 0.054 0,1.388 0.246 0,3.507 0.600 0,0.414-0.092-1,-0.217-0.232-1,-0.604-0.305 1,-4.979-0.846 1,-0.247-0.119 0,2.130 0.124 0,-0.698-0.213 0,-0.747-0.188 0,-0.740-0.162 4,0.459-0.103 3,2.558-0.127-4,-3.049-0.479-2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1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15923.219 5754.000 767,'6.315'0.000'0,"0.895"0.294"-4,-1.528 3.224 3,0.821 3.485 0,-1.491-0.967-1,-0.678-0.467 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16067.219 5766.000 767,'0.000'6.003'0,"-1.321"0.637"-4,-5.288 0.553 3,-0.886 0.454-1,-0.101-0.006 0,1.219-1.273-1,0.833-0.867 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1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15791.219 5874.000 767,'6.062'0.000'0,"0.999"0.000"0,-1.056 0.000 0,1.792 0.000-8,6.664 0.000 6,-3.390 0.000 0,1.975 0.000-1,1.639 0.000 0,1.040 0.000-1,0.565 0.000 0,0.483 0.000 0,0.401 0.000 0,0.325 0.000 3,0.255 0.000 0,1.747 0.000 1,-1.124 0.000 0,-4.990 0.000 0,-0.944 0.000-1,0.834 0.000 1,-0.731 0.000 0,2.539 0.000 5,-1.940 0.000 3,-1.961 0.000-7,-2.727 0.000-1,-1.352 0.000 1,3.822 0.000 3,-3.277 0.000 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2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17327.219 7386.000 767,'6.416'-0.788'0,"3.719"-1.554"-5,1.605-0.500 1,-5.732 1.511 3,5.396-0.611-2,-4.229 1.086 2,0.246 0.164 2,2.604-0.032-2,-3.182 0.387 1,0.047 0.090 0,-0.008 0.076-1,-0.047 0.062 2,0.186 0.049-1,-0.383 0.042 0,-0.459 0.030 0,3.980 0.055 0,-0.842 0.021 0,2.268 0.020 1,-5.230-0.055 1,-0.350-0.009-2,2.750 0.006-1,1.535-0.014 1,-2.107-0.021 2,-2.117-0.012-1,0.078 0.287-2,-2.531 6.281 4,-3.092 1.904-1,-1.545-2.413-4,-3.414 0.369 1,-3.807 1.073 2,2.818-3.278-3,-0.957 0.311 1,-0.666 0.290-1,-0.422 0.262 0,-0.232-0.053 1,-0.086-0.275-1,0.023-0.137 1,0.100-0.033-1,0.150 0.042 2,0.178 0.095 0,0.473 0.127 1,0.660 0.145 0,0.154 0.163-1,0.379-0.378 0,0.244-0.518 0,0.141-0.586 1,-4.588 1.894 1,1.090-2.132-2,0.594-1.044 1,1.283-0.127 2,0.703 0.576-2,0.242 0.852 0,4.588 2.155 0,1.375 0.200 0,7.256-4.427-1,-0.551-1.570 0,0.910-0.031 0,2.727-0.016-1,-0.648-0.010 0,2.629-0.004-1,-4.184 0.000 1,0.387-0.000 0,0.156 0.000 0,-0.016 0.000-1,-0.137 0.000 1,-0.217 0.000-1,1.064 0.000 2,0.172 0.000 0,-2.180 0.000 1,-0.092 0.000 0,3.713 0.000-1,-0.313 0.000-1,-0.416 0.000 1,-2.910 0.000 1,-0.311 0.000-1,1.119 0.000-1,-0.791 0.000 1,-0.826 0.000 0,4.346 0.000 5,0.734 0.000-5,-0.346 0.000 0,-2.348 0.000 0,-2.543 0.000 0,-0.109 0.000 0,-0.180 0.000 1,5.465 0.000 0,-2.607 0.000-3,1.301 0.000 1,-1.367 0.000 4,-1.234 0.000-2,-0.463 0.000-1,0.459 0.000 1,0.129 0.000 0,0.707 0.000-1,-1.402 0.000 0,-0.654 0.000-1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17267.219 8394.000 767,'0.000'-6.976'0,"5.225"3.329"-4,1.746 2.852 3,1.813 1.142-1,-2.586 0.771 1,0.893 0.712 0,1.150 0.704-1,1.279 0.665 0,2.133 1.165 0,0.299 0.615 0,-1.164-0.176-1,0.172 0.324 1,-0.111 0.272 0,-0.307 0.222 0,1.518 1.350 2,-1.604-0.439 0,-1.797-0.651 0,-1.787-0.740 1,-1.648-0.741-1,1.141 2.421 3,-4.545 1.580 0,-5.041-0.793-1,-1.949 0.049 1,-2.006-0.635 1,1.967-3.136-5,-0.734 0.189 0,-0.525 0.227 0,-0.352 0.240 0,-0.213 0.240 0,-0.385 0.229-1,-0.488 0.209 1,-0.260-0.097 1,-0.082-0.311 0,-0.234 0.118-1,-0.334 0.417 0,-0.387 0.327 0,-0.408 0.249 1,-0.402 0.180 1,-0.381 0.124-2,-1.379 0.697-1,0.291-0.289 1,0.523-0.412 0,0.648-0.471 1,0.350-0.369-1,1.191-0.857 1,1.213-0.868-1,1.143-0.817 1,-3.744 0.988 4,3.066-1.217 4,0.127 1.117-5,2.955 1.886-1,2.676 0.359 0,1.258 1.513 0,2.232 0.978-3,3.359 0.425-1,-0.375-3.396 0,1.311 0.099 0,1.760 0.937 0,3.195 1.630 0,1.861 0.421-1,-1.801-1.828 0,1.313 0.032 1,3.635 0.963 1,1.646-0.086-3,0.604-0.423 0,-0.168-0.642 2,6.668 1.021-1,-0.801-1.556 0,-3.523-1.774 0,-5.404-1.561 6,-1.324-0.629 1,1.326-0.313-4,-2.691-0.697 1,-2.596-0.525 8,-2.334-0.375-6,2.205-0.472 0,-3.773-0.668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2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16163.219 8118.000 767,'-5.043'7.698'0,"1.803"-1.734"0,-0.656 1.314-7,-0.564 0.876 4,-0.477 1.087 0,-0.389 1.188 0,-0.592 1.202-1,-0.707 1.155 1,-0.475 1.069 2,-0.285 0.956-1,-0.139 0.266-1,-0.027-0.238 1,0.055-0.304 0,0.109-0.336 0,-0.141-0.343 1,-0.311-0.331 0,-1.149 1.301 5,0.063-0.433-3,1.897-3.678 0,-0.243-0.529-1,-1.216 1.024 0,-0.010-0.270 0,0.111-0.143 1,0.191-0.045 0,-0.721 1.021 1,0.378-0.563-2,-0.381 0.439 0,1.372-1.834 0,1.465-1.938 0,1.405-1.845 1,-1.109 1.383 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16379.219 8106.000 767,'0.000'6.041'0,"-0.357"2.052"0,-1.959-1.492 0,-2.281 2.979-8,1.387-3.293 7,-0.244-0.029-1,-0.791 0.773 0,-1.717 2.146 0,-0.402 0.114 0,-0.100-0.255 0,0.115-0.498 0,-0.543 0.693 0,0.877-0.905 1,1.006-0.898 0,1.320-1.293 1,0.773-0.381 2,0.537 0.193 3,-0.340 4.702 1,1.818-1.719-4,0.773-1.760-2,0.260-0.705 1,0.088 1.650-1,0.678 2.548 0,0.830-2.396-2,1.150 1.152 0,0.686 0.942-1,0.318 0.748 2,0.609 0.575 0,0.789 0.424-2,0.877-0.270 0,0.900-0.749 1,-0.430-1.763 1,0.316-0.185 0,1.959 2.197 0,-0.547-0.600 1,0.033 0.079 1,-1.014-1.334 0,-1.016-1.375-1,-0.941-1.301 2,-0.824-1.157 0,-0.707-0.899 0,1.234 1.698-1,-1.982-0.877 4,-6.527-0.024 2,-4.084-4.610-7,-4.320-0.479 0,0.049-0.243-2,4.002-0.143 0,-0.377-0.026 1,-1.230-0.021 0,0.055-0.020-1,1.217-0.013 1,0.230-0.007 0,-2.004-0.684 1,0.867-1.030 0,0.951-1.160 1,-0.850-2.189 1,1.033-2.830-3,2.818-0.610 2,3.006 0.970 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16391.219 8214.000 767,'11.535'-5.768'0,"-5.535"2.589"0,0.588-0.584-8,1.328-0.628 5,0.387 0.188 1,0.227 0.431-1,0.688 0.043 3,-0.027 0.158-1,-0.117 0.062 0,-0.826 0.403 1,-0.842 0.445 0,-0.924 0.489 0,3.854-0.776 0,-2.914 1.553 3,-0.295 0.804-1,-0.303 0.467-1,1.803 0.188 0,4.154 0.111-1,-3.975-0.069-1,-0.611-0.014 0,2.945 0.024 0,-1.158-0.017-2,-1.602-0.020 2,-1.723-0.020-1,1.939 0.014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16787.219 8190.000 767,'3.023'5.452'0,"2.656"3.783"0,-1.830-2.810 0,0.561 1.113-10,1.154 2.211 7,0.432 0.992 0,-1.371-1.720 1,-0.197 0.823 0,0.516 2.313 0,-0.035 0.638 0,0.027 0.416 1,0.070 0.240-1,0.746 1.452 1,0.098-0.686 0,-1.471-3.736 0,-0.287-0.594 1,1.459 3.487 0,-0.158-0.581 1,-2.176-5.591 0,0.057-0.563 3,1.545 2.649-1,-0.350-0.292-4,0.121 0.970 1,-0.820-0.930 2,-0.820-0.994 1,1.277 2.846-3,-1.545-4.883 1,1.844 3.163 2,-1.469-3.680-2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2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17099.219 8274.000 767,'-10.916'3.634'0,"3.771"-0.991"-6,-2.182 0.640 3,-2.809 0.584 0,-3.127 0.516-2,-2.920 0.443 1,-2.635 0.372-1,-5.883 1.390-1,-2.773 0.823 0,5.396-1.145 0,-1.076 0.583 2,-9.879 3.342-2,-2.594 1.402 1,7.143-2.204 1,-1.328 0.155 2,-5.756 1.632 1,-0.506 0.229-5,0.303-0.091 1,0.865-0.315 1,1.508-0.178 3,1.891-0.071 0,-1.199 0.997 1,3.375-0.577 2,4.148-1.057 3,4.428-1.317 0,1.291-0.094 0,5.930-2.086 2,4.969-1.853-1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2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8363.219 7842.000 767,'3.257'10.747'0,"-1.976"-2.826"0,-0.173 0.270-9,-0.051 0.864 7,0.053 2.559-1,-0.122 1.202-1,0.148 1.100 0,0.335 0.976 0,0.452-0.008 4,0.515-0.706-1,1.478 3.103-2,0.081-2.877 1,-0.219-3.021 1,-0.379-2.839 0,-0.443-2.476 7,1.671 0.406-4,2.086-5.840 2,-0.340-2.364 0,-0.548-0.156-1,1.547-1.273 0,2.734-2.099-1,9.244-6.287-8,6.722-5.052-3,2.293-1.769 1,5.186-3.402-1,0.236 0.136-1,4.909-2.668-1,11.895-7.479-4,5.541-3.900 2,5.259-3.357 0,4.811-2.813 0,3.697-1.444 0,2.732-0.402 0,1.633 0.077 0,0.772 0.414 2,-0.440 0.917 3,-1.285 1.232 2,-1.824 1.681 6,-2.124 1.921 0,-20.029 11.126 2,30.310-15.296 3,-14.270 8.063 3,-14.504 7.889-1,-13.327 7.067-2,-11.409 5.932-1,-15.372 7.515-3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14543.219 7290.000 767,'-5.463'8.366'-5,"4.251"-1.676"4,-0.185 2.736-1,-0.349 2.917-1,-0.786 4.867-2,-0.591 2.652-1,0.349-2.964 2,-0.375 1.558 0,-0.950 4.419-1,-0.445 1.322 1,-0.669 0.932 0,-0.797 0.610 0,-1.132 0.353 1,-1.317 0.152 1,-1.105 0.568-1,-0.901 0.837 2,-0.432 0.707 0,-0.076 0.581 0,-0.103 0.181 1,-0.117-0.113-3,-0.121-0.033 1,-0.118 0.024 0,0.172-0.784 2,0.370-1.322 1,0.494-1.643 0,0.559-1.794-1,-1.748 3.917 0,1.915-4.362 2,1.989-4.279 6,2.122-4.867-3,1.461-3.386-1,1.237-2.939 4,-0.079 0.732-4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2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14615.219 7302.000 767,'6.898'0.000'0,"0.537"0.000"-4,3.598 0.000 1,-4.398 0.000 2,1.671 0.000 0,1.929 0.000-2,2.022 0.000 0,3.697 0.358 0,1.586 0.579 0,0.333 1.009-1,3.045 1.549 0,3.161 1.221-1,3.096 0.930 2,-1.174 0.031-1,2.239 0.779-2,7.437 2.227-1,3.285 1.368 1,2.483 1.066-1,1.793 0.801 1,1.219 0.292 1,0.753-0.085-1,0.101 0.216-1,-0.366 0.421 2,9.286 3.602 3,-3.475-0.057 2,-21.971-6.809 0,-1.595-0.317 1,6.126 2.750 1,-3.097-0.217 0,-0.099 0.570 5,-3.702-1.337 2,-7.905-3.158 2,-1.756-0.607-5,-0.112 0.377-2,-2.568-0.535 6,-2.209-0.147-4,-1.850 0.137-1,-1.507-0.233 2,-1.190-0.485-1,-1.193-0.360-5,-1.139-0.253-1,-1.045-0.165 4,-0.931-0.095-3,-0.804 0.242 1,-0.678 0.471-1,-0.554 0.895 0,-0.440 1.154 0,-0.340 1.284-3,-0.250 1.316 1,-0.289 4.692-2,-0.150 1.463 0,0.117-4.585 1,-0.008 0.575 0,0.007 0.613-1,0.019 0.620 1,-0.581 2.527 0,-0.898 0.137 1,-1.288 1.939 0,-0.887-0.515 0,0.240-4.492 0,-0.784-0.390 0,-2.356 3.256 1,-0.659-0.657 1,1.036-3.961 0,-0.896-0.309 0,-4.220 2.979 0,-2.154-0.405-1,1.818-3.420 0,-1.367-0.144-1,-6.142 2.601 0,-1.841-0.747-2,3.459-3.117 0,-1.612-0.151 1,-8.190 2.271-1,-1.910-0.592 1,5.563-2.860-1,-1.189-0.392 1,-8.961 1.620-2,-0.938-0.597 0,7.820-2.503 2,0.132-0.644 0,-8.124 0.470 1,-0.289-1.126-1,7.556-1.737 1,-0.766-0.594 3,-10.318-0.144 2,-1.945-0.748-7,7.858-0.751 1,-1.695-0.311 1,-24.235-0.256-3,-1.606-0.418-3,3.005-0.206 2,11.255-0.031 2,0.005-0.041-1,0.496-0.016 0,0.823 0.003 5,1.017 0.017 4,1.107 0.026-5,1.401 0.030-4,1.546 0.032 5,1.858 0.033 2,1.992 0.030 0,2.843 0.029-1,3.315 0.024 1,-2.499 0.015 2,4.726 0.026-1,10.404-0.194 0,1.732-0.362 1,-2.557-0.719 14,3.623-0.223-12,3.375-0.036-2,2.979 0.086-2,-1.220-0.970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6:3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9371.219 8538.000 767,'0.000'-6.886'0,"4.807"3.054"-4,7.272 2.938 2,-3.735 0.675 0,4.325 0.032-1,3.049 0.055-1,5.563 0.040-1,2.953 0.044-2,-3.970 0.030 1,1.410 0.016 2,9.148 0.019-2,2.665 0.012 1,-10.136-0.007 1,1.299 0.002 2,10.185 0.009-1,1.080 0.000-1,0.396-0.002-1,1.963-0.003 1,6.776-0.001 1,1.164-0.005-2,-10.378-0.007 1,-0.292-0.003 2,14.379 0.001 9,-2.014-0.004-11,-15.867-0.004-1,-1.407-0.002 5,10.491-0.001 6,-2.949-0.001-3,-16.485-0.001-2,-1.050 0.000 4,13.665-0.001 4,-4.124-0.001-6,-9.840 0.001 0,-1.539 0.000 3,-1.416 0.000 0,2.915-0.068-2,-3.840-0.103 4,-3.773-0.115-5,-3.403-0.112-3,-2.881-0.102-1,0.023-0.739 2,-9.080-4.951 2,1.042-0.067-1,1.753 0.070 0,-0.123-0.159 1,-0.018-0.066 1,-0.004-0.107-1,-0.002 0.170 1,0.002 0.145-5,0.001 0.185 1,0.000-0.925 2,0.000-0.676 1,0.000 0.224-5,0.000-2.699 0,0.000-1.629 1,0.000 2.781-1,0.000-0.447 0,0.000 1.811 1,0.000-0.366 0,0.000-1.685-1,0.000-0.502 0,0.000-1.831 2,0.000-0.383-1,0.000 2.816 1,0.000 0.182-1,0.000-1.000 0,0.000 0.443 0,0.000 0.218 1,0.000 0.046-1,0.000-0.078 4,0.000-0.163-1,0.282-0.216-2,0.471-0.243 0,0.474-1.253-1,0.184 0.361 1,-0.125 1.405-1,-0.038 0.009 0,-0.006 1.371 1,0.285 0.195 0,1.165-3.963 2,0.000 0.575-2,-0.226 0.660 0,-0.811 3.209 1,-0.217 0.414-1,0.257-0.824-1,0.310-0.162 1,0.089 0.029 3,-0.064 0.159 0,0.205-1.461-4,-0.348 0.535 0,-0.378 0.599 1,-0.363 0.582 1,-0.321 0.521 0,-0.268 0.438 0,-0.211 0.616 0,-0.083-4.351 0,-0.288 3.068 0,-0.130-0.889-1,0.954 1.676 1,1.788 0.334 0,1.088-0.865-1,-0.901-0.843 1,-3.288 1.903-1,-6.224 5.089 0,0.438 1.664 0,-0.004-0.375 0,-5.558-0.088-1,4.865 0.001 0,-1.969 0.000 0,-3.349 0.000-2,-1.457 0.000 0,-1.520 0.000-1,-1.492 0.000 0,-2.251 0.000 0,-2.685 0.001 0,-1.737 0.000 2,-0.979 0.000-2,-0.960 0.000 1,-0.900 0.000-2,-0.815 0.001 0,-0.718 0.000 1,-0.330 0.000 5,-0.039 0.000-2,3.655 0.000 0,0.116 0.000 0,-6.809 0.000-1,0.546 0.000 2,4.582 0.000 1,1.500 0.000 0,-1.330 0.000 1,1.652 0.000-2,6.299 0.000 0,0.675 0.000 3,-1.563 0.000 5,0.972 0.000-6,0.970 0.000 0,0.923 0.000 0,0.846 0.000 0,0.752 0.000 0,-0.623 0.000 0,1.336 0.000 0,1.005 0.000-1,0.720 0.000 1,4.207 0.000-1,0.057 0.000 1,-4.011 0.000 1,-0.121 0.000-2,0.960 0.000-1,-0.588 0.000 0,-0.161 0.000 0,0.150 0.000-1,1.282 0.000 0,-0.396 0.000 0,-3.601 0.000-1,-0.257 0.000 2,3.412 0.000 2,0.331 0.000-3,-4.179 0.000-1,0.476 0.000 1,1.071 0.000 1,1.373 0.000 3,1.466 0.000-2,2.348 0.000-1,-0.289 0.000 0,-2.104 0.000 4,0.486 0.000-3,0.758 0.000-1,1.162 0.357 0,-0.074 0.579 0,1.876-0.006 0,0.049 0.118 1,-2.076 0.384-1,-0.405-0.029 1,1.667-0.158-1,-0.388 0.287 1,-2.531 0.701-1,-0.024 0.044-2,2.152-0.569 1,-0.208-0.109 1,-4.263 0.513-2,0.690-0.376 2,1.068-0.378 1,1.580-0.389-2,0.811-0.266 1,0.396-0.206 1,0.901-0.197 0,0.800-0.146 3,-0.396-0.073-2,-3.998-0.171-1,2.682-0.085 1,0.612-0.045-2,1.147 0.185-1,-0.020 3.938 2,1.550 0.779 0,0.325 1.668 0,0.862-0.257-2,0.438 0.485 0,0.604 0.177-1,-1.021 3.737 3,0.824-3.109-2,-1.279 4.016-1,0.044 0.674 0,0.341 0.073-1,0.526-1.517 1,-0.189 0.698-1,-0.491 2.815 3,0.345 0.264-1,0.482-0.039 1,1.165-5.251 0,0.226-0.347 0,-0.131 3.910-1,0.392 0.488-1,0.551-5.186 2,0.107 0.171 6,-0.017 6.090-5,0.202 0.254-3,0.146-5.807 1,0.044 0.081 1,0.057 5.081 0,0.054 0.717-1,0.005-3.254 0,0.012-0.203 1,0.020 1.430 1,0.001-0.138-2,-0.004-0.399-1,-0.008-0.567 0,-0.001 0.951 6,-0.014-0.346-4,-0.020-1.525 0,-0.011-0.063 3,-0.004 2.068-2,-0.013-0.977-1,-0.010-1.182 0,-0.009-2.762 0,-0.005-0.566 0,-0.003 0.512 1,-0.003-0.935 0,-0.007 4.004 4,-0.001-2.774-3,0.283-0.994-1,1.883 1.171 1,1.057 1.372-2,-0.891-0.528-1,-1.005-1.938 0,-0.177-0.273 1,-0.156-0.695-1,0.630 3.242 1,0.294-1.584-1,2.070-2.616 1,2.043-1.477 0,1.448-2.823 5,0.870-0.534-3,-1.834-0.122-3,3.349-0.016-1,0.915-0.025-1,0.841-0.010 1,-3.206-0.001 0,0.338-0.001 1,1.449-0.003-1,-0.055-0.001 1,-1.230 0.003 0,0.140 0.000 0,1.851 0.000 1,0.731 0.001 0,1.957-0.178 1,0.066-0.287-1,-0.233-0.345-1,-0.421-0.363-1,-4.645 0.316 1,-0.308-0.038-1,4.076-0.465 1,0.386 0.073 0,-2.641 0.148 0,0.181-0.280 8,1.422-0.692-4,-0.268-0.531-5,-0.152-0.535 1,-0.064-0.514 0,-0.281-0.475 1,-0.421-0.424 0,0.471-0.682 1,-1.013 0.242-2,-1.087 0.464 1,-1.072 0.587 0,-0.148 0.101 1,-1.688 0.900 1,1.395-0.691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8507.219 8742.000 767,'-7.875'0.000'0,"0.072"0.000"0,0.215 0.283 0,-5.488 2.413-9,3.578 0.587 7,2.408-0.620 0,-0.883 0.461 0,-8.417 3.297-1,-2.547 0.747-2,6.854-2.727 2,-0.881 0.152 1,-8.694 2.648 0,-1.635 0.163-3,1.398-0.801 1,-1.229-0.014 2,-10.403 2.400-1,-0.197-0.309-1,1.916-0.699 1,6.259-1.653 1,0.000-0.057 1,3.682-1.041 1,0.722-0.381 1,-11.539 2.172 3,0.568-0.454-6,2.033-0.425 2,5.940-1.165 5,-0.047 0.094-7,0.258 0.111 0,0.463 0.116 4,-2.189 0.811 1,0.959 0.093-6,6.340-1.349 1,0.866 0.064 2,-1.677 1.100 2,0.641 0.563 0,0.481 0.939-1,0.345 1.163 4,-1.920 2.689-2,0.295 1.479-4,2.651-0.396 0,0.579 0.997 0,0.323 0.923 0,0.125 0.828-1,0.261 1.005 1,0.346 1.082 1,2.396-1.330 0,0.625 0.912-1,-2.304 6.375 0,1.262 1.094-1,3.675-5.190 1,0.699 0.122 1,-0.149 3.095-1,1.195 0.320 1,0.577 3.561-2,1.458 0.714 4,1.667-2.189 0,0.928 1.104-2,1.652 0.979-1,2.089 0.846-1,1.455-2.702 1,1.511 0.966-1,3.775 9.211 0,2.468 1.261-1,0.878-3.396 2,2.032 0.604-2,2.255 0.541-1,2.309 0.471 0,-0.247-4.461 1,2.123-0.319 1,9.131 7.791 0,2.901-1.319-1,-2.275-5.892 0,0.621-2.188 2,-3.357-5.314 0,0.396-1.727 0,8.672 3.021-1,0.743-3.146 2,-3.056-4.455 9,1.385-1.721-6,1.343-1.929 0,1.249-1.986-3,1.688-1.934-1,1.923-1.805-1,-3.335-2.372 0,2.125-1.487 1,15.121-1.425-1,2.930-2.100-2,-4.139-1.953-1,2.480-2.150 0,1.962-1.615-1,1.502-1.158 0,16.987-4.287-1,0.628-2.563 2,2.691-4.157 0,7.229-5.553 3,-3.901-2.309-2,-39.639 11.704 2,-1.719 0.020 5,16.707-7.261 2,-4.802 0.070-5,-14.910 4.669-3,-2.790-0.315 5,5.354-5.658 16,-5.027-0.630-7,-14.343 7.225-7,-2.228-0.943 1,5.029-11.642 4,-4.309-2.932-2,-6.993 5.435-2,-2.343-1.752-3,-1.146-12.045 1,-4.181-3.958-8,-3.684 2.282 1,-2.835-2.431 2,-2.262 4.250 0,-2.530-1.018-4,-5.494-13.341-2,-3.015-0.775 2,1.361 12.564 3,-1.966 0.501 1,-7.574-10.984 0,-2.707 1.657 0,0.832 8.133-1,-1.947 2.922 3,-2.129 2.558 4,-2.159 2.176-4,-2.361 2.086-1,-2.394 1.923 6,-6.251-1.033 1,-0.558 3.169-7,4.664 5.752 0,0.059 2.323 0,4.751 4.025 0,-0.062 1.001 1,-9.251-3.123 6,0.768 1.436-2,9.645 4.756 0,0.212 0.634-3,-3.920-0.853 0,0.921 1.000 0,1.989 1.290 0,2.656 1.437 1,3.006 1.474-1,3.112 1.429 1,5.271 1.851 0,2.186 0.936-1,-3.808-0.136 8,4.932 1.608 12,4.222 1.184-10,3.417 0.822-5,-0.146 0.986-2,0.327 3.123 3,-2.884-3.220 1,3.154 0.629-10,-6.619 1.772-2,6.548-1.172 2,1.124-0.181 1,-2.263 0.786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11447.219 8778.000 767,'8.271'0.000'0,"-1.357"0.000"-5,0.493 0.000 3,-0.381 0.000 0,-0.643 0.283 1,2.028 4.402 4,0.015 1.524-3,2.356-0.153-3,-5.634-2.908 2,2.465 2.699 0,-1.038 0.523 1,-0.830 0.964 1,-1.539 0.489-1,-1.654 0.433 0,-1.544-1.388 0,-0.650-0.165 1,-0.190 1.298-1,-1.019 1.126-1,-0.589 0.932 0,-0.271 0.739-1,0.057-3.397 1,-0.715-0.385 0,-2.135 1.468 1,-1.433-0.512-1,-1.713-0.127 0,-0.405-1.227 2,0.039-1.272-2,-4.055 1.141 0,5.874-3.964 0,-2.280-0.073 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11291.219 8934.000 767,'-6.482'4.796'0,"0.526"1.449"0,0.598 0.964-9,-0.065 1.586 7,1.157-1.190 0,-0.098 0.730-1,-0.514 2.077 1,0.309 0.705-1,-0.379 2.795 1,0.067 1.551 1,1.288-3.144 0,0.282-0.009 0,-0.758 3.846 0,0.012 0.332-2,1.053-3.907 1,0.222-0.419 0,-0.355 2.589 7,0.484-1.120-6,0.191 0.653 0,0.627-2.015 1,0.539-1.934 5,0.452-2.214-2,0.329-1.870-1,0.155 1.508 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11207.219 9198.000 767,'4.981'-4.981'0,"-0.337"0.935"0,1.893-0.740-6,1.758-0.794 3,-2.655 2.038 1,0.847-0.217 1,4.709-2.039-2,0.680 0.238 0,-2.140 1.317 1,0.672-0.002 0,3.899-1.320 0,0.488-0.099-1,-1.232 0.561 4,0.502-0.091-2,1.729-0.779-1,-0.603-0.090 1,-3.738 1.529 0,-0.251 0.300 1,-0.375 0.377-1,-0.455 0.422 1,2.855-0.256 1,0.212 0.711 3,-1.165 0.851-3,0.504 0.471 3,0.321 0.414-5,0.178 0.353-1,0.065 0.294 1,-0.016 0.236 0,1.571 0.190 0,-0.236 0.169 1,-5.188 0.052 0,-0.328 0.039 0,2.443 0.079 1,-0.694 0.027-1,-0.725 0.011 0,-0.713-0.003 1,1.492 0.049 3,-1.974-0.033-2,-1.971-0.039-1,1.855 0.065 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11399.219 9342.000 767,'0.000'6.886'0,"5.226"-3.193"-4,8.375-2.781 2,-2.974-0.625-1,-0.744-0.112 1,1.719-0.042-1,3.639-0.028-1,1.540-0.038 0,-1.430-0.032-1,0.378-0.019 2,2.440-0.017 0,-0.152-0.014 1,1.756-0.013-1,-0.800-0.006 1,-2.863 0.002 3,-0.731 0.001 0,-0.681 0.002 1,-0.611 0.002-1,3.077-0.003 2,-2.100 0.006-1,-2.221 0.006 0,-5.034 0.225-1,-0.313 0.373 0,1.023 0.664 1,-0.699 0.468 1,-0.741 0.394-1,-0.731 0.320-1,-0.050 1.146 1,-1.213 0.786-2,-1.150 0.771 0,-1.225 0.297 0,-0.723 0.939 1,-0.701 0.343 0,-0.402 1.280 0,-0.328 1.665-2,-0.260 1.862 0,-0.406-0.406 0,-0.488 0.804-2,-1.097 5.120 0,-0.883 1.575 0,-0.347-1.255-1,-0.596 0.609 2,0.026-1.912 1,-0.400 0.319-1,-1.732 5.528-2,-0.442 0.700 2,0.725-2.637 2,0.288-0.465 0,0.160-0.401-1,0.063-0.337 0,-0.294-0.276-1,-0.532-0.219 2,-0.396-0.169 5,-0.279-0.124-4,-0.183-0.652-1,-0.105-0.999 0,0.792-2.739-1,-0.032-0.581 1,-1.544 2.579 0,0.351-1.339 1,0.479-1.396 4,0.538-1.353-3,-0.187-0.118-1,1.013-2.337-1,0.977-2.196 1,-1.756 1.389 0,1.103-4.646 5,-2.407-6.293 3,0.855-1.706-5,0.754-0.719-2,-3.120-3.718-6,-2.076-2.838 0,-1.814-2.602-1,-1.541-2.310 0,-3.751-4.955-3,-1.691-2.451 2,1.929 1.925 0,0.370-0.054 1,2.568 2.887 2,0.397 0.136-1,-1.273-2.547 1,1.016 0.304-1,-0.402-1.838 7,1.510 1.230 3,3.906 5.960-5,0.798 1.169 1,-2.514-4.835 0,2.265 3.122 1,2.158 2.975 2,2.448 3.878 1,1.188 1.407 0,1.160 1.781-2,0.665 0.636 1,0.470-0.995 3,0.682 0.833-6,0.679-3.406-1,0.749 0.686 0,3.971-1.547-3,0.728 3.779 1,4.192-1.448-1,3.540-0.311-1,1.730 0.580-1,3.563-0.445 0,0.211 0.853-1,2.529-0.076 1,5.382-0.781-1,1.220 0.578-1,4.728 0.025 0,0.646 1.108 0,-7.313 2.116 2,0.239 0.669 1,7.707 0.000 3,-0.506 0.925 0,-4.746 0.926 0,-1.231 0.528 1,-4.263 0.493 0,-0.580 0.278-1,4.802 0.229 1,-2.453 0.270 3,-4.730 0.145 1,-1.773 0.096-3,-1.092 0.080-2,-2.345 0.028 1,-2.278 0.001 9,-2.110-0.018-6,-0.339 0.042 0,-2.933-0.061 0,0.759 0.119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12143.219 9030.000 767,'7.472'-3.479'0,"1.991"0.569"0,-3.187 1.515 0,0.449 0.191-9,4.656-0.170 5,-2.972 0.780 3,1.455 0.122 2,-0.146 0.143-2,1.111 0.074-1,7.309 0.022-1,2.139 0.102-1,-5.278 0.076 1,0.927 0.029 1,3.844 0.026-1,1.600 0.021-1,2.110 0.296 0,2.376 0.479 3,-1.787 0.350-1,1.294 0.511-1,4.824 0.657-1,0.563 0.190-1,8.259 0.654 0,-0.298-0.215 1,-12.237-1.058 2,-0.556-0.198 2,2.785-0.031 0,-1.156-0.272 0,-1.840-0.260 0,-2.238-0.237 2,-2.416-0.212 2,-2.431-0.182-1,2.053-0.104 0,-4.820-0.210 1,-4.324-0.143 8,-3.639-0.090-5,-0.108-0.172-5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12647.219 8862.000 767,'0.000'6.323'0,"0.000"2.126"-4,0.000-1.257 2,0.000 0.836 0,0.000 1.657 0,0.000 4.955-2,0.000 1.321 0,0.000-3.149 0,0.000 0.268 0,0.000 3.646 2,0.000-0.702-1,0.000-3.993 2,0.000-0.324 0,0.000 1.087 1,0.000-0.737 1,0.000-0.320 3,0.000-1.211-3,0.000-1.240 0,0.000-1.195 0,0.000-2.065 1,0.000 6.479 2,0.000-2.461 1,0.000-3.016-1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12779.219 8934.000 767,'8.532'2.072'0,"-0.188"4.541"-5,-3.709-1.672 1,-0.087 0.763 2,-0.563 0.146 1,0.076 1.081-1,0.747 2.286 0,0.174 1.053 1,0.483 1.979 0,-0.421 0.097-1,-1.476-2.500 0,-0.394 0.477 0,0.231 3.996 0,-0.660 0.928 2,-0.787-1.634 1,-0.436-0.316-2,-0.382-0.286 0,-0.326-0.251 0,-0.310-1.976 0,-0.173-0.458 0,-0.139 1.948 3,-0.170-1.231 0,-0.116-1.312-1,-0.073-1.288-1,-0.086-0.366 3,-0.014-1.866-1,-0.215 1.531-1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12635.219 9294.000 767,'-6.349'2.641'0,"3.425"2.822"-5,1.193 1.234 5,0.568 1.596-1,0.987-1.741-1,6.813-3.826 3,1.125-5.954 2,-1.460 0.810-5,1.749-0.563 0,1.432-0.261-1,1.139-0.032 0,0.875 0.131 1,0.646 0.242-1,0.171 0.309 0,-0.176 0.342 0,-1.618 0.549 2,-0.022 0.262 0,1.986 0.057 1,-0.528 0.327-1,-0.683 0.283 4,-0.755 0.237-2,-1.296 0.203-1,-0.634 0.138 0,1.677 0.126 0,-1.257 0.123-1,-1.193 0.071 5,-1.581 0.015 1,4.530 0.152-3,-1.327-0.048-1,-1.038 1.122-1,-3.266 1.892 3,-1.793 3.970 1,-1.568 0.953-5,-0.308-0.283 0,0.043 1.519-1,-0.215 0.170 0,-0.096 1.263 0,-0.124 1.235-1,-0.139 1.159 0,-0.143 1.332 1,-0.140 1.393-1,-0.129 0.615 1,-0.117 0.034 0,-0.103-0.382 0,-0.125-4.006 0,0.003 10.311-1,-0.104-0.867 1,-0.057-10.423 3,-0.017-0.587 0,-0.034 5.486 4,-0.021-1.785-4,-0.010-1.316-3,-0.009-0.343 9,0.005-1.593-3,-0.084-2.352-1,-0.139-1.789 0,-0.766 2.152-3,-2.639-3.641 3,-3.019-6.521 0,-0.514-0.088-1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12707.219 9414.000 767,'0.000'8.532'0,"0.000"2.216"-6,0.000-3.340 4,0.000 1.934 0,0.000 3.913-2,0.000 2.343 1,0.000 4.920-2,0.000 2.573 0,0.000-0.865 0,0.000 1.577 1,0.000 1.415-1,0.000 1.232 1,0.000 1.610 0,0.000 1.804 1,0.000 1.856 1,0.000 1.806-1,-0.217-2.685 1,-0.370 1.746-1,-0.701 6.806-2,-0.661 1.653 2,-1.082 6.319-2,-0.743 0.126 1,-0.083-6.034 0,-0.458-1.079 1,0.229-6.443 1,-0.301-1.619 0,-1.280 2.360 3,-0.764-2.393 1,-0.523-2.942 2,-0.327-3.194 1,-1.129-0.813 4,-0.004-3.912-3,-0.481-2.365-3,1.088-4.948 5,1.286-4.396 2,1.313-3.710-5,-1.665-2.286 0,2.920-9.828-2,4.515-4.146 5,1.117 0.133 0,0.869-4.563-10,0.909-2.093-1,1.534-3.841 0,-0.765 4.164-1,4.512-15.188-4,-0.247 2.175 0,-0.920 3.984 2,-1.240 4.707 2,-1.319 4.713 0,-1.247 4.289 2,-1.091 3.644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13319.219 9030.000 767,'4.402'8.001'0,"-0.377"-0.191"0,-0.925 0.033-3,0.455 2.489-4,-0.732-1.218 3,-0.059 0.911 3,0.553 4.824-2,-0.358 1.870-1,-0.911-2.688 1,-0.264 1.128 0,-0.086 3.119 2,-0.323 0.383-2,-0.201 2.639 0,-0.322 0.010 0,-0.307-2.802 1,-0.177-0.615 1,0.015 1.139 2,0.100-2.069 0,0.186-2.292-1,0.232-2.298 1,0.248-2.158 1,0.153-1.658 2,-0.021-1.794-2,0.935 2.665 6,-0.535-3.546 1,1.602 0.046-5,1.896-1.437-3,2.891-4.066-1,-1.203-2.672 0,2.524-1.817 0,0.397-0.862-2,-0.133-0.747 0,-0.678-0.572 0,-0.769-0.324 2,-1.734 0.966 0,-0.488 0.340 1,-0.725 0.668-1,2.865-2.156-1,-2.779 2.996 1,0.516 1.744 0,-3.379 13.685 9,-2.218-1.968-10,-0.111 1.839-3,-0.081 2.554 0,-0.045-1.065 1,-0.023 1.577 0,-0.017 1.377 1,-0.021 6.118-1,-0.014 3.488-2,-0.003 0.096 0,-0.876-2.412-1,-0.626-0.119 9,-0.218-2.634-3,0.015-3.007-2,0.239-3.521 5,0.309-3.122 0,0.347-2.823 0,0.136 1.274 1,7.371-10.211 6,-2.053-5.967-1,0.154-1.199-7,-1.553 2.824-3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13331.219 9798.000 767,'-3.485'8.021'0,"0.224"1.427"-7,0.938-1.858 5,5.031-13.482 4,-0.608-0.395-1,-0.084 0.207 1,2.173-1.775-1,0.894-1.100-4,-0.652 0.527 0,1.069-2.839 0,2.136-5.832-2,1.167-4.180 0,1.548-3.952-2,1.745-3.604-1,1.521-3.187 0,1.290-2.739 0,3.210-7.961-2,0.903-3.117 2,-10.669 25.591 4,13.400-33.340-3,-2.842 6.467 1,-3.425 8.164 2,-3.462 8.440 1,-3.170 7.838 0,-2.707 6.765 2,-3.617 9.334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13703.219 8970.000 767,'7.200'3.600'0,"-0.462"0.008"0,-0.438 2.604 0,1.356 3.532-10,-2.707-2.191 9,-0.615-0.397-1,-0.754-0.869 1,1.321 3.014 0,-1.877-2.651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13751.219 9174.000 767,'0.000'8.714'0,"0.000"-1.741"-5,0.000 0.700 3,0.000 0.123 0,0.116-0.322 0,0.178-0.831 0,0.884 3.737 1,0.690-3.488 1,1.754-0.797 1,4.599-2.976 2,4.304-2.389 1,-3.896-0.626-7,3.773-0.062 1,-0.745-0.071 0,1.203-0.026-2,-0.545-0.006 1,0.898-0.006 1,0.864-0.001 1,0.801 0.003-1,-1.095 0.012 0,0.941 0.005 1,5.566-0.006-1,0.782 0.010 0,-2.352 0.012 0,-0.324 0.006 0,-0.532 0.006 0,-0.655 0.005 1,-0.995 0.005 0,-1.189 0.004 0,1.425 0.002 5,-2.605 0.004-2,-2.590 0.002 0,-2.388 0.001 1,-2.082 0.001 0,1.932 0.003 1,-2.362 1.436-1,-5.878 5.976 1,-0.762 0.151 1,-0.834 6.823-3,-0.987-3.661-4,-0.146-1.873-1,-0.594 0.279 1,-1.700 1.713 0,-1.556 0.345-3,-0.731-1.398 3,-1.736-0.137 0,-5.517 2.372 4,-2.665-0.621-5,0.096-1.854 0,-1.604-0.586 0,0.984-1.547 1,-1.430-0.370 0,-7.427 1.136-2,-1.282-1.082 2,2.522-1.702 0,-0.331-0.905-1,-0.461-0.855 1,-0.532-0.781 0,0.009-0.691 0,0.393-0.595 3,3.507-0.578 0,0.147-0.320-1,-5.542-0.602-2,1.470-0.900 3,6.727-0.371 1,0.727-0.589-1,-5.557-1.973 0,3.386-0.938 2,7.886 1.066-1,1.452-0.341 0,0.308-0.713 0,-0.667-1.596 3,3.325 0.706-1,2.781 0.930 3,0.193-1.761-3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13523.219 9294.000 767,'0.000'7.792'0,"0.000"2.057"0,0.000 4.815 0,0.000 1.777-14,0.000 3.624 8,0.000 7.440-2,0.000 3.939 0,0.000 3.020-1,0.000 2.222 1,0.000 2.398 0,0.000 2.410 0,0.000 1.740 1,0.000 1.181 2,0.000 5.041 3,0.000-2.223-3,-0.217-12.243 2,-0.370-1.704 0,-0.419 1.806 3,-0.190-3.472-1,0.089-6.770 6,-0.006-2.787 4,-0.508 4.705-1,0.189-6.869-3,0.237-6.180 37,0.247-5.233-47,-0.991-15.742 9,1.971-6.094 5,0.005 1.426-3,0.005-4.612-9,0.717-3.921-1,1.155-3.220-2,1.422-8.008-1,0.304-0.439-55,-1.696 15.374 62,1.366-10.668 2,-0.474 4.652 38,-0.543 4.861-41,-0.533 4.544 2,-0.480 3.941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13559.219 9642.000 767,'7.133'0.000'0,"-0.358"0.000"0,1.368 0.283 0,-2.343 4.799-7,-2.408 5.088 6,-1.545-2.180-1,0.291 1.734 0,-0.183-0.330 1,-0.053 0.374-1,-0.128 0.089 0,-0.175-0.118 0,0.347 2.197 0,-0.111-1.730 0,-0.054-2.005 2,-0.016-2.006 1,1.811 0.937 3,3.950-6.203-3,-1.935-5.204 1,-1.126-4.105-1,-1.541 0.934-1,0.483-2.120 0,0.466-1.907 0,0.433-1.948-3,0.388-1.886-1,-0.328 0.572 0,0.252-1.338 1,0.688-3.411 0,-0.229-0.441 0,0.482-2.415-1,-0.076 0.668 1,-0.626 3.786 1,0.042 1.824 0,1.345-1.744 2,-0.665 3.763 3,-0.829 3.497-2,-0.860 3.039 8,1.574-0.545-4,0.911 8.908-1,-0.188 1.885 0,1.510-2.817 0,-0.639 0.024-1,-0.673 0.315-1,2.376 2.419-1,-2.955 0.597-2,3.316 1.908 1,-2.164-1.198-1,0.041 0.387-1,0.854 0.991 0,-0.125 0.339-1,-0.438-0.256 3,0.085-0.089-1,0.146-0.187 2,0.180-0.245-1,1.259 0.565-1,-0.429-0.305 0,-0.608-0.282 0,-0.243 0.046 0,-0.784-0.254 1,-0.725-0.214 3,2.367 2.201 0,-1.318-0.436-1,-0.670 0.965-1,-0.215 0.977 1,-2.531-2.801-3,-0.138 0.368 1,0.013 0.557-1,0.118 0.664 1,0.712 1.412-2,0.250 0.223 2,-0.910-1.701-1,0.188 0.343 0,2.827 5.202-1,0.238 0.598 2,-1.050-0.967-1,-1.379-2.332 0,-0.057 0.167 0,-0.258-0.065 0,-0.390-0.229 1,-0.182 0.232 4,-0.024 0.548-6,-0.620-1.161 1,-0.225-0.013 1,0.381 2.788 1,-0.502 0.100-2,-0.711-1.300-1,-0.384 0.090 2,-0.070 0.114 2,0.156 0.128-2,0.142 0.365-1,-0.082-0.683 1,-0.155-0.892 0,-0.197-0.988 0,0.290 2.521 0,-0.766-3.351 0,-0.427-1.662 1,-0.585 1.363 3,-5.646-11.998 6,3.246-4.554-7,0.730-2.307-4,0.729 2.448-1,0.449 1.736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2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13859.219 9570.000 767,'0.000'6.755'0,"0.000"1.175"0,-0.804 5.759-8,-0.732-0.631 5,-0.794 1.888-1,0.061-2.223 1,-0.477 1.229 0,-1.012 3.384-2,-0.546 1.021 0,-1.132 3.194 3,-0.435 0.396-1,0.414-2.695 0,-0.196-0.524 1,-0.155-1.257 1,-0.119-1.717 0,-1.743 1.868 1,0.675-3.448 1,0.890-3.199 1,0.948-2.779 5,0.904-2.286-4,-1.979 0.987 2,0.376-4.130-3,1.762-9.121 0,1.310-2.462 1,1.347 1.467-1,0.154-1.345 1,0.170-0.547-2,-0.099-3.506-4,0.311 1.212 0,0.269 1.775 1,0.219 1.953 1,0.047-2.377-1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3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13751.219 9630.000 767,'6.911'0.382'0,"-2.917"7.500"-5,-1.302 3.625 3,-1.092-4.182 0,0.514 3.881 0,-0.299-0.739 0,0.418 1.573-1,0.149 0.703 0,-0.041 0.073 3,-0.167-0.357-2,-0.243-0.627 0,-0.131 0.216 0,-0.353-1.297 0,-0.333-1.327 2,-0.295-1.248-1,-0.250-1.106 3,-0.201-0.935 4,-0.056 3.648 0,-0.659-0.829-2,-1.634-1.354-2,-3.560-4.897-1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3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13763.219 9786.000 767,'0.000'-9.545'0,"0.000"3.407"-5,2.072-4.056 2,1.455 3.750 2,2.103-0.278-1,-0.162 1.622 0,1.051 0.279 1,2.781-0.471-1,2.010 0.122 0,2.029 0.048 0,1.947-0.008 0,3.112-0.342 0,0.072 0.528-2,-4.309 1.276 1,-0.230 0.049 0,3.222-0.758 1,-1.178 0.448-1,-4.175 0.980 3,-0.461-0.029 4,-0.537-0.131-2,-0.574-0.202-1,0.700-0.515 3,-0.774 0.150-2,-1.030 0.280-1,1.305-0.626 0,-2.294 0.781 0,-2.116 0.764 1,-0.084-0.070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3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14063.219 9522.000 767,'5.745'-2.792'0,"0.762"0.119"0,1.087 0.288 0,2.983 0.554-10,-3.308 1.117 9,3.724-0.270-1,1.294-0.281 1,0.807-0.381-2,-1.314 0.065 0,-0.348 0.026 1,-2.445 0.196 0,0.396-0.279 1,3.327-1.073-1,0.394-0.605 7,-2.790 0.393-4,0.152-0.369-2,1.715-0.958-1,0.148-0.430 1,0.395-0.390 0,-0.779 0.203 0,-1.017 0.399 1,-1.127 0.515 0,-0.341 0.192 0,-1.750 0.737-1,-1.671 0.688 2,1.733-0.599 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3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14327.219 9414.000 767,'0.000'7.159'0,"0.000"-0.965"0,0.000 1.854 0,0.283 3.714-10,0.471 2.401 6,0.473 4.163-1,0.184 1.599 0,-0.289-3.627 1,-0.022 0.877 1,0.355 8.760-2,-0.181 0.311 1,-0.585-10.804 3,-0.077-0.331 0,0.350 4.711 0,0.342-0.317 0,0.757 4.801 0,0.026-2.748 5,-0.158-3.165 0,-0.485-5.000-5,-0.211-1.879 1,-0.049-0.186 3,-0.301-2.489 4,-0.260-2.112 2,0.033 2.036-4,0.825-2.156-2,4.662-6.143 1,2.100-6.698-2,-3.704-0.014-5,-0.459-1.664 1,-1.454 1.915 0,0.082-1.035 0,0.623-2.251 0,0.294-1.015 0,0.009 0.239 0,0.647-1.286 1,4.331-9.987-1,1.439-2.354-2,-2.755 6.825 1,2.156-4.525-1,-1.269 3.165 1,-1.505 3.555 0,-1.511 3.467 1,-1.376 3.098 1,-1.170 2.596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3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14555.219 9330.000 767,'1.908'5.724'0,"0.607"1.982"0,1.236 5.227 0,-0.723-1.919-11,-0.151 0.042 8,0.065 1.096 0,0.346 3.364-1,-0.208 1.559 0,-0.293 1.437-1,-0.341 1.282 0,-0.357 0.545 5,-0.354-0.005-2,0.153 2.756-1,0.202 0.199 0,-0.458-5.501 2,-0.054-0.452 0,0.196 2.453 4,-0.194-1.770-3,-0.219-2.026-1,-0.225-2.098 1,0.034 0.085 2,-0.173-3.300 1,-0.106-2.928 1,0.759 0.891 3,4.547-8.419 2,2.096-3.656-2,-2.479-2.120-6,1.548-2.834-2,-2.466 2.288 0,0.563-1.312-1,0.298-0.831 0,5.183-8.506-2,-0.828 0.631-1,-1.417 1.844 2,-1.641 2.403 0,-1.626 2.521 2,-1.470 2.362-1,-0.130 0.007 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3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14819.219 9138.000 767,'0.000'6.670'0,"0.000"2.538"0,0.000-2.870 0,0.000 1.086-9,0.000 0.989 7,0.000 2.157-1,0.000 0.833 1,0.217-1.956 0,0.370 0.741 0,0.591 3.936 1,0.216 0.566 0,-0.055-2.914-1,0.358 0.487 1,0.513 2.216-1,0.088 0.213 1,-0.105-1.168 0,0.273 1.094 0,1.254 5.732 0,0.507 0.911 1,-0.115-2.030-2,0.341 0.180-1,1.165 4.211 0,-0.380-1.561 1,-0.630-2.034 0,-1.062-3.894 3,-0.617-1.884-1,-1.010-4.234 1,-0.337-0.943 1,-0.178 0.229 0,-0.354-0.915 7,-0.250 0.082-1,-0.306-0.801-4,-0.240 0.352-2,-0.226-0.994-1,-0.141-0.866 0,0.146 3.482 0,0.836-3.146-1,2.027-0.412 1,3.218-8.390 4,-3.340-8.039-4,-0.580 3.006-4,0.168 0.424 1,0.462-0.119 0,1.210-2.096-1,0.031 0.129 1,0.442-1.126-1,-0.569 0.847 0,-0.681 0.964 4,-0.921 2.522 2,0.096 0.307-3,0.891-0.805 1,0.289 0.649 1,0.272 0.655 0,0.241 0.609-1,4.643-2.681-2,0.166 2.499 0,0.399 2.034 1,-1.117 1.316 3,1.976-1.290-1,-4.334 0.662-3,4.687-2.182-1,-2.269-0.007 1,-2.176 0.239 0,-0.676-0.498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3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14675.219 9630.000 767,'0.000'6.556'0,"6.182"-1.425"-4,5.599-4.836 2,0.320-0.180-1,1.360-0.070 0,3.779-0.023-1,1.835-0.016 0,4.316-0.010-1,7.924-0.009-2,4.017-0.005-1,-6.401 0.003 1,1.123-0.001 1,20.313-0.009-4,1.151 0.003 2,-24.576 0.011 4,17.385-0.006 3,-7.369 0.004 2,-7.780 0.003-4,-7.321 0.003 1,-6.380 0.003 1,-5.235 0.002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09:3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11243.219 1554.000 767,'7.246'0.000'0,"-0.686"0.000"0,0.161 0.000 0,-0.101 0.000 0,0.835 0.000 0,0.245 0.000-10,-0.663 0.000 10,1.868 0.000 0,0.233 0.000-1,1.327 0.000-2,3.712 0.000 0,2.324 0.000 0,4.962 0.000-2,2.470 0.000 1,-3.657 0.000 0,2.026 0.000 0,6.095 0.000-1,2.711 0.000 0,7.340 0.000 0,2.902 0.000 0,-7.546 0.000 0,1.958 0.000 0,7.599 0.000-1,1.991 0.000 1,8.337 0.000-1,2.180 0.000 2,-4.849 0.000 0,1.391 0.000 0,1.348 0.000 0,1.254 0.000 0,1.127 0.000 0,0.985 0.000 2,0.554 0.000 0,0.221 0.000 0,6.846 0.000 0,-1.263 0.000 0,-14.967 0.000 1,-0.444 0.000 1,19.918 0.000 1,-1.909 0.000 2,-27.352 0.000 0,-0.476 0.000-1,12.832 0.000 0,0.194 0.000-1,-6.640 0.000-1,-0.266 0.000 4,5.684 0.000 1,-1.129 0.000-5,-0.564 0.000-4,-0.137 0.000 3,-0.674 0.000 4,-1.024 0.000 0,9.718 0.000-1,-2.716 0.000-3,-22.663 0.000 0,-1.002 0.000 3,9.129 0.000 2,-0.446 0.000-1,3.906 0.000 1,-1.359 0.000 5,-5.815 0.000-5,-1.139 0.000-6,-1.005 0.000-1,-0.864 0.000 5,-0.723 0.000 1,-0.587 0.000 0,-0.464 0.000 0,-0.354 0.000-1,0.024 0.000-1,0.292 0.000 0,-0.380 0.000 0,-0.840 0.000-1,-1.128 0.000 0,-1.279 0.000-1,-4.371 0.000 0,-0.921 0.000 0,7.123 0.000 6,-2.577 0.000 0,-9.144 0.000-2,-1.163 0.000 0,0.657 0.000-1,-1.630 0.000 1,-1.292 0.000 0,-0.992 0.000 2,-1.014 0.000-1,-0.981 0.000 1,-0.018 0.000-3,-1.350 0.000-1,-1.280 0.000 0,-1.157 0.000 1,1.271 0.000 0,1.771 0.000 1,1.237 0.000 3,-2.533 0.000-7,-2.357 0.000 0,0.098 0.000 1,0.438 0.000 1,-0.253 0.000 1,1.373 0.000-3,-0.608 0.000 0,3.607 0.000-1,1.022 0.000 4,-2.858 0.000-4,1.558 0.000 0,1.463 0.000 0,1.326 0.000-1,1.449 0.000 0,1.469 0.000 0,1.413 0.000 0,1.308 0.000 0,0.888 0.000 1,0.547 0.000-1,-2.115 0.000 0,0.529 0.000 1,6.329 0.000 0,0.588 0.000 0,-2.620 0.000 2,0.212 0.000-1,-2.985 0.000 0,-0.140 0.000 0,5.815 0.000 0,-0.078 0.000 0,-5.854 0.000 2,0.068 0.000 0,3.122 0.000 1,0.214 0.000-3,2.799 0.000 0,-0.580 0.000 1,-5.999 0.000 1,-0.065 0.000-2,5.780 0.000 0,0.040 0.000 2,-2.868 0.000 1,0.036 0.000-2,0.093 0.000 1,0.129 0.000-3,0.147 0.000 1,0.154 0.000 2,0.152 0.000-1,0.144 0.000 0,-2.826 0.000-1,0.198 0.000 1,6.016 0.000 0,-0.471 0.000-1,-6.125 0.000 1,-0.069 0.000 0,2.707 0.000 0,-0.347 0.000 0,-0.176 0.000 1,-0.046 0.000 0,2.488 0.000-1,-0.603 0.000 1,-3.295 0.000 0,-0.570 0.000-2,-2.929 0.000 1,-0.271 0.000 1,3.886 0.000 0,-1.566 0.000 1,-5.220 0.000-1,-0.758 0.000 0,0.828 0.000 0,-1.166 0.000-1,-1.163 0.000 6,-1.108 0.000-3,1.117 0.000-1,-1.453 0.000 1,-0.979 0.000 1,-2.104 0.000-1,1.878 0.000-1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2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5423.219 2358.000 767,'-4.427'4.427'0,"0.957"2.558"0,5.791 6.818-7,2.403-1.758 4,1.413 1.532-1,-2.539-5.779 1,0.260 0.578 1,1.466 4.052 0,-0.122 1.159-1,-0.050 1.316 1,0.005 1.366 0,0.326 1.337 1,0.539 1.253-1,-0.460-1.705-1,0.235 0.518 1,2.858 7.947-1,0.043-0.764 0,-2.693-8.160 1,-0.063-0.696 0,1.624 3.115 2,-0.144-1.767 1,-2.555-6.615 0,-0.033-0.778 0,2.794 4.653 4,-0.836-1.904 0,-0.222-1.604-1,-0.464-2.440 0,-0.294-2.229-1,-0.166-1.912-1,-0.072-1.556-1,3.290-0.978-1,2.503-7.750 0,-0.837-3.109 1,1.822-3.255-1,3.527-4.993-3,4.308-5.858-5,4.661-6.199-2,5.541-7.280-1,5.906-7.707-2,6.736-8.496-2,7.009-8.657-2,-1.208 1.910 0,5.044-5.408 0,23.068-27.065-7,5.251-6.024 1,-16.486 20.444 5,1.558-0.568 2,11.072-11.135 3,0.460 1.100 0,-0.842 2.388 2,-1.728 3.193 2,5.572-5.376 18,-5.407 5.713-3,-29.115 31.275-4,26.166-28.239 6,-15.144 16.248 6,-14.386 15.463 0,-12.624 13.587-2,-10.419 11.225-4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2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14711.219 3222.000 767,'6.504'0.000'0,"1.507"0.000"-4,-1.277 0.000 2,3.280 0.000 0,0.771 0.000-1,16.180 0.000-4,6.418 0.000-1,-11.328 0.000 2,2.435 0.000 1,12.382 0.000-4,3.246 0.000 0,2.682 0.000-1,2.155 0.000 2,13.860 0.000 0,0.881 0.000 1,-17.838 0.000 1,0.491 0.000 4,7.362 0.000-1,1.419 0.000 1,-5.731 0.000 1,0.588 0.000 2,14.345 0.000 1,0.437 0.000-6,-13.786 0.000 0,-0.174 0.000 2,12.871 0.000 3,-1.394 0.000-3,-14.110 0.000 0,-0.944 0.000 3,11.469 0.000 3,-0.996 0.000-1,-7.051 0.000-2,-0.991 0.000 5,-0.878 0.000-2,-0.756 0.000-5,-6.207 0.000 0,-0.590 0.000 3,4.684 0.000 1,-0.730 0.000-1,4.180 0.000 0,-1.213 0.000 0,-10.385 0.000 0,-0.133 0.000-1,9.947 0.000 0,0.133 0.000 0,-9.723 0.000 1,0.283 0.000-2,5.256 0.000 1,0.088 0.000-3,0.742 0.000 0,1.170 0.000 2,0.855 0.000 0,0.592 0.000 0,5.488 0.000-2,-0.666 0.000-1,-5.939 0.000 0,-0.439 0.000 2,-4.965 0.000 1,0.793 0.000 1,11.191 0.000 1,-0.730 0.000 0,-5.959 0.000-1,-0.457 0.000-3,-5.818 0.000-1,-0.689 0.000 2,8.086 0.000 4,-2.734 0.000-1,-2.813 0.000 0,-2.695 0.000 0,-9.182 0.000 1,-1.164 0.000 2,2.037 0.000 2,-1.412 0.000-2,4.955 0.000 0,-5.063 0.000-1,-5.242 0.000-1,-4.896 0.000-2,-4.256 0.000 0,-3.496 0.000 0,-0.574 0.000-1,-12.369 0.000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3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1811.219 3666.000 767,'4.503'-4.503'0,"-0.161"0.161"0,3.864 1.464-5,-0.204 1.358 5,3.867-0.635-3,1.712 0.001-1,3.415-0.123-1,10.212-0.667-3,4.146 0.165 1,-3.805 0.569 0,3.969-0.173-1,14.538-0.753-1,3.499 0.138 0,-9.204 0.831 3,2.061 0.201-2,15.715-0.195-1,2.544 0.376 1,-5.414 0.483 3,1.169 0.264 2,8.319 0.171-1,0.573 0.254-2,-21.900 0.297 2,0.180 0.081 3,14.991 0.046 1,-0.172 0.097-1,6.167 0.082 0,-2.114 0.063 3,-15.918 0.012 0,-2.120 0.016-1,9.212 0.038-2,-3.764 0.003 3,-13.341-0.031 2,-1.924-0.006 3,7.236 0.012 6,-2.501-0.014-6,-10.321-0.027-3,-1.361-0.009 2,2.733-0.004 0,-0.887-0.010-4,-0.892-0.009-1,-0.853-0.007 4,-0.502-0.006 0,-0.229-0.005-6,-0.023-0.004 1,0.124-0.003 2,0.223-0.002-1,0.283-0.001-2,0.878-0.284 1,1.260-0.471-1,1.473-0.865 0,1.555-1.105 0,0.975-0.658 0,0.516-0.309-3,0.164-0.046 1,-0.094 0.144 0,5.383-0.464-1,1.584-0.125 3,-8.515 0.814 2,0.833-0.182 0,5.450-0.518-1,0.028 0.185-4,0.155 0.315 0,0.238 0.393 2,5.661 0.146 1,0.654 0.548 2,-4.360 0.687 0,1.112 0.377-2,-4.523 0.435 0,0.958 0.228-1,13.228 0.109 0,1.508 0.260-1,-11.540 0.208 2,0.514 0.097-1,6.573 0.086 0,-0.012 0.070-1,-0.353 0.047-1,-0.579 0.028 3,-0.995 0.013 2,-1.245 0.002 0,-1.081-0.006-1,-0.914-0.011 2,3.851-0.001 0,-2.199-0.021 2,-11.211-0.039 0,-0.507-0.012-3,4.180-0.006 0,-0.878-0.014 3,-0.407-0.012 1,-0.053-0.010-4,-0.363-0.008 0,-0.567-0.007 0,4.345-0.006 1,-0.003-0.005-4,-8.902-0.002 1,0.426-0.001 3,10.231-0.003 0,0.761-0.000-4,-4.676 0.001 1,-0.042 0.000 1,-4.215 0.001-1,1.136 0.000-1,6.444 0.000-1,1.048 0.001 4,0.438 0.001 1,-0.017 0.000-6,-0.622 0.000 1,-1.024 0.000 0,3.924 0.000 1,-1.389 0.000 2,-6.266 0.000 2,-1.350 0.000 1,-5.489 0.000 1,-0.746 0.000-2,7.649 0.000-1,-1.079 0.000 4,-9.020 0.000-1,-0.797 0.000-2,2.913 0.000-1,-0.913 0.000 0,3.203 0.000-1,-0.022 0.000 4,-3.933-0.000 0,-0.463 0.000-3,0.069 0.283-1,0.445 0.471-2,-3.409 0.352 1,0.049 0.510 2,7.790 1.354 2,0.708 0.784-6,-7.200-0.433 2,0.275 0.397 1,7.708 1.332 1,-0.455-0.119-4,-7.760-1.322 0,-0.081-0.300 3,3.792 0.024 0,0.114-0.477 1,-0.182-0.474 0,-0.383-0.449 0,3.339-0.279 1,-0.334-0.450-3,-7.325-0.278 0,0.035 0.175 2,7.065 0.823 1,-0.465 0.587-3,-7.633-0.408 1,-0.708 0.036 1,6.111 0.528-1,-0.255-0.215 0,-6.040-0.288 0,0.970 0.547 4,8.363 1.647-1,0.934 0.688-5,-2.755-0.148 0,1.205 0.346-1,0.787 0.282 0,0.451 0.223 1,-3.732-0.804 0,0.523-0.242 0,9.832 1.121-1,1.095-0.140 2,-4.406-0.691 2,-0.221 0.005-2,-4.813-0.585 0,-0.286 0.086-1,4.645 0.798-1,0.490 0.144 2,4.218 0.485 5,-1.141-0.485-2,-5.362-1.120-1,-0.904-0.570-3,-4.244-0.915 0,0.371-0.436 2,9.479 0.003 6,1.063-0.604-3,-3.966-0.607-2,0.319-0.346-3,-4.064-0.325 0,0.673-0.183-1,5.731-0.146 0,0.979-0.147 2,0.836-0.107 2,0.695-0.073-2,5.783-0.075-1,0.222-0.026-1,-10.641 0.051 0,-0.215 0.005 2,10.313-0.035 0,-0.167 0.025 1,-5.367 0.044-1,-0.123 0.023 4,-0.010 0.022 0,0.069 0.021-5,0.123 0.019 0,0.155 0.016 4,-4.741 0.017-2,0.694 0.009 0,6.168-0.276 0,0.622-0.463-1,5.190-0.467 1,-1.275-0.178-2,-10.810 0.074 0,0.418-0.347 1,5.080-0.500-1,-0.996-0.082 4,-0.947 0.048 3,-0.869 0.138-6,-0.489 0.197-1,-0.195 0.228 3,0.023 0.240 5,0.178 0.238-5,-0.005 0.224 1,-0.133 0.205-3,5.626-0.938 0,1.120-1.545 0,-5.167-0.597 1,-0.571-0.783 1,-4.963 0.099-2,0.474-0.411-2,5.241-0.872 0,-0.332 0.152 3,-0.428 0.374 5,-0.476 0.514-6,-0.204 0.307-1,-0.001 0.146 2,3.976-0.150 2,-1.732 0.527 0,-10.265 1.228-1,-0.865 0.364-1,3.163 0.133-1,-1.239 0.435 3,2.404 0.277 4,-1.696 0.424-2,-8.488 0.447-1,-1.140 0.180-1,2.226 0.135 0,-0.821 0.154 0,-0.607 0.116 0,-0.426 0.084 4,2.580 0.079-2,-0.356 0.041-4,-3.402-0.007 0,-0.593 0.001 0,-2.947-0.027 0,0.013-0.009 0,2.936 0.004 0,0.295-0.018 2,0.590-0.018 0,0.771-0.018-2,3.650-0.011-1,0.319-0.019-1,-2.733-0.019 1,0.470-0.011-1,0.568-0.009 0,0.612-0.007 1,0.332 0.277 1,0.117 0.467-1,-3.363 0.349 0,0.001 0.509 0,3.646 0.934 0,0.371 0.664 1,3.191 0.808 0,-0.895 0.035 1,-4.032-0.623-1,-0.603-0.284-1,-0.192-0.068-1,0.109 0.089 4,-3.732-0.461 1,-1.012-0.147-2,2.070 0.102 1,-0.490-0.313-2,-0.525-0.334-1,-0.523-0.333 0,1.594-0.190 11,-1.281-0.359-11,-3.157-0.371 1,-0.580-0.210 1,-2.229 0.013 0,0.270 0.257 1,2.859 0.613 1,0.755 0.568-1,2.633 0.643-3,-0.388 0.107 0,-4.972-0.667-1,-0.138-0.116 1,2.532 0.074-1,0.427-0.244 1,3.058-0.102 4,0.578-0.322-2,-4.961-0.487-1,0.063-0.168-1,5.878-0.044-1,0.928-0.210 0,-4.877-0.206 1,0.804-0.086 2,3.876-0.067 0,0.662-0.071-4,0.706-0.052 0,0.705-0.036 1,0.670-0.023 0,0.615-0.013 1,0.828 0.278 0,0.942 0.472-1,0.412 0.587 1,0.017 0.642 0,2.685 0.702-1,-1.939 0.160 0,-7.844-0.645 1,-0.729-0.101 0,2.248 0.093 2,-0.942-0.237 1,-0.925-0.256 7,-0.868-0.258-7,-0.504-0.247 0,-0.222-0.228 0,2.595-0.148 0,0.023-0.217 0,-5.405-0.220-2,-0.144-0.091 0,2.142-0.069-1,-0.679-0.076 1,-0.267-0.056-1,0.040-0.040 2,-0.027-0.026 0,-0.072-0.015 2,-0.385-0.007-2,-0.590-0.000-2,0.142 0.004 0,0.656 0.007 1,0.142 0.009 0,-0.230 0.010 3,2.452-0.353-3,0.233-0.566-2,-2.428-0.147 0,-0.078-0.129 3,-0.103-0.315 0,-0.114-0.433-2,-0.117-0.214 0,-0.114-0.048 1,-1.966 0.123 1,0.748-0.259 0,5.555-0.864-1,-0.238 0.075 0,-3.143 0.546 0,-0.801 0.261-2,-0.602 0.298 0,-0.434 0.311 0,-0.292 0.022 4,-0.178-0.184 2,-0.371-0.323-1,-0.490-0.406-3,-2.681 0.209 1,-0.755-0.005-1,2.696-0.563-1,-0.880 0.276 2,-2.515 0.583 0,-0.918 0.299 2,-0.620 0.302 1,-0.377 0.288-3,-1.645 0.363-1,-0.364 0.185 3,1.249 0.086-1,-0.550 0.203-2,-0.539 0.164 0,-0.503 0.129 2,-0.866 0.095-1,-0.335 0.064-2,1.108 0.073 1,-0.648 0.039-1,-0.649 0.016 3,4.270 0.103 3,-0.507-0.582-5,-0.475-1.173 3,-0.712-0.935-5,-0.992 0.025 1,-0.742 0.446 0,0.190 0.552 2,2.038 0.380 1,-0.352 0.480-2,-3.148 0.401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4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9167.219 3822.000 767,'-9.805'0.000'0,"0.380"0.000"-6,-0.289 0.000 4,-1.059 2.800-1,5.302 0.476 3,-1.104 2.293 1,0.159 1.243-2,0.300 0.865-1,-0.064 1.347-1,2.732-2.373 2,0.518 0.639 0,0.508 0.959 0,0.475 1.143 4,0.186 4.253-3,0.560 1.540-2,0.580-4.404 0,0.187-0.059 1,0.141 1.817-2,0.158 0.460 2,0.108-1.193-1,0.069 0.546 0,0.354 2.564 7,0.513 0.715-7,0.879 2.024 0,0.769-0.648 0,0.290-2.754 1,0.557-1.004 0,0.236-1.057-1,-0.004-1.044 1,1.238 1.795 5,-0.057-1.932-1,-0.104-1.778 2,-0.123-1.868-2,-0.125-1.768-2,3.183 0.740 1,-0.780-3.607 2,2.990-1.553-1,-2.555-1.001-2,1.263-0.208-3,1.061-0.147 0,1.150-0.096 0,1.159-0.055-1,0.546-0.024 0,0.083 0.000 1,0.599 0.017 1,0.937 0.028 0,0.568-0.248-1,0.279-0.433 1,0.342-0.262 2,0.372-0.127-3,1.717-0.563 0,-0.842-0.506 1,-2.501-0.165 1,-0.567-0.471 0,1.084-0.984-1,-0.558-0.520 3,-5.043 1.177 1,-0.376-0.504-3,2.214-2.106 1,-0.686-0.569 0,-0.963-0.377-1,-1.117-0.223 0,-0.481-1.029 1,-1.453 0.044 0,-1.950 1.697-1,-0.380-0.289 1,0.271-1.496 2,-0.096-0.552-1,-0.254-0.261-1,-0.354-0.041-2,-0.102-0.991 1,-0.542 0.346-2,-0.914 2.229 1,-0.302-0.116 0,-0.154-1.128 3,-0.321 0.105-1,-0.182-1.706 0,-0.335 0.765-1,-0.249 0.902 0,-0.176 1.042 0,-0.116 1.055 1,-0.240-3.773 0,-0.052 2.608 2,0.064 0.691-1,0.103-0.302-2,-0.854-0.585 0,-1.684 0.472 0,-2.341 0.689 2,-3.199 3.011-1,-1.088 2.614 0,0.237 0.748-3,-2.086 0.177 0,1.176 0.140 0,-1.487 0.066-1,-3.403 0.059 0,-1.397 0.047-1,-3.041 0.046 0,-0.238 0.021 1,2.126-0.008 0,-0.062-0.001 1,0.500-0.006 0,0.875-0.009 0,-2.759 0.006 4,1.329-0.018-1,7.808-0.040-1,-5.365 0.016 2,3.156-0.018 3,2.984-0.015-4,2.608-0.011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5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14507.219 3174.000 767,'0.000'6.109'0,"-0.217"2.783"-4,-1.430 3.629 1,0.055-3.390 1,-1.017 5.566-3,-0.225 2.196 1,0.328 0.479-1,0.128 2.838 0,0.452 0.024 1,0.186 2.909 0,-0.163 11.334-1,0.339 3.641-1,0.542-6.842 0,0.183 1.605 1,-0.185 6.978-2,-0.280 2.008 0,-0.338 6.335 1,-0.021-0.341 2,0.421-11.420 3,0.083-0.819-2,-0.312 4.307-1,-0.318-0.742 1,-0.403 2.966 8,0.009-2.747 0,0.352-10.653 0,-0.251-1.806-4,-0.728 1.381-1,-0.456-2.527 1,-0.624-0.412 8,0.086-3.794-1,0.284-3.674-2,0.403-3.374-1,0.036-1.624-1,0.667-3.881 5,0.615-3.148-5,-0.802-0.305-4,2.937-11.916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5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14435.219 3450.000 767,'5.121'-4.964'0,"1.074"0.808"0,0.489 1.671-6,-0.795 0.412 4,1.560-0.666 1,4.238-0.308-1,-0.137 1.296 2,-2.107 0.949 0,2.181 0.137-2,-0.034 0.182 0,1.292 0.091-1,3.627 0.052 0,1.625 0.093-1,1.717 0.077-1,1.700 0.063 2,4.372 0.050 0,1.021 0.046-1,-2.306 0.026 0,0.743 0.017 1,0.182 0.010 0,-0.228 0.005 2,-2.906-0.005 0,0.686-0.001 0,6.788 0.009 0,-0.944-0.005 2,-6.783-0.015 1,0.022-0.004-3,3.276-0.001-2,0.007-0.005 2,0.218 0.278 7,0.357 0.467-7,0.723 0.579 1,0.950 0.632 0,0.782 0.639-1,0.628 0.615 0,0.205 0.568-1,-0.106 0.508 0,-0.322 0.442-1,-0.461 0.374 2,-0.538 0.307 0,-0.567 0.246 1,2.707 1.308 2,-0.842 0.704-1,-4.508-0.558 1,-1.496 0.158-1,-3.688-0.655 0,-0.428 0.385 0,5.578 2.779-1,0.399 0.654 7,-2.622-0.739-4,0.189 0.409-4,-2.678-0.975 0,0.260 0.320-1,5.967 3.252-1,-0.361 0.327 2,-3.714-1.324 1,-1.078 0.102 0,-1.192-0.201-1,-1.220-0.408 1,-3.230-1.813 0,-0.799-0.430 1,2.670 2.212 3,-1.686-0.189 1,-0.021 1.271-1,-3.093-1.164-1,-2.949-1.312 0,-3.850-2.798-2,-1.313-0.014 0,-0.900 0.802 5,-1.182-0.154-2,-0.429 3.515 0,-1.753-0.763-2,-1.059 1.560-1,-0.614-2.013-3,-0.997 0.554 1,-4.206 5.448-2,-3.251 0.323-1,2.578-6.221 2,-1.883 0.590 0,-12.735 9.350-2,-5.631 1.750-1,5.599-6.102 1,-3.182 0.396-1,-8.639 3.051-2,-5.090 0.776-2,0.696-2.124 0,-4.559 0.277 3,-11.953 2.841-1,-4.957 0.060-3,-4.670 0.188-1,-4.246 0.271 0,-12.969 2.714 0,-2.742-0.332 0,8.502-3.651 2,-0.441-1.385 2,9.678-3.118 2,0.125-0.497 0,-8.229 1.242 3,2.456-1.137 2,3.178-1.243 4,3.542-1.259-1,5.049-1.495 0,5.883-1.592-1,5.918-1.586 7,5.663-1.507-1,5.780-1.380 0,5.592-1.224-1,2.249-0.848 27,5.244-1.085-19,6.353-0.892 4,3.166-0.530-2,0.265-0.539-10,4.492-0.447 3,3.602-0.237-7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5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10391.219 4914.000 767,'6.108'0.000'0,"0.495"0.000"-4,3.436 0.000 3,5.048 0.000-3,-4.287 0.000 1,-1.509 0.216 0,1.197 0.371 0,2.739 0.418 0,0.826 0.191 0,1.339 0.362 2,1.643 0.467-1,1.497 0.520-1,1.323 0.533 2,0.573 0.234-1,0.010 0.011-2,2.776 0.227 1,0.197-0.339 0,-5.317-0.968 1,-0.090-0.271 1,2.202-0.076 5,-0.650-0.344-5,1.766-0.209 0,-0.657-0.352 2,-3.056-0.345 1,-0.805-0.197 0,-2.930-0.180 0,-0.903-0.102-2,0.641-0.084 1,-1.222-0.080 0,0.067-0.073 1,-1.387-0.045 1,-1.598-0.023 2,-1.646-0.007-2,-1.579 0.004-1,2.575-0.129 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5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4883.219 4770.000 767,'6.200'0.000'0,"1.631"0.000"-4,1.313-0.803 2,-1.703-0.256 0,2.649-0.532 0,5.533-0.955-2,4.157-0.681-1,3.441-0.898 0,2.770-1.011-2,2.444-0.760 0,2.096-0.546 0,4.958-0.914-1,-0.271 0.366 1,-8.125 1.955 4,-0.119 0.482 0,3.597 0.035 0,-0.492 0.701 0,2.596 0.382 9,-1.662 0.786-3,-8.474 1.005-2,-1.780 0.371 0,0.531 0.241 0,-2.454 0.349 0,-0.623 0.271 3,-2.741 0.265-1,-4.901 0.146 8,-1.259 0.085-3,0.548 0.125-1,-2.016 0.055-1,-1.831 0.021-3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5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8231.219 5562.000 767,'0.000'7.966'0,"0.000"1.550"0,0.598-3.351-3,0.527 0.962-2,0.248 1.581 4,-0.036-0.954-1,0.369 1.104 0,0.807 2.775 0,0.565 1.375-1,0.540 0.931 0,0.497 0.571 1,2.380 5.988-2,0.461-0.428 1,-0.954-3.784 0,-0.421-2.010 3,-0.559-2.199 0,-0.609-2.168 0,-0.600-1.995 0,-0.551-1.744 1,1.899 2.081 3,-0.184-4.119-1,1.979-2.444-1,1.066-1.607 1,1.382-2.204 0,-2.665-0.075 0,1.721-1.546-1,1.958-2.055-3,3.165-2.604-3,3.876-2.872-1,4.481-4.059 0,4.701-4.711-2,5.768-6.086-3,6.255-6.777-1,13.532-13.626-5,8.135-9.023-2,-0.961 0.013 1,5.533-5.727-1,-3.543 4.150 1,5.103-3.162 1,15.588-12.253-4,4.713-2.567 4,14.928-10.800 1,1.704 0.590 2,-23.846 20.763 3,-1.355 2.163 2,40.024-28.769-3,-8.537 9.605 10,-54.298 40.957 3,30.204-20.437 12,-17.967 14.034 6,-16.928 12.693-9,-14.766 10.734-3,-20.996 13.931-5,-8.158 5.303-1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5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3839.219 4806.000 767,'-1.036'7.327'0,"-0.881"1.384"-5,0.371-1.091 3,-0.474 2.912-1,-0.917 5.102-1,-0.632 3.416 0,-0.056 0.224-1,-0.434 2.172 0,0.200-0.971 0,-0.307 1.839 0,-0.980 5.346 0,-0.315 1.647 0,-0.250 1.488 1,-0.191 1.305 0,-0.558 3.632 0,0.506-2.031 0,1.529-8.669 2,0.097-0.920 0,-0.320 1.692 1,0.432-2.181-1,0.506-2.383 8,0.535-2.415 4,0.531-2.324-8,0.502-2.149 0,0.459-1.924 5,0.406-1.673 3,0.191 0.631-1,0.479-2.848-4,0.345-2.472-2,0.352 0.413-1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0:5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3827.219 4890.000 767,'4.982'-3.946'0,"3.023"-0.128"0,3.354-0.349-8,-5.144 2.337 7,0.795-0.249-1,1.730-0.467 0,0.390 0.037 0,0.413-0.126 1,0.410-0.236-1,0.105-0.021 0,-0.116 0.134 1,-0.269 0.237 1,-0.364 0.300-1,1.711-0.250 1,1.145-0.155 0,-1.031 0.374 2,-0.014 0.156-1,-1.583 0.464-2,-0.271 0.195-1,2.476-0.142 0,-0.102 0.341 0,-2.399 0.525 3,0.457 0.179 2,3.473 0.044-1,0.404 0.226-3,-1.084 0.203 0,0.562 0.119 0,0.633 0.093-1,0.654 0.072 1,-1.304 0.044 1,0.544 0.030-1,2.963 0.033-1,1.080 0.016 1,1.069 0.290-1,1.011 0.471 1,0.640 0.578 0,0.345 0.627-2,2.379 1.057 0,-0.801 0.713 1,-2.820 0.058 0,-0.032 0.444 2,-2.495-0.239 0,-0.012 0.295 1,4.881 1.356 2,-0.192-0.273-3,-2.955-0.728-1,-0.708-0.026 1,-3.059-0.557 1,-0.931 0.090-1,0.991 0.778 0,-0.851 0.168 1,0.511 0.848 2,-1.357 0.132 1,-1.490 0.145 0,-1.925-0.089-4,-1.900-0.148 0,-1.764-0.179 2,-1.564-0.189 1,0.523 5.089-2,-3.700-4.820 0,-0.574 0.249 0,-0.448 0.449 1,-0.338 0.571 0,-0.300 1.346 0,-0.194 0.142-2,0.033-1.982 0,-0.033-0.058-1,-0.074 1.150 0,0.016 0.333 0,-0.018 1.193 1,0.060-0.086 1,0.104-1.233-1,0.054-0.240-1,0.077-1.173 1,0.038-0.170-1,0.006 2.326 2,0.049 0.872 0,0.045-0.782 0,0.027 0.072 0,0.021 0.195-3,0.017 0.272 0,-0.271 0.315 1,-0.462 0.331 0,-0.132-1.226 2,-0.136-0.078-1,-0.796 1.329-1,-0.944 0.144 0,-0.825-0.098 0,-0.702-0.265 1,-0.912 0.765 1,0.055-0.595-2,1.133-2.623 0,-0.079-0.343 1,-1.378 1.536 0,-0.175-0.486 2,0.516-1.265 0,-0.121-0.297-1,0.563-1.221 0,-0.117-0.492-1,-1.945 0.848 0,-0.703-0.348 0,0.803-0.751 1,0.296-0.045 0,-2.214 1.417-1,-0.350-0.230-2,-0.474-0.289 3,2.341-1.723-1,0.045-0.431-1,0.936-0.768 0,0.047-0.356 0,-1.094-0.139 0,-0.398-0.418 2,-0.212-0.374 3,-0.070-0.325-3,-1.646-0.232-2,-0.965-0.277 0,1.643-0.221 0,-0.834-0.103 2,-2.298-0.092-3,-0.666-0.075 0,-1.296-0.050 0,-1.684-0.030 0,-1.598-0.014 0,-1.461-0.002 0,-1.578 0.006 0,-1.587 0.012-2,-4.283 0.001 0,-0.935 0.022 1,-0.455 0.022 0,-0.102 0.022 0,6.421 0.246 0,0.338 0.381 2,0.570 0.266 0,0.722 0.169 1,-2.574 0.542 1,-0.225 0.498 0,0.042 0.542 2,0.229 0.547 1,-4.952 1.600-3,1.012 0.622-4,8.822-1.597 2,1.178-0.133 1,1.023-0.229 1,0.871-0.293 0,-1.060 0.008-1,0.822-0.453 1,-3.197 0.419 12,1.761-0.203-11,1.732-0.029-1,2.667-0.399 0,1.805-0.321-1,1.680-0.360 1,1.476-0.359-1,-2.864 0.453 6,2.984-0.833-2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1:2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1763.219 6966.000 767,'-6.510'0.000'0,"0.298"0.535"0,-1.064 3.058 0,-0.277 3.031-9,2.659-2.528 8,-2.362 2.032 0,0.295 0.284-1,-0.688 1.299 1,1.694-1.028 0,0.211 0.705-1,-1.396 2.900 0,0.234 0.277 0,0.652-0.958 0,-0.353 0.266 1,0.655-0.796 1,-0.129 0.650 0,-0.991 1.849 0,-0.037 0.064-1,0.026 0.063 0,0.070 0.059 0,0.380-0.230 0,0.583-0.424-1,0.130 0.701 3,0.952-0.811 0,1.672-2.740-1,0.544-0.086 0,0.051 2.099 4,0.727-0.415 0,0.653-1.162-3,0.447-0.730-1,0.357-0.771 0,0.275-0.758 1,0.185 1.935 0,0.467 3.441 1,0.113-1.539 2,0.162-3.522-3,0.480-0.290-2,0.533-0.385 1,2.041 3.172 0,0.731-1.613-1,0.615-1.240 1,0.336-1.849 1,2.164-1.306 0,-1.462-2.471 0,1.844-0.621 0,-0.961-0.286-1,-0.106-0.091-1,-0.069 0.009 1,2.493-0.010 0,-0.870 0.079 1,-1.341 0.069-2,-0.881 0.046 1,0.252 0.026 0,2.441 0.014 1,2.964-1.573-3,-4.621-0.259 1,-0.055-0.493 0,-0.376-0.362 1,-0.546-0.251-1,1.930-1.570 0,4.166-1.803 0,-4.713 2.275 3,-1.603 0.683-1,0.074-0.255-3,3.168-2.029 0,-0.477 0.385 0,-0.699 0.676 1,-2.378 1.310 1,-0.233-0.010 1,0.184-0.198 0,-0.097 0.029-1,-0.047 0.044 2,-0.010 0.051 0,1.611-0.516-2,0.189 0.531-1,0.170 0.606 0,2.364-0.888 0,-4.143 1.165 1,0.068-0.391 0,2.209-1.538 2,0.164-0.333-1,0.085-0.146-1,-1.928 1.188-1,-0.350 0.334 0,-0.402 0.410 0,4.844-1.888-1,-0.941 0.920 5,-0.952 0.490-2,-0.243-0.074-1,-1.595 0.220-1,-0.942-0.621 1,-2.054-1.944 1,-1.158-0.481-1,0.146 0.782 0,4.074-0.163 2,1.493 0.956-1,1.087-0.242 1,0.056 0.164-4,-2.106 0.721 1,-2.191 0.276 0,-1.177-1.550 3,-2.797-3.808 2,-1.314 2.098-3,-0.113 0.786-2,0.023-1.719-1,-0.516 0.030 3,-1.182 1.240-1,-2.038 0.377-1,-0.897 1.164 2,-0.194 1.054-1,-1.608 1.281-1,-3.958-0.397 0,3.067 1.105 1,-0.712 0.062-2,-0.433 0.193 1,2.583 0.695 0,-0.022 0.140 1,-2.667-0.162-2,0.196 0.275 1,-2.031 0.070 1,3.092 0.478 2,-0.156 0.113-1,-0.312 0.094-1,-0.408 0.075-1,-0.740 0.059 0,-0.942 0.044 1,-1.690 0.040-1,0.241 0.025 0,0.676 0.014-1,0.929 0.005 1,3.714-0.026 0,-8.095 0.065-1,6.475-0.057 3,0.458-0.009 1,0.395-0.009 4,-1.978 0.600-6,2.713 0.506-1,-5.157 2.080 0,3.484 0.048 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1:2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8207.219 6246.000 767,'-6.290'1.074'0,"2.085"5.178"-5,-1.881 6.316 2,1.447-2.962 0,-1.058 2.064 0,-1.050 2.051-1,-1.744 4.176-1,-0.461 2.027 0,2.765-5.924 1,-0.326 0.827 2,-4.159 9.420-2,-0.689 1.342 0,2.220-5.412 1,-0.331 0.127 1,-3.267 6.179 0,-0.334 0.107 0,2.807-5.959-1,-0.136 0.084 2,-1.694 2.914 3,-0.144-0.298-2,-0.091-0.746-2,-0.050-1.030 2,-0.853 1.196 1,1.258-1.654 0,2.285-3.657-1,0.853-1.190 2,1.672-3.050 0,0.467-1.022 3,-0.751 0.450-1,-0.067-1.230 0,0.022-1.131-1,0.088-1.006 2,-1.210 0.514-2,1.046-1.873-3,1.227-1.781 1,1.252-1.590 0,-1.698 0.730 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1:2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8159.219 6138.000 767,'3.331'9.106'0,"-0.768"-2.726"0,0.681 1.391 0,1.541 2.835-1,1.197 1.701-13,-0.622-1.617 11,0.769 1.316 0,1.902 4.132 0,0.919 2.656-1,2.486 5.054 0,1.315 1.837-1,-2.322-5.017 2,0.438 0.636-2,3.716 7.035-1,0.258 0.382 2,-1.645-3.210 1,-0.054-0.084 2,-1.280-3.060 1,0.709 0.364 0,4.077 6.664-1,-0.308-0.566 2,-2.185-3.733 0,-0.364-0.429-3,-1.987-3.774 1,-0.190-0.837-1,3.107 4.572 5,-0.306-1.178 0,-1.879-3.492-2,-0.223-0.724 3,-1.673-2.843 0,-0.050-0.270-4,2.690 4.384 1,-0.662-0.299 1,-3.314-5.125-1,-0.500-0.803 0,0.637 1.148-1,-0.604-0.796 1,-0.847-0.691-1,-0.979-0.583 1,-0.067 0.347 7,-0.693-1.711-7,-1.077-2.529 0,-0.233-1.015 1,1.018 0.937 5,-0.962-2.065-4,-1.018-1.892-2,1.199 0.863 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1:2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8015.219 6738.000 767,'6.589'0.000'0,"2.731"0.000"-4,-2.792 0.000 3,1.557 0.000-1,-1.019 0.000 0,0.760 0.000 0,2.057 0.000-1,0.769 0.000 1,2.462 0.000-1,1.057 0.000 1,-3.012 0.000 1,-0.084 0.000 0,1.544 0.000 0,-0.057 0.000-1,1.129 0.000 0,-0.758 0.000 1,-0.567 0.000 5,-0.406 0.000-4,-4.106 0.000 0,0.015 0.000 1,2.839-0.283 1,0.215-0.471-1,-0.079-0.300-1,-0.284-0.164 0,-0.135-0.060 0,-0.021 0.018-1,0.060-0.210 0,0.115-0.364 2,1.153-0.447 0,-0.456-0.012-1,-2.882 0.587 0,-0.368 0.120-1,0.691-0.035 1,-0.452 0.213-1,-0.146 0.218 3,0.079 0.211 0,-0.047-0.086 0,-0.135-0.294-1,-0.190-0.428-1,-0.223-0.503 0,1.815-1.304-1,-1.411 0.032 1,-1.560 0.333 1,2.069-1.723-1,-3.664 1.200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1:2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5399.219 7878.000 767,'7.206'0.000'0,"0.331"0.000"0,0.868 0.000 0,0.327 0.000 0,6.005 0.000-12,-0.476 0.000 9,4.169 0.000 0,9.229 0.000-3,6.787 0.000-3,7.450 0.000-1,7.572 0.000-2,7.584 0.000-1,7.235 0.000-2,17.163 0.000-2,7.753 0.000 0,-14.892 0.000 4,5.987 0.000 1,20.322 0.000-3,8.346 0.000 1,8.441 0.000-1,8.112 0.000 2,7.777 0.000-2,7.173 0.000-3,6.122 0.000-1,5.085 0.000 3,23.084 0.000-2,0.953 0.000 4,-39.802 0.000 3,-0.272 0.000 4,19.505 0.000 0,-0.434 0.000 5,18.308 0.000 3,-2.427 0.000 8,-40.511 0.000-1,-2.094 0.000-8,32.788 0.000-3,-5.703 0.000 6,-39.141 0.000-1,-4.437 0.000 7,24.372 0.000 5,-8.511 0.000-5,-34.212 0.000-4,-5.617 0.000 8,5.719 0.000 7,-6.397 0.000-6,2.773 0.000-2,-7.946 0.000 12,-22.831 0.000-5,-4.109 0.000-11,9.083 0.000 1,-6.449 0.000 6,-16.590 0.000-5,-3.479 0.000 1,1.304 0.000 0,-3.555 0.000-2,0.161 0.000 1,-3.879 0.000 4,-6.464 0.000-7,-2.730 0.000-3,-4.404 0.000 0,-1.216 0.000 1,1.242 0.000 1,-0.784 0.000 2,-0.793 0.000-5,-0.762 0.000-2,1.754 0.000 0,0.289 0.000-1,-1.761 0.000 0,0.236 0.000 3,-2.006 0.000-5,-0.079 0.000 1,4.106 0.000-1,0.104 0.000 2,-1.955 0.000 0,0.126 0.000 1,-1.896 0.000 0,0.230 0.000-2,2.469 0.000 0,0.322 0.000 0,2.497 0.000 1,0.111 0.000 0,-4.896 0.000-1,-0.670 0.000 1,1.572 0.000-1,-0.251 0.000 0,-0.354 0.000 1,-0.410 0.000 1,-0.714 0.000 6,-0.897 0.000-8,-0.702 0.000 0,-0.531 0.000 2,1.988 0.000 0,-1.263 0.000 3,-0.817 0.000-2,-2.063 0.000-2,-1.973 0.000 1,-1.746 0.000 1,2.174 0.000 1,-2.017-0.132-1,-0.597-2.384 0,-0.460-0.450-1,0.487 0.055 0,-0.506-1.037 0,-1.443-1.734 2,1.833-5.613-2,-3.084 5.863-3,0.688-0.836 0,1.272-2.266 0,0.635-1.421-1,0.206-1.391-1,-0.109-1.304 3,0.249-2.718-1,-0.613-0.567-1,-0.829 1.370 0,-0.109-0.447 1,-0.268-0.176 0,-0.368 0.025 2,-0.744 1.807 0,-0.337-0.234 0,0.104-4.078-1,-0.517 0.207 1,-0.699 4.162 2,-0.253 0.257-3,-0.100-3.346 1,-0.298 0.519 0,-0.262 4.095 0,-0.115 0.634 1,-0.107-2.093 1,-0.106 1.168-1,-0.030 3.378-1,-0.028 0.618 1,-0.104-2.727 4,-0.006 1.989-3,0.015 1.937 0,-0.118-1.942 1,0.007 2.818-2,-3.625 0.597 2,-6.104 4.978 3,1.954 0.266-8,-2.283 0.033-1,-2.551 0.030 0,-2.620 0.025-1,-2.547 0.021 0,-2.375 0.017-1,-2.988 0.013 0,-3.285 0.010 0,-7.212 0.009-2,-3.096 0.006 2,10.970-0.002 1,-1.822 0.001-1,-19.078 0.006-3,-4.243 0.000 1,-3.393-0.001 1,-2.614-0.001 1,4.832-0.003-1,-1.445-0.001-2,5.720-0.002 0,-1.185-0.001 5,-16.189-0.000-1,-1.093-0.001 2,14.588-0.002 1,-0.445-0.000 0,-8.283-0.000-1,-0.528-0.000-1,0.248-0.000 0,0.790 0.000 3,0.573-0.000 2,0.391 0.000-3,0.244 0.000-1,0.126 0.000 4,0.038 0.000 2,-0.027 0.000-4,-7.451 0.000 1,0.315 0.000-2,14.582 0.000 1,-0.808 0.000 0,-8.617 0.000 0,-0.782 0.000-1,-9.027 0.000 1,-0.974 0.000-2,15.725 0.000 1,-0.510 0.000-1,-8.728 0.000-1,-0.231 0.000 1,0.088 0.000-1,0.313 0.000 3,0.457 0.000 1,0.539 0.000-1,-7.275 0.000-1,1.160 0.000 2,16.200 0.000 1,0.029 0.000-1,-7.391 0.000 0,0.842 0.000 1,0.619 0.000-1,0.432 0.000 0,0.277 0.000 0,0.154 0.000 1,-6.575 0.000 0,1.580 0.000-2,15.211 0.000 1,0.561 0.000-2,-6.890 0.000 1,-0.240 0.000 3,0.172 0.000 0,0.458 0.000 0,-6.380 0.000 0,0.726 0.000-6,7.669 0.000 0,0.908 0.000 5,1.105 0.000 0,1.194 0.000-2,7.099 0.000 1,0.700 0.000 1,-10.695 0.000 2,1.787 0.000-1,12.272 0.000 0,0.643 0.000-1,-10.218 0.000 1,0.710 0.000-1,10.952 0.000 0,0.146 0.000 0,-15.662 0.000 1,0.577 0.000-5,16.282 0.000 2,0.881 0.000 1,0.801 0.000 1,0.714 0.000-3,-3.823 0.000-1,0.875 0.000 4,-3.315 0.000 6,1.270 0.000-5,9.109 0.000-2,0.529 0.000 0,-3.559 0.000 0,0.359 0.000 0,0.020 0.000 1,-0.222 0.000 0,-4.029 0.000 1,0.226 0.000-4,8.053 0.000 0,0.094 0.000 0,-3.610 0.000 0,0.467 0.000 1,-2.614 0.000 0,1.641 0.000 2,7.807 0.000-1,0.660 0.000 0,-5.705 0.000 0,0.744 0.000 3,3.613 0.000 0,0.393 0.000-2,0.820 0.000-1,1.085 0.000-1,3.416 0.000 0,0.544 0.000 0,-4.022 0.000 1,1.254 0.000 2,5.558 0.000 1,1.090 0.000-3,-0.815 0.000 0,0.935 0.000 1,1.024 0.000-1,1.039 0.000 4,-0.176 0.000 0,1.197 0.000-4,1.738 0.000-1,0.254 0.000 3,1.295 0.000 0,0.216 0.000-1,-0.743 0.000-2,0.267 0.000 0,-0.606 0.000 0,0.348 0.000 0,-3.747 0.000 1,4.005 0.000 0,-0.401 0.000-1,-1.851 0.000 1,-0.094 0.000-1,0.096 0.000-1,3.509 0.000 0,0.128 0.000 0,-2.798 0.000 0,0.657 0.000 0,0.760 0.000 2,1.233 0.000 1,-0.299 0.000 0,0.372 0.000-2,0.175 0.000 0,-5.102 0.000 0,3.727 0.000 0,1.017 0.000 0,-4.543 0.000 1,2.883 0.000 1,0.281 0.000-2,-0.274 0.000 1,0.873 0.000 2,1.001 0.000-3,0.169 3.151-3,5.147 5.138 3,0.561-2.289-1,0.058 1.409 1,0.051 1.220-1,0.043 1.592-1,0.037 1.784-1,0.032-0.312 0,0.018 1.116 1,0.016 2.883 0,0.014 0.576-1,0.010 0.491 0,0.006 0.409 0,0.010 4.808 1,0.001 0.037 0,-0.014-9.221 3,-0.001-0.506-2,0.004 3.376 1,-0.002-0.685-1,-0.003-0.627 1,-0.003-0.558 0,-0.002-0.764 8,-0.002-0.875-7,-0.002-0.913-1,-0.002-0.897 1,-0.001 1.268 0,-0.001-1.257 2,-0.001-1.260 0,-0.001-1.792-1,-0.002 2.380 0,-0.002-3.619-1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1:3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4175.219 8298.000 767,'0.592'-6.616'0,"3.868"2.240"-4,3.332 1.184 3,1.979-0.405-1,-0.178 0.895 0,0.945 0.845 1,-3.142 0.676 0,3.328-0.650-1,1.960-0.539 0,1.646-0.272-1,1.345-0.068-1,1.916 0.078 0,2.231 0.181 0,2.634 0.244 1,2.796 0.277 0,3.628 0.289-1,4.050 0.283-1,14.731 0.075-3,5.068 0.360 0,-13.968 0.424 1,2.151 0.127 0,2.514 0.109 0,2.695 0.091 0,25.787 0.077-2,3.859 0.104 4,-21.657 0.030 3,1.449 0.022-5,1.244 0.016 1,1.046 0.008 0,9.387 0.017-2,0.458-0.002 5,8.416 0.005 3,-0.992-0.011 0,-17.645-0.029-2,-0.621-0.008 1,7.664-0.003 0,-0.539-0.010 3,-0.571-0.009 0,-0.567-0.009 2,7.890-0.006 1,0.099-0.007-6,-15.874-0.006 1,0.298-0.003 1,8.974-0.003 0,1.136-0.002-3,0.556-0.001-1,0.117-0.001 4,0.364-0.001 1,0.523 0.000-6,0.329 0.000-1,0.175 0.000 5,17.830 0.000 2,0.088 0.001-5,-26.058 0.001 2,0.119 0.000 2,0.760 0.001-1,1.212 0.000-3,9.888 0.000 1,0.266 0.000 3,0.211 0.000 3,0.163 0.001-6,0.120 0.000-3,0.084 0.000 3,8.725 0.000 2,-1.080 0.000 0,-9.804 0.000 0,-0.575 0.000 0,-8.674 0.000 0,0.623 0.000 1,18.928 0.000 1,0.458 0.000 1,-18.496 0.000-1,-0.499 0.000-4,17.630 0.000 0,-0.440 0.000-2,-18.830 0.000 2,-1.404 0.000 5,14.747 0.000 4,-2.521 0.000-9,-18.046 0.000 0,-2.320 0.000 5,11.774 0.000 8,-2.296 0.000-7,-9.026 0.000-3,-2.385 0.000 11,-7.830 0.000-3,-1.484 0.000-9,4.007 0.000-1,-1.486 0.000 6,-1.332 0.000 3,-1.160 0.000-3,-1.265 0.000-1,-1.279 0.000-3,-1.230 0.000 0,-1.137 0.000 1,3.729 0.000 0,-0.156 0.000 1,-8.574 0.000 0,0.138 0.000-1,5.506 0.000-1,1.810 0.000-3,11.605 0.000 1,1.056 0.000 2,-19.604 0.000-4,0.639 0.000-1,11.896 0.000-1,1.480 0.000 2,1.813 0.000 1,1.962 0.000 2,14.571 0.000 0,1.085 0.000-7,-25.183 0.000 3,0.705 0.000 1,14.938 0.000-1,1.699 0.000 1,1.421 0.000 1,1.156 0.000 2,7.701 0.000 1,-0.764 0.000-7,-14.946 0.000 1,-0.012 0.000 3,14.526 0.000 0,-0.483 0.000 4,-14.595 0.000 1,0.119 0.000-2,7.695 0.000 1,0.556 0.000-3,7.863 0.000 0,0.080 0.000 2,-7.547 0.000 0,-0.085 0.000-4,0.024 0.000 1,0.101 0.000 1,0.150 0.000 0,0.180 0.000 3,0.756 0.000-1,1.131 0.000-1,1.063 0.000-1,0.964 0.000 1,-7.389 0.000 0,0.497 0.000-3,9.209 0.000-1,1.229 0.000 2,1.152 0.000 0,1.043 0.000 2,9.341 0.000 1,-0.153 0.000-6,-17.916 0.000 1,-0.504 0.000 2,16.312 0.000 0,-1.303 0.000 2,-17.722 0.000 0,-1.026 0.000 4,14.105 0.000 2,-2.433 0.000-6,-16.357 0.000 0,-0.975 0.000 4,11.816 0.000 3,-3.487 0.000-4,-9.911 0.000-1,-3.604 0.000 2,-8.482 0.000-2,-2.834 0.000 1,1.538 0.000 4,-2.785 0.000 2,3.859 0.000 6,-3.949 0.000-1,-14.174 0.000-10,-1.276 0.000-2,6.042 0.000 1,-1.722 0.000 2,-5.405 0.000 0,-0.503 0.000 2,3.084 0.000-4,-1.484 0.000-3,-4.195 0.000 0,-0.202 0.000 1,1.801 0.000 0,0.258 0.000 2,0.086 0.000-1,-0.040 0.000-2,4.212 0.000-1,0.855 0.000-1,-5.312 0.000 1,0.696 0.000 2,0.645 0.000-2,0.583 0.000-1,6.081 0.000 0,1.545 0.000 0,-4.552 0.000 1,0.674 0.000 0,4.508 0.000-1,2.068 0.000-1,0.808 0.000-1,-0.129 0.000 3,6.792 0.442 0,-0.205 0.691-5,-10.417 0.053 3,-0.264 0.467 0,2.764 0.898 10,-0.693 0.633-8,-3.936-0.167 1,-0.945 0.063 0,1.545 0.356 2,-1.367-0.222 0,-1.071-0.309 0,-0.810-0.357 0,-0.586-0.374 3,-0.397-0.369-1,1.481-0.215-1,-0.852-0.393-2,-2.711-0.399-1,-0.666-0.228 0,-2.260-0.216 0,-0.345-0.121 2,4.950-0.106 0,-1.847-0.152 0,-2.056-0.092 0,-3.329-0.016-2,-1.101-0.015 1,-0.444-0.021 1,-1.644 0.012 0,1.980-0.094 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1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14363.219 8382.000 767,'8.563'0.000'0,"-1.463"0.000"-5,3.091 0.000 2,1.599 0.000 0,0.119 0.000 0,1.587 0.000-1,1.343 0.000 0,1.104 0.000 1,0.601 0.000 1,0.214 0.000 0,6.683 0.000-2,-0.244 0.000 2,-1.288 0.000 0,-4.795 0.000 4,-0.817 0.000-2,-0.502 0.000-1,-0.254 0.000 2,-0.630 0.000 0,-0.868 0.000 1,-2.519 0.000 0,-0.771 0.000-2,1.836 0.000 0,-1.229 0.000-1,-3.004-0.217 5,-0.227-0.370-1,2.648-0.774 1,-1.217-0.234-1,-1.373-0.032-4,-1.370 0.100 1,3.168-0.965 0,-3.705 0.860 1,0.979-0.471 0,2.431-1.161 0,1.672-1.773 0,-3.352 1.444 0,-1.040 0.675-1,0.734 0.013-1,4.439-1.000-2,2.579-0.238 0,0.178 0.245 0,1.721-0.252 3,-1.307 0.531-2,0.458 0.140-2,6.277-0.972-1,2.030-0.077 1,-4.740 0.922 2,0.408-0.149 1,3.421-0.506 2,0.466 0.223-5,0.066 0.066 0,-0.222-0.048 1,2.051-0.307 5,-1.405 0.391-2,-6.156 0.961-1,-0.594-0.046 1,1.931-0.616 1,-0.453-0.242 2,-0.363-0.272 3,-0.282-0.281-5,2.010-0.901 1,-0.312-0.273-2,-5.053 1.120-1,-0.790-0.148 2,1.140-0.873-1,-0.771-0.172 0,0.607-0.885 0,-1.348-0.084 2,-1.053-0.220 3,-2.145 0.450-4,-2.115 0.567-1,-1.953 0.605 2,-1.714 0.590 0,-0.043-2.607 2,-3.453-4.079 1,-3.168 0.249-2,-1.494 0.872-1,0.259 4.156-3,-1.087-0.108 0,-0.855-0.069 1,-0.649-0.037-1,-1.680-0.803 0,-0.918 0.054-1,1.140 1.621 1,-0.929 0.023 0,-2.255-1.060 0,-0.849-0.468 0,-0.640-0.007 0,-0.459 0.321-1,-0.875 0.257 0,-1.130 0.198 0,-1.259 0.148 0,-1.290 0.106 2,-1.817 0.069-1,-2.108 0.041-1,-5.051-1.056-2,-1.897-0.534 1,1.971 0.599 0,-0.992-0.121-1,-1.140-0.044-1,-1.190 0.014 2,2.531 0.905 0,-1.388 0.030 2,-5.449-0.543 0,-0.869 0.530-1,-0.981 0.660-1,-1.014 0.722 0,-5.792 0.348 0,-0.840 0.881 1,9.668 1.235 1,0.211 0.438 0,-4.374 0.264-1,0.601 0.432 0,0.750 0.354 1,0.821 0.284 1,0.833 0.220 4,0.803 0.165-1,-2.907 0.506-2,1.626 0.669 1,9.035 0.186 0,1.238 0.503-1,-5.114 1.400 1,2.004 0.749 0,4.614 0.048 1,1.332 0.442 2,4.022-0.268 0,1.395 0.284-3,-3.054 1.731 0,1.188 0.282 0,4.769-1.356 1,0.586 0.102 1,-2.551 2.034 1,1.332 0.636-5,2.946-0.354-1,1.507 0.585 3,2.162-0.566-1,0.769 0.500 1,-1.469 4.312-1,1.782-0.567 1,1.627-1.108-1,1.400-1.358-1,1.146-1.407 0,0.510 0.910 0,1.152-2.781 2,0.312 0.101-1,0.262 0.854 2,0.201-0.011 0,1.107 3.822-1,0.991-3.875-2,1.379-0.047 0,0.051-1.601 0,0.946-0.018 0,2.219 0.777-1,1.629 0.005 0,3.456 0.762-1,2.336-0.055 0,0.115-0.827-1,1.666-0.049 0,-0.817-0.770 0,1.208 0.011 0,4.171 0.791 0,1.735 0.035 0,1.595 0.023 0,1.420 0.016 0,5.443 0.767 0,2.200-0.042-1,-5.686-1.121 0,2.201 0.735 2,8.089 1.896-1,4.090 0.874-2,11.065 2.460-2,5.457 1.268 0,-9.784-2.163 1,3.646 0.788-3,13.358 3.004-2,5.932 1.413 1,5.383 1.104-1,4.737 0.831 3,4.904 0.597-1,4.791 0.403-4,18.151 2.671-3,5.913-0.001 6,-22.598-5.349 2,3.678-0.787 0,32.774 3.225-3,2.283-1.191-1,-29.333-4.992 3,-0.099-1.284 4,28.660 0.936 0,-2.391-2.245 0,-30.861-3.464 2,-2.031-1.183 5,9.975-0.658 7,-4.736-1.212-4,-5.570-1.021-3,-5.898-0.836 4,2.658-0.656 6,-9.064-0.618 0,-16.234-0.362-1,-6.453-0.235 3,-12.756-0.064-1,-5.201-0.069 2,-0.203-0.117 3,-5.551 0.000-3,-5.100 0.030-2,-4.537 0.051 11,-4.207 0.062-8,-3.771 0.068-9,-1.459 0.033 4,-2.881 0.082 0,-3.533 0.094-2,-1.604 0.053-7,0.293 0.023 0,-2.539 0.063 1,0.961 0.038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1:3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1559.219 8922.000 767,'11.288'-5.220'0,"1.016"0.198"0,8.172-2.481 0,6.484-1.521-6,-1.714 1.060-18,4.886-1.070 16,11.051-2.758-4,6.256-1.338 1,13.032-2.421-2,5.489 0.043 0,-11.979 3.807 3,2.871 0.475 0,11.640-0.610-2,2.670 1.266 2,2.789 1.398 2,2.742 1.429 3,13.209 0.781 1,2.813 1.598-1,-19.551 2.039 0,1.395 0.754 1,24.664 0.350-2,2.438 0.866 0,-10.260 0.678 0,0.954 0.406 6,1.134 0.303 1,1.208 0.214-9,-11.131 0.077 2,0.977 0.069 5,25.688 0.174 2,-0.170 0.008-3,-25.467-0.145-1,-0.777-0.028 2,10.375 0.011 1,-2.467-0.052-1,8.424-0.024-1,-3.377-0.066 7,-13.724-0.077 2,-2.636-0.044 0,-11.792-0.047-2,-1.180-0.025-1,8.131-0.018 0,-1.804-0.022 3,6.774-0.018 1,-2.879-0.017-4,-19.506-0.007-2,-2.047-0.004 0,12.299-0.009 1,-4.455-0.002 1,-11.086 0.002-1,-3.911 0.001 5,-9.368 0.003-1,-3.209 0.002 0,1.195-0.001-1,-3.771 0.003 3,3.091 0.000 3,-4.821 0.003 4,-14.631 0.004-9,-1.716 0.001-2,4.255 0.000 1,-3.272 0.002-1,-5.438 0.001-2,-1.480 0.000 9,-0.226 0.001-4,-1.325 0.000-4,0.156 0.001 1,-1.660 0.000-3,2.871 0.001 0,-3.470 0.000-1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4:1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15167.219 8766.000 767,'7.244'-3.024'0,"5.788"-0.858"0,3.924-0.411-11,4.453-0.804 4,-0.161 0.377 1,1.426 0.088 1,4.557-0.223-2,1.329 0.529 0,-5.967 1.334 2,0.334 0.388 0,3.369 0.128 5,-0.323 0.474-1,-3.494 0.580 0,-0.131 0.299-1,9.059 0.057 4,-1.319 0.423 0,-2.765 0.318 0,-3.487 0.228-2,-3.692 0.152 1,-6.208 0.050 0,-1.925 0.038 0,0.896 0.083 5,-2.661 0.003 6,-2.162-0.017 0,1.763 0.682-8,-3.755 2.473-1,-7.001 5.565 3,-2.117-3.735-7,-1.103 0.836 0,0.399-0.999-1,-0.469 0.290 1,-2.246 2.277-2,-1.038 0.774 0,0.347-0.629 2,-0.291 0.133 0,-0.141 0.006 0,-0.025-0.085-1,0.340-0.145 0,0.583-0.182 1,0.165 0.084 1,-0.143 0.270 1,-0.070 0.389 0,-0.016 0.455 2,-0.260 0.198-4,-0.421 0.006 0,-1.222 1.301 0,-0.042 0.239 0,1.576-2.160 0,-0.658 0.251 1,-0.645 0.530-1,-0.612 0.721 1,-6.549 7.640-2,-0.525 1.301 0,7.488-8.442 0,0.205 0.091 0,-3.696 5.788 0,0.705 0.527-1,3.230-3.654 2,0.817-0.001 0,0.096 1.811 5,1.156-0.167-3,1.611-2.018-2,0.798-0.162 0,0.153 2.976 4,1.025-0.959-1,0.944-2.522-1,0.547-0.931 0,0.448 2.079 1,0.550-2.232 0,0.333-2.140 1,0.173-1.894 0,0.601 2.454 0,-0.265-3.023-1,-0.043 1.383 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4:1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15227.219 9438.000 767,'0.000'6.171'0,"0.000"1.146"-4,0.000-0.812 2,0.000 0.940 1,0.000-0.482 1,0.000 0.487 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4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4955.219 1410.000 767,'9.104'1.898'0,"-2.447"0.204"-5,1.299 0.337 3,1.681 0.408-1,1.874 0.439 0,-0.183-0.073-1,1.180 0.353 0,5.360 1.600 2,1.216 0.443-2,-1.805-0.651 1,-0.024-0.253 0,0.301-0.119 1,0.518-0.018 0,-1.979-0.745 0,0.278-0.269 1,5.477 0.471 5,0.668-0.608-6,-2.357-0.582 0,0.001 0.005 2,-0.101-0.130 0,-0.169-0.220-1,0.073-0.274-1,0.243-0.300 2,0.634-0.303 1,0.883-0.292 0,1.019-0.270 0,1.068-0.242-2,1.052-0.210-1,0.991-0.178 0,-2.542-0.164 0,0.757-0.093 0,8.167-0.078-1,0.739-0.089 1,-6.916-0.035 0,0.666-0.026 1,8.655-0.047-1,0.368-0.012 0,-4.046 0.013 0,-0.133 0.005 1,3.733-0.003 0,-0.460 0.014 0,-7.672 0.030 0,0.587 0.009 3,5.210 0.004-1,1.313 0.011 0,1.015 0.010-1,0.756 0.008-2,1.385 0.007 1,1.766 0.006-3,1.390 0.005 0,1.056 0.004 3,0.486 0.003-1,0.057 0.002-2,0.031 0.001 0,0.012 0.001 2,5.276 0.001 1,-0.331 0.000 2,-15.803-0.002 0,0.380-0.000-1,17.159 0.001 0,0.454-0.000 0,-5.590 0.282 0,-0.158 0.470 0,-6.247 0.135 0,-1.077 0.139-1,8.664 0.405-3,-2.046-0.011 4,-6.470-0.231 2,-1.515-0.108 2,-1.594-0.128 4,-1.575-0.136-6,-4.892-0.206 0,-0.577-0.100 1,6.663-0.007 2,-1.108-0.135-1,-5.066-0.131-1,-1.784-0.075-2,-1.600-0.061-1,-1.394-0.049 1,0.541-0.040 0,-2.481-0.033 4,-5.980-0.009 2,-1.430-0.009-6,0.380-0.012 1,-1.065-0.003 1,-1.040 0.000 6,-0.972 0.003-2,-0.879 0.004-7,-0.771 0.005 1,-0.375 0.005-1,-0.075 0.005 3,0.172 0.004-1,-0.489 0.005-1,-0.581 0.004-2,-0.613 0.004 1,3.316 0.000-1,0.868 0.006 2,-1.318 0.004 2,-3.115 0.001-1,0.091 0.000-2,-0.083 0.283-1,0.991 0.471 1,3.697 0.784-1,0.585 0.199 0,0.078-0.023-1,-3.095-0.518 0,-0.275-0.120 1,-0.011-0.136-1,0.177-0.141 1,0.585-0.138 0,0.849-0.130 6,0.713-0.118-4,0.583-0.103-2,2.317-0.073-1,0.918-0.090 0,-2.647-0.075 0,0.615-0.034 1,4.589-0.033 0,0.821-0.031-1,-3.560-0.006 0,0.405-0.008 1,5.198-0.018 0,0.984-0.001-1,-4.275 0.014 0,0.290 0.003 2,3.007-0.001 0,0.654 0.005-2,0.923 0.005-1,1.071 0.005 3,1.125 0.005 0,1.112 0.005-2,0.767 0.004 0,0.484 0.003-1,0.544 0.003 1,0.561 0.002 0,0.264 0.002 0,0.039 0.001 1,-0.123 0.001 1,-0.231 0.001-1,-0.581 0.000 0,-0.803 0.000 1,2.014 0.000 0,-1.354 0.000 1,-6.648-0.001 0,-0.686-0.000 1,4.112 0.000 1,-1.496-0.000 0,-5.487-0.000-1,-0.474-0.000 0,1.863-0.000 0,-0.210-0.000 1,-0.672-0.000-1,-0.969-0.000-1,0.852-0.000 0,-0.985 0.000-1,-4.141-0.000-1,-0.739 0.000 2,-0.713 0.000 4,-0.667 0.000-4,1.578-0.000 0,-0.956 0.000 2,-1.759 0.000 0,-0.577 0.000-1,1.409 0.000 0,-1.501 0.000-1,3.011 0.000 1,-2.553 0.000-1,0.102 0.000 0,-0.204 0.000 3,0.679 0.000-4,0.241 0.000-2,-0.721 0.000 3,-1.319 0.000-1,0.754 0.000-1,0.142 0.000 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4:2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9095.219 966.000 767,'0.000'-6.324'0,"-4.681"2.409"-4,-4.088 2.725 2,-3.070 0.657 1,5.412 0.379 0,-0.896 0.050-1,-1.141 0.040 0,0.092 0.032-1,-1.070 0.019 2,-0.676 0.015 0,-0.357 0.011-1,-3.525 0.375 0,-0.240 0.585 0,1.560 0.158 0,0.016 0.137 0,0.042 0.320 2,0.061 0.436 0,0.352 0.215 0,0.543 0.047 0,-1.347 0.550 1,-0.222 0.367-1,4.538-0.884 0,0.170 0.242 1,-4.173 1.914 1,0.104 0.518-3,1.483-0.231 0,0.019 0.289 1,-2.614 1.461 2,1.347-0.553-4,1.637-0.821 2,1.688-0.923 0,1.584-0.913 0,1.528-1.011 1,-5.089 0.604 2,1.148-1.010 1,1.110 0.404 0,1.933 0.010-2,0.618 0.025-2,-1.160 0.606 0,-1.327 0.576-2,-1.384 0.527 1,-2.979 1.097-1,-1.457 0.453-1,2.503-1.041 0,-0.756 0.202 1,-2.809 0.935-1,-0.815 0.198 0,-0.374-0.136 1,-0.042-0.368 0,-2.209 0.378 1,-0.013-0.184 0,4.260-1.297-1,-0.093 0.018 2,-4.189 0.992 2,0.458-0.473-2,4.557-1.435 0,0.392-0.396 0,-2.055 0.181 0,-0.466-0.040 1,-0.136-0.175 0,0.106-0.263 2,-0.010-0.031-2,-0.092 0.136-3,0.420-0.034 0,0.765-0.154 1,-2.256 0.286 3,1.811-0.444-2,6.894-1.141-1,0.596-0.165 1,-3.662 0.399 4,1.785-0.251 1,1.698-0.167-2,1.518-0.100 1,-3.101 0.896-3,3.296 0.028-2,-0.248 1.272 1,2.553 1.431 0,3.758 2.065 2,0.880-0.159 1,-0.338 0.566 0,-0.074-1.005-2,-0.001 1.654-2,0.000 4.033 1,0.285-4.085-1,0.471 1.403 0,0.865 1.135 0,1.105 0.891-1,1.225 0.958-1,1.251 0.960 0,0.646 0.634 0,0.184 0.372 1,1.276 2.328 0,0.633 0.482 0,-1.358-3.511-1,0.499 0.345 2,2.934 4.241 2,0.733-0.134-3,-1.825-4.222 1,0.747-0.255 0,2.223 1.310 0,0.604-0.831 1,0.406-0.677-1,0.247-0.535 1,0.122-0.692 0,0.027-0.771 0,-0.042-0.508 1,-0.089-0.297 0,1.496 0.765 0,-0.260-0.660 0,-3.826-2.749 1,-0.850-0.382-2,3.139 2.550 0,-1.947-1.612 1,-1.779-1.683-1,-3.727-2.938 4,5.084 2.110 4,-1.016-2.349-2,-1.400-2.045-2,2.846-1.249-5,-4.313-0.408 0,-0.138-0.105 1,4.252-0.325 0,-2.296 0.229-1,-2.028 0.266 2,4.456 0.266 1,-3.279 0.670-2,-1.238 1.211-1,-1.334 3.004 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4:2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6047.219 1506.000 767,'0.000'6.741'0,"0.000"1.727"-4,0.598-2.172 2,0.639-0.416 1,0.688 1.540-1,0.965 1.878 0,1.116 2.030 0,1.172 1.760-1,1.156 1.484 0,1.090 1.219-2,0.992 0.972 2,-0.382-1.954-1,0.645-0.212 1,3.474 3.753 0,0.664-0.661 0,0.400-0.786 1,0.198-0.824 2,-3.384-4.057 2,-0.663-0.363-2,-0.618-0.692 0,-0.561-0.913 0,0.518 0.635 2,-0.591-0.508 0,0.355 0.565 1,-0.592-0.761 4,0.571 0.625-5,-0.919-1.308-2,-0.862-1.250 2,-1.997-2.543-1,-0.172-0.354 0,1.063 1.084 0,-0.952-1.079 1,1.574 2.023 1,-2.894-1.496-1,-8.961-2.487-1,1.209 1.478 0,-0.496 2.139 1,-3.375-0.311-1,-4.897 1.064-4,2.703-2.954 0,0.937-0.655 0,-1.569 0.568 1,-5.537 1.725-1,-1.665-0.081-2,-1.104 0.293 1,-0.659 0.528 1,4.063-1.374 1,-0.592 0.148-1,-2.739 0.980 2,0.093 0.076-1,2.510-0.841 2,0.029 0.009-1,-4.469 2.082 0,0.767 0.484 1,3.083-0.813 1,0.829 0.016 0,2.902-1.025-1,0.899-0.068 1,-2.129 1.424-1,1.553-0.808 2,2.373-1.584 0,0.586-0.820 1,-2.851 0.514 4,0.475-0.802-3,0.354-0.544-3,2.996-1.091 0,0.513-0.184-3,0.509-0.116 2,0.479-0.062-1,1.470-0.365 0,-0.143 0.206 2,-1.051 0.717 0,-0.004 0.397 1,0.073 0.115-1,0.125-0.091-1,-1.759 0.824 1,0.149-0.074-1,0.171-0.072 0,0.418-0.194 2,1.203-0.573-3,1.333-0.639 0,-2.105 1.023 0,2.530-1.206 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4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11003.219 1926.000 767,'11.509'0.000'0,"2.036"0.000"0,-3.384 0.000 0,2.598 0.000 0,13.421 0.000-21,6.420 0.000 11,-3.414 0.000 3,4.194 0.000 0,16.310 0.000-3,5.193 0.000-2,-9.454 0.000 1,3.009 0.000 3,18.966 0.000-2,3.739 0.000 0,-14.682 0.000 2,0.971 0.000 3,9.557 0.000 0,0.916 0.000-1,0.280 0.000-1,-0.187 0.000 4,-0.510 0.000 6,-0.716 0.000-4,-1.111 0.000-1,-1.341 0.000 2,-1.724 0.000 2,-1.916 0.000 1,-1.961 0.000-1,-1.901 0.000 1,-1.487 0.000 1,-1.121 0.000 1,-7.611 0.000 0,-0.574 0.000-1,12.915 0.000 1,-0.453 0.000-4,-7.234 0.000 0,-0.678 0.000 1,-0.321 0.000-1,-0.052 0.000-3,0.425 0.000 0,0.744 0.000 5,-6.137 0.000 0,0.313 0.000-3,14.261 0.000-1,0.855 0.000-2,0.539 0.000 0,0.293 0.000 4,-13.600 0.000-1,0.485 0.000-4,7.935 0.000 1,0.901 0.000 2,0.773 0.000 1,0.645 0.000 1,0.524 0.000-1,0.412 0.000-3,0.031 0.000 0,-0.241 0.000 2,-0.143 0.000 0,-0.063 0.000 0,-0.006 0.000 1,0.035 0.000 1,-0.501 0.000 1,-0.860 0.000-2,-1.076 0.000 0,-1.178 0.000-1,-0.630 0.000 1,-0.210 0.000 2,-0.184 0.000 2,-0.156 0.000-1,0.152 0.000 0,0.366 0.000-4,13.626 0.000 0,-1.577 0.000 1,-20.832 0.000 0,-0.057 0.000-1,6.899 0.000-1,0.274 0.000 4,-6.693 0.000 0,0.022 0.000 0,7.026 0.000 0,0.284 0.000-3,-0.641 0.000-1,-1.268 0.000 2,4.759 0.000 2,-2.054 0.000-4,-13.015 0.000 1,-0.201 0.000 3,11.629 0.358 5,-0.808 0.578-3,-13.186-0.005-2,-1.934 0.118-2,3.647 0.499 1,-1.127 0.458-1,-1.259 0.514 0,-1.293 0.530 5,2.692 1.035 9,-2.261 0.556-15,-13.720-1.344 0,-1.094 0.231 2,9.161 1.961 2,-2.326-0.194 1,-5.075-0.942 0,-1.581-0.457 1,-1.357-0.509 1,-1.135-0.522-3,-0.922-0.507 0,-0.729-0.472 1,-3.207-0.561-1,-0.988-0.291-2,1.279-0.186 1,-0.471-0.277-2,1.654 0.145 1,-0.127 0.365 6,-2.465 0.024-6,-0.813 0.051-2,-0.658-0.019 0,-0.514-0.067 1,-0.105-0.098-1,0.189-0.116 4,0.107-0.123 1,0.047-0.122-4,0.281-0.116 0,0.436-0.106-1,-1.061-0.121 0,0.883-0.063 1,5.162-0.032-1,0.904-0.072 0,-1.443-0.055-1,0.789-0.033 0,0.529-0.024-1,0.322-0.017 1,0.439-0.011 1,0.504-0.006 0,-2.373 0.004-1,0.137 0.000 2,5.719-0.009 0,0.350 0.004-1,-2.244 0.009 0,0.699 0.005 1,0.840 0.005 0,0.898 0.004-1,0.900 0.004-1,0.859 0.004 0,-2.461 0.004 1,1.053 0.002-1,8.709-0.356 0,0.877-0.576 0,-4.131-0.159 0,-0.797-0.136 0,-0.826-0.039 0,-0.809 0.032 0,-4.279 0.217 0,-0.799 0.083 1,5.598-0.109 8,-0.879 0.170-3,-6.814 0.296-3,-0.623 0.097 2,2.162 0.048 0,-0.701 0.104-3,1.490 0.072 0,-1.469 0.093 3,-3.346-0.207 0,-0.688-0.426-3,4.172-1.073 2,-2.174-0.675 2,-2.305-0.537-2,-4.037 0.087-1,-2.410-0.104-1,-2.309-0.020 1,-2.084 0.036 0,1.357-2.802 4,-4.770-0.539 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4:3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11507.219 2070.000 767,'-6.344'0.000'0,"-0.185"0.000"-4,0.202 0.000 3,-1.283 0.000 1,-0.038 0.000 0,1.582 0.000 0,-0.424 0.000-1,-1.373 0.000 1,1.106 0.000 0,-1.763 2.741-1,-0.103 1.849 1,-0.379 0.558-1,0.664-0.470-2,1.229-1.278 1,0.843-1.186 1,-1.244-0.334 4,4.451 3.481 0,3.103 1.078 0,-0.048 1.384-3,0.003-0.133-1,0.000 0.365 0,0.335-0.959 0,3.776 1.013 1,0.238-2.549 0,0.320-0.424 0,-0.126-0.529-1,-0.226-0.391 0,1.908 1.805 1,0.326-0.637 1,-0.906-1.688-2,1.480 0.551 1,1.186 1.268-1,-0.688 1.657 1,-0.611 0.373 0,1.622 0.427 1,-3.838-4.351-3,4.497 2.801-1,-1.164-0.229 4,-3.333-2.578 2,0.386 0.367-2,0.313 0.074-2,0.247-0.139 0,-0.574-0.490 0,0.138 0.093 0,0.830 0.616 0,-0.049 0.074 1,-0.133 0.043 0,2.669 1.681 0,-0.049-0.269-1,0.754 0.240 1,-1.886-1.427-1,0.089-0.248 1,1.373 0.446-1,0.357-0.050 0,0.101 0.029-1,-0.087 0.084 1,-0.216 0.119 3,-0.299 0.139-3,2.145 1.590 0,-1.058-0.430 1,-1.141-0.614 1,-1.098-0.675 0,-0.979-0.656-1,-0.823-0.589-1,2.806 1.927 1,-3.725-1.803-1,-2.152 1.767 9,-4.085 2.458-1,-1.605 0.017-6,-0.443-2.667-2,-2.733 0.357-1,-2.849-2.858 3,1.641-2.043 0,-3.073 1.196-2,2.957-0.393-1,-0.077-0.000 0,1.641-0.391 1,-5.307 0.843-1,3.204-0.172 1,0.229 0.098 2,-0.091 0.043 1,0.130-0.096-2,0.270-0.183-1,0.345-0.230 1,0.442-0.269-1,0.234-0.233-1,-0.766-0.120 1,0.530-0.260 0,0.551-0.212 5,-2.603-0.060 0,-0.104-0.241-4,2.785-0.124 1,-5.574-0.112 0,3.172 0.019-2,-2.124-0.008 0,0.900 0.041 3,0.801 0.037-3,-1.526 0.020 1,-1.292 0.018-1,1.634 0.011 1,0.716 0.004-1,1.762 0.001 3,0.056 0.000-1,0.633-1.187-2,5.070-7.561 6,1.567 1.031-6,1.416-2.594-1,0.296 4.256 0,2.092-2.596 1,-0.031 3.414 0,0.540 0.321 1,0.327 0.274 1,3.784-1.916 0,-1.490 2.576-2,-0.152 0.608 0,0.340-0.091 3,-0.034-0.030-3,-0.277 0.013 0,0.543 0.083-1,-0.674 0.321 1,-0.001-0.187 0,0.985-0.508 1,-0.412 0.374 4,-0.506 0.515-4,1.736-1.537-2,-0.235-2.252 5,-2.418 0.427 0,-1.322 0.778-4,1.983 0.184 0,-0.194 1.281 3,-2.324-1.181 0,1.364-4.980-3,-0.940 0.325-1,-1.460 2.160 0,-0.900 0.264 1,-1.526-0.693 2,-0.407-1.002 4,1.311-2.026-7,0.374 3.023-1,0.168-0.231 1,-0.044 0.163 2,-0.170 0.389-1,-0.232 0.494 0,-0.308 0.452 0,-0.264 0.868 0,0.245-5.006 1,-0.456 0.380 7,-0.326 0.009-8,-0.149 4.479 1,-0.032-0.092 1,-0.023-1.344-1,-0.035-3.199-1,0.013 0.021 1,0.032 2.871 0,0.006-0.322-1,0.012 1.763 1,0.003-0.025-1,0.000-1.843-1,0.005 0.133 1,0.001-2.464 1,0.008 1.482 1,0.004 0.584-1,0.003 0.741 0,0.001 1.286 1,0.003-4.123-1,0.001 2.686 1,-3.243-1.788 2,-4.765 1.438-1,-0.204 1.624-3,2.717 2.573-1,0.008 0.295 0,0.215 0.451 1,-4.208-1.779 1,2.091 2.330 1,-0.487 0.118-1,-2.057-2.071 5,1.540 0.356-6,-0.759 0.244-1,2.401 1.623 2,0.342 0.406-1,0.579 0.417 1,-3.736-0.579 0,2.642 1.178-1,0.399 0.731 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4:3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11975.219 2130.000 767,'0.000'6.504'0,"0.000"-0.493"-4,-1.184 1.320 3,-1.912-0.987 0,-0.115 0.889 0,1.479-1.087 0,-1.142 6.235 0,0.074-0.492 0,1.027-3.216-1,0.137 0.738 0,0.332-0.813 1,0.169 0.043-1,0.173 0.189 2,0.169 0.284-1,0.220-0.881 0,0.111 0.330 1,0.063 1.990 1,0.111 0.897-2,0.082 2.272 0,0.092 0.466 0,0.067-1.714 0,0.040-0.403-1,0.023-1.731 0,0.017-0.106 1,0.027 2.540 1,0.009-0.664 0,-0.031 0.848 4,-0.079-2.181-4,-0.092-2.269 0,-0.093-2.124 1,-0.464 1.167 1,-5.765-7.357 2,3.209-5.625 0,2.856-2.368-2,0.161-0.857 0,0.069-0.026-3,0.056 0.773-1,0.042 1.183 0,0.024-2.798-1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4:4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11927.219 2034.000 767,'7.246'0.000'0,"-0.920"0.000"-4,1.898 0.000 2,0.262 0.000 0,-0.646 0.000 1,-0.302 0.000 0,-1.141 0.000 1,1.056 0.000 1,3.331 0.000 0,-3.591 0.000-1,1.063 0.000-2,1.499 0.000 0,1.738 0.000-1,1.262 0.000 1,0.862 0.000-1,1.104 0.000 1,1.224 0.000-1,3.934 0.358-1,1.915 0.578 2,-3.764 0.211 1,1.239 0.489-2,3.904 0.634 0,0.575 0.178 0,0.705 0.011-1,0.763-0.108 2,0.203-0.188-1,-0.204-0.236 2,-0.770-0.259 1,-1.134-0.263-1,-1.340-0.253 0,-1.425-0.235 0,-1.699-0.210 3,-1.815-0.183 0,1.885-0.101 4,-3.987-0.206-2,-3.774-0.145-1,-3.327-0.095 14,0.085-0.164-24,-15.194-0.404 14,1.160 1.746-1,-0.295 1.314-5,-1.314-0.015 1,-2.830 0.140-1,3.911-0.938-1,-1.889 0.418-1,-0.563 0.019-1,2.788-0.589 1,-0.344 0.205-1,-2.667 0.775 0,-0.163 0.029 0,-0.233 0.185 2,-0.274 0.287 1,-1.615 0.812-3,-0.271 0.428 2,1.170-0.440 0,-0.168-0.157-1,-1.220 0.453 0,0.458 0.114 0,2.762-0.604 1,0.019 0.549 0,-1.396 1.215 0,-0.175 0.475 1,0.084 0.346 0,0.265 0.238-2,0.382-0.133 1,0.445-0.391-1,0.471-0.556 0,0.467-0.647 0,-0.480 0.081 2,0.544-0.268 2,-1.325 0.202 0,-0.077-0.783-1,-0.243-0.811-1,0.921-0.862-2,0.561-0.593 1,0.684-0.501-1,0.672-0.316 0,-3.682 0.275 3,3.985-0.174 1,0.474 1.520-2,2.663 2.405 0,1.910 2.141 2,-0.238-0.605 0,-1.037-0.825-4,-1.940-0.542 0,-2.094-3.146 1,0.894-1.676 2,-2.158-0.228-3,1.896-0.031 5,-0.401-0.017-8,13.027 0.030 8,2.510 0.037-4,1.208 0.000-3,-0.761 0.000 1,1.939 0.000-1,1.005 0.000-1,0.313 0.000 2,-2.438 0.000 0,0.534 0.000 0,0.452 0.000 0,0.374 0.000-1,3.391 0.000 5,-0.426 0.000-3,-1.931 0.000 0,-0.260 0.000 0,-0.475 0.000 0,-0.605 0.000 1,-0.387 0.000 3,-0.213 0.000-3,-1.369 0.000 1,0.060 0.000 0,2.501 0.000 2,-0.415 0.000-3,-1.436 0.000-1,-0.028 0.000 1,-0.199 0.000 0,-0.311 0.000 0,-0.092 0.000 1,0.067 0.000-1,0.178 0.000 0,0.248 0.000 1,-0.989 0.000 0,0.284 0.000-1,4.057 0.000-1,-0.379 0.000 0,-5.320 0.000 0,-0.242 0.000 1,2.353 0.000-1,-0.757 0.000 1,-0.827 0.000 1,-0.831 0.000 0,0.626 0.000 1,-1.021 0.000 0,3.531 0.150-1,-2.883 0.916 3,-1.438 1.172-3,-0.799 1.069-1,0.442 1.845 0,-1.476-0.538 1,0.345 1.670-1,-2.145 0.200 2,1.686 1.342-2,-0.895-1.264-1,-0.491 1.202 0,-0.959-0.138 0,-0.691 0.277 2,-0.735 2.101-1,-2.280 0.355-2,-2.430-1.966 0,-2.155-2.072 2,-3.051-2.350-1,2.000-1.168 2,-0.347 1.184-1,-0.615 0.857 4,2.053-1.348-5,-4.103 0.811-1,5.016-2.545 1,-0.176-0.283 1,-5.579 0.588 1,1.181-0.913-3,2.806-0.349 1,-1.197 0.414 2,-2.361 0.516 1,0.142 0.034-4,0.672-0.127 0,3.014-0.531 1,0.372-0.139-1,0.308-0.145 1,0.249-0.142 2,-4.389 0.215 2,4.719-0.550 0,0.043-0.095-2,-1.069-0.070-1,-0.511-0.079 0,0.077-0.059 0,-1.039-0.036 0,-0.902-0.026-2,-0.764-0.018 1,-0.911-0.011-1,-0.974-0.006 0,-0.688-0.002 0,-0.454 0.001 0,-0.265 0.003 1,-0.118 0.005-1,-0.009 0.005 1,0.070 0.006-1,0.406 0.005 2,0.626 0.005 0,1.925 0.006 1,0.219 0.003-1,-2.791 0.001 0,0.187 0.004 2,1.871 0.003 1,0.546 0.002-3,0.604 0.001 0,0.616 0.001 0,0.597 0.001 0,0.554 0.000 0,0.498 0.000 3,0.435 0.000-1,-1.430 0.001 0,1.171-0.000-1,1.183-0.000 0,-3.206 0.001 0,3.227-0.001-1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5:2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10715.219 3234.000 767,'0.000'9.933'0,"0.000"-3.438"-5,0.000 2.445 3,-0.217 1.191-1,-0.370 2.661-1,-0.949 8.687-2,-0.794 4.625 1,0.061-3.552-1,-0.477 2.167 1,-1.568 10.773-3,-0.630 2.896 0,-0.120-3.114 1,-0.803 0.571 2,-1.144 0.414 1,-1.332 0.282 0,-1.121 0.176-1,-0.918 0.091 3,0.739-4.797 4,-0.503-0.219-2,-2.028 4.526-1,-0.403-0.026 0,-0.261-0.881 1,-0.146-1.448 1,-0.058-1.783 1,0.008-1.938-2,-1.202 0.588-2,0.779-3.639 4,3.578-8.079 3,0.580-1.780-1,-2.415 3.435 1,1.867-4.085 2,1.919-3.843 5,1.813-3.405-8,1.610-2.874 0,-0.676 0.118-4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5:2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10703.219 3294.000 767,'5.875'2.089'0,"1.319"-0.339"0,2.615 0.635 0,-0.814-0.140-10,1.346 0.427 7,4.718 1.491-1,1.010 0.601 0,-3.088-0.769 1,0.542 0.290 0,4.442 1.327 0,0.036-0.266 0,-0.334-0.498 2,-0.563-0.626 0,-6.006-1.708 1,-0.215-0.302-1,3.381 0.495 2,-0.282-0.018 0,1.017 0.518 2,-1.030 0.289-1,-0.042 0.373 0,-1.751-0.295-3,-1.723-0.452 1,-2.204-0.733 2,-0.917-0.427 1,2.936 1.173 1,-3.053-0.448 1,-0.663-0.171-2,-0.628-0.327-3,4.366 1.007-1,-2.458-1.292 0,0.533 1.531 0,-2.801-0.650 3,0.553 0.438-1,4.656 3.570-2,-3.729-1.631 0,0.352 0.642-1,-2.396-1.578 1,0.080 0.486 1,1.849 2.875-1,0.067 1.419 0,0.518 2.225 0,-0.689 0.431-1,-0.873 0.311 1,-0.945 0.212-1,-2.085-3.686 0,-0.403 0.707 1,0.612 8.766 3,-0.912 2.125-1,-1.248-5.439-3,-0.687 0.563 0,-0.958 0.954 0,-1.124 1.212-1,-2.155 6.504-1,-1.231 0.687 3,-0.402-2.109 0,-0.999 0.798-2,0.083-2.447 0,-0.751 0.460 0,-3.644 6.453 2,-1.485-0.328-1,-0.980-1.141 0,-0.582-1.622 1,4.526-9.037 0,-0.165-0.740 1,-5.586 5.956-1,-0.705-1.524 2,3.164-5.391 3,-0.464-1.111 0,-4.983 1.877 1,-1.173-1.719-6,3.648-3.616 0,-0.784-0.456 3,-3.757 0.688 0,-1.461-0.582-4,-4.880 0.421 1,-2.029-0.678-1,2.026-1.460 0,-0.980-0.410-1,-1.096-0.332 0,-1.128-0.261 0,-0.813-0.481 0,-0.551-0.616 1,3.633-1.168 2,-0.284-0.535-1,-12.507 0.415-2,0.377-0.972 2,12.451-1.283 1,0.265-0.365 0,-7.254-0.167 1,0.975-0.421-2,8.181-0.346 1,0.601-0.159 2,0.691-0.125 0,0.734-0.095 0,-2.077-0.098-1,1.518-0.058 0,-2.956-0.542 3,3.452-0.701-2,3.634-0.341 0,3.482-0.087 2,3.128 0.083 2,4.949 0.413-2,0.624-0.261 4,-0.683-0.871-1,0.922-0.546-5,0.867-0.535-1,0.784-0.500 1,-3.053-4.235-1,4.893 3.501-2,-0.567-2.466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5:2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8735.219 1902.000 767,'6.075'-4.781'0,"2.171"-1.133"-5,-3.470 2.128 3,-0.013-0.489 0,1.119-1.298 0,-0.185 0.263 0,-0.243 0.560 1,-0.639 1.049 0,3.804-1.437 2,1.200 1.578 1,0.336 1.555 0,-2.977 1.460-3,-1.132 0.875 0,0.217 0.705 1,2.275-1.013 4,-0.125-0.040-1,0.563 0.005-6,-0.841 0.008 4,-1.384 1.040-1,0.056 1.686-2,2.352 2.011 2,-3.828-1.963 0,0.729 0.369-1,0.517 0.398 0,0.340 0.400 0,0.199 0.382 0,0.089 0.351-1,0.007 0.313 1,-0.053 0.271-1,-0.092 0.228 2,-0.116 0.187 0,1.924 2.321-1,-0.652 0.267 1,-0.755 0.144 0,-1.426-0.477 0,-1.059 0.037 0,-1.045 0.027-1,-0.959-0.129 0,-0.833-0.219 3,-0.113 3.535-1,-1.371-4.023 1,-0.266 0.650 1,-0.209-0.686-3,-0.126 0.176-1,-0.117 1.436 0,-0.088 0.435 0,-0.056 0.726 0,-0.029 0.900 0,-0.400 2.231 1,-0.571 0.536-2,-0.682-1.010 1,-1.057 0.610-1,-1.860 2.483-1,-1.438 0.708 2,0.806-3.283 0,-0.454 0.439 0,-1.573 2.287-1,-0.735 0.077 0,0.702-2.081 1,-0.187-0.137-1,-0.918 1.738 2,0.533-0.310-1,-0.405 1.421 0,0.555-0.581 1,2.055-4.349 2,0.216-1.025-1,-0.611 0.291 0,0.150-1.093 1,0.395-0.954-1,0.550-0.811 4,-0.200 0.148-1,0.264-0.700-2,1.423-1.987 0,0.351-0.232 0,-0.259 0.837-1,0.040 0.347-1,-0.001 0.498 1,0.342-0.138 1,0.407-0.295-3,0.431-0.388 0,-0.676 3.458-1,1.684-3.503 2,0.366-0.029 1,0.270 0.200 0,0.092 3.800 2,0.635-3.528-3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5:3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8891.219 2646.000 767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5:3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9359.219 1962.000 767,'0.000'-6.491'0,"3.680"1.307"-4,5.016 4.745 4,-2.436 0.385-1,1.236 0.856-1,0.349 0.574 0,1.154 0.240 0,0.665 0.035 1,-0.482 0.112-1,0.495 0.440 0,2.457 0.977 0,0.398 0.419 0,0.201 0.292 2,-2.866-0.724 0,-0.400 0.037-1,-0.462 0.015-1,-0.480-0.001 1,-1.604-0.468 0,0.107 0.192 1,3.615 1.628 2,-0.597-0.330-1,-0.875-0.558 0,-2.462-1.005 0,0.128 0.097 0,2.204 0.815 0,-0.469-0.368 0,-0.671-0.497-1,-2.288-0.573 1,3.273 2.859-1,-2.603 2.773 3,-2.899 3.945-2,-1.553-3.017-1,0.697 2.218-1,-0.431 0.035 1,-0.989-3.426 1,-0.146 0.316-1,-0.152 0.121-1,-0.148-0.021 0,-0.162-0.573 0,-0.111-0.140 0,-0.123-0.810 0,-0.065 0.272 0,-0.035 2.568-1,-0.072 0.604 6,-0.054-0.957-3,-0.032-0.038-2,-0.029 1.620 0,-0.019 0.792-1,0.003-2.376 1,-0.004-0.006 2,-0.007 1.696-1,0.002 0.649-1,0.003 0.498-1,0.004 0.366 2,0.006-0.028 1,0.005-0.307-3,0.008-1.199 1,0.003 0.689-1,0.002 2.318 2,0.004 0.428 1,-0.354 2.018 0,-0.575-0.061-4,-0.977 2.567 1,-0.669-0.789 1,-0.529-0.968 1,0.592-4.362 0,0.105-1.003 0,0.201-0.984 0,0.259-0.919-1,0.538-2.023 1,0.195-0.094 2,-0.201 3.428 2,0.392-0.848-1,0.328-1.024-1,0.324-2.733 0,-0.047 6.065 0,0.375-1.441 0,0.196-2.449 1,0.018-2.126-4,0.032 1.560 2,-0.051-1.012 2,-0.030 1.380-3,-0.085-2.011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5:3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9599.219 2718.000 767,'2.834'5.668'0,"0.134"0.265"0,0.561 1.124 0,0.333 0.665-8,1.047 0.910 6,0.157-1.932 1,-0.221-2.500 1,1.067-1.286 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5:3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5867.219 5478.000 767,'7.652'0.000'0,"-0.270"0.216"0,1.087 2.616-7,2.524 1.928 4,-4.017-1.898 2,0.275-0.132 0,0.112-0.252 0,-0.006-0.318-1,-1.470-0.688 2,0.344-0.208 0,1.215-0.083 0,0.163-0.243 1,-0.704-0.284-1,0.369-0.148-1,1.622-0.096 0,0.562-0.139 1,1.839-0.107-1,0.486-0.105 0,-1.979-0.058 0,0.991-0.034 0,2.567-0.036-1,0.665-0.019 1,0.378-0.292 0,0.156-0.473-1,-0.292-0.296 0,-0.598-0.157 0,1.428-0.227 1,-0.017 0.049 1,-1.830-0.022 0,-0.169-0.345 4,0.112-0.441-3,0.306-0.488-2,0.147-0.500 0,0.027-0.484 2,-3.611 0.847-1,-0.259 0.003 0,4.219-1.277-2,-0.940 0.372 1,-1.725 0.520 1,0.121-0.059 0,-0.173-0.167 5,-0.373-0.235-3,1.094-0.458-2,-0.186 0.260-1,-2.486 0.912 0,0.421-0.083 2,4.997-1.677 1,0.312-0.304-2,-4.756 1.188-1,-0.328-0.548 0,1.202-1.530-1,-0.124-0.917 1,-0.045-0.610 1,0.013-0.362 1,-0.229 0.114 0,-0.390 0.448-2,-1.676 0.991 0,-0.378-0.148 0,1.785-2.007 1,-0.660 0.044 0,-1.573 1.360 4,-0.459 0.634-3,0.074-0.208-1,-1.031 0.444 0,-1.298 0.655 1,-0.372-0.329 1,1.072-2.556 4,-0.494-0.328-6,-0.423-0.137-1,-1.793 2.699 0,0.044-0.698 0,0.789-3.141 0,-0.335-0.905 0,-1.432 3.511 0,-0.216-0.072 1,0.747-5.939-1,-0.604-0.929 0,-1.076 5.603 0,-0.185-0.204 1,0.087-4.673 2,-0.319 0.334-4,-0.281 1.721 0,-0.165 0.153 1,-0.145-2.999 1,-0.151 1.379 2,-0.090 1.609-1,0.007 3.680-1,-0.012 0.664 0,-0.002 0.526 1,0.005 0.402 1,-0.027-1.706 2,0.024 0.211 0,0.025 0.104-3,-0.310 0.028-2,-0.491-0.020 0,-0.562-0.048 0,-0.521 1.092 1,-0.792 0.496-1,-0.817 0.571 1,-0.779 0.582 0,-0.701 0.549 0,-3.967-1.733-1,1.042 1.493 0,-0.542-0.254 1,-0.919-0.103 0,-0.092 0.548 0,0.074 0.704 0,2.973 1.367 0,-0.629-0.056-1,-3.791-0.925 0,0.043 0.299 1,0.535 0.412-1,0.221 0.453 1,0.004 0.447-1,2.972 0.705 1,-0.224 0.185 1,-1.491 0.105 0,-0.458 0.188 0,-0.735 0.157 0,-0.897 0.128-2,-0.405 0.101 1,-0.035 0.077-2,1.384 0.047 1,-0.102 0.032 0,-3.488 0.050-1,-0.665 0.019 0,1.338-0.008 5,-0.133-0.001-4,1.600-0.018 1,-0.044-0.007-2,-1.994 0.001 1,-0.460-0.011 0,-2.043-0.006 2,0.038-0.013-1,2.265-0.016 0,0.712-0.008-1,0.554 0.275-1,0.415 0.465 2,0.297 0.577 0,0.198 0.630 3,1.533 0.242 0,-0.004 0.502-2,-5.078 2.404-1,0.692 0.509-1,0.961 0.177 1,1.717-0.042 0,2.039-0.174-1,2.066-0.241 0,2.190-0.903 1,0.642 0.047 3,-0.209 1.171 2,0.498 0.404 0,0.347 0.411-4,-1.344 1.533-1,1.286-2.169-1,0.388 0.133 0,0.558 0.251 2,-0.923 4.581 0,0.743-0.838-2,0.947-2.868 1,0.161 0.312 2,0.293 0.241-2,-0.417 3.856-2,0.928 0.262 1,0.804-1.178 1,0.225 1.143 1,0.260-4.426-2,0.057 0.336-1,0.024 4.677 0,0.083 0.556 0,0.055-0.893 0,0.034 0.667 1,0.306 0.161 1,0.485-0.207-1,0.133-1.928 0,0.142-0.432 0,0.421 2.499 0,-0.016-0.335 0,0.040-2.911 2,0.656-0.024 2,1.665 2.472 0,0.830-0.516-4,-0.016-1.802 1,0.422-0.550-1,-0.158-1.546 1,0.614-0.363 0,4.178 2.527 0,0.638-1.571 2,0.195-1.649-2,-2.471-2.147 0,-0.497-0.647-1,-0.589-0.486 1,-0.622-0.348 0,-0.611-0.234 0,4.112 2.266 4,-2.300-0.406-1,0.855 1.590-1,-3.403-2.508-1,4.622 2.085-1,0.961-2.056 0,1.265-1.610-1,-4.432-0.694 1,3.308 2.285 1,-4.205-0.667 0,-0.208 0.098-1,-0.359-0.135-1,-0.435-0.280 1,4.142 1.525-2,-1.918-1.505 2,-1.246-1.205 2,-0.217-0.852 1,0.688-0.509-2,-0.854-0.399 0,0.852-1.763-1,2.180-1.289-1,-2.373 0.920 0,-0.637 0.258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5:3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4427.219 5538.000 767,'5.766'2.883'0,"0.034"-0.787"0,0.786-0.607 0,1.594-0.129-8,3.713 0.069 5,0.147-0.578 1,2.405-0.164-1,0.413-0.196 0,2.150-0.108 0,2.143-0.095 0,2.038-0.082-2,-0.788-0.078 1,2.172-0.043 0,10.651-0.035-1,3.722-0.042 0,-1.313-0.024 0,2.853-0.016 0,7.949-0.016-2,2.215-0.005-1,-15.250 0.018 3,1.463 0.000 1,20.795-0.014-1,1.817 0.005 0,-5.296 0.010 2,1.144 0.005 0,0.847 0.005-1,0.595 0.004 0,0.670 0.004 0,0.692 0.004 3,7.155 0.002 0,-0.817 0.003 0,-14.304 0.002 1,0.110 0.001-1,14.271 0.001-1,-0.186 0.001 4,-14.884 0.000 0,-1.182 0.000-1,-1.039 0.000-1,-0.895 0.000 0,11.427 0.000-2,-1.665 0.000 5,-13.577-0.000 6,-1.541-0.000-6,3.642 0.000-1,-1.969 0.000-1,-1.623 0.000-1,-1.299-0.000 5,2.370 0.000 5,-2.907 0.000-7,-6.593 0.000 0,-2.345-0.000-2,-5.184 0.000 0,-1.417 0.000 2,3.863 0.000 5,-2.382 0.000 0,-6.306 0.000-3,-0.826 0.000-2,3.316 0.000 1,-1.291 0.000 0,1.275 0.000-1,-2.222 0.000-1,-2.132 0.000-1,-4.512 0.000 0,-1.417 0.000 0,-1.305 0.000 1,-1.158 0.000-1,-0.021 0.000 2,1.605 0.000 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5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4523.219 5442.000 767,'16.640'4.035'0,"-0.534"0.146"0,4.281 1.018 0,-2.650-0.927-21,1.633 0.017 15,4.863 0.427-1,1.765-0.354 0,5.078-0.034 1,1.172-0.650 1,-2.498-0.646 3,1.350-0.029-1,0.627-0.163 0,0.082-0.250 2,-0.027-0.300-1,-0.103-0.321 0,-4.077-0.492 0,-0.001-0.238 0,4.056-0.113 5,0.001-0.260-2,7.795-0.136 0,-0.773-0.279 0,-12.160-0.239-1,-0.290-0.085-1,3.359-0.071 1,-0.540-0.066 0,-3.891-0.034 1,-0.020-0.025 0,8.164-0.047 2,1.182-0.011-1,-3.129-0.268-2,0.720-0.465 0,-3.692-0.548-1,0.296-0.872-3,4.448-1.354 1,0.103-0.843 1,0.204-0.672 1,0.266-0.519 1,4.231-1.195 0,-0.460-0.278 0,-5.044 0.699-1,-1.024-0.046 0,-1.078-0.292 0,-1.065-0.454 2,-4.428 0.701 0,-0.606-0.132 1,6.874-2.029 3,0.260 0.077-2,-7.344 2.042-2,-0.498 0.115 1,2.896-0.506 0,-0.444 0.625-5,-0.409 0.461 1,-0.364 0.323 2,2.392-0.072 6,-1.084 0.757-5,-4.207 1.176-1,-1.384 0.626 1,-3.257 0.620-1,-0.252 0.048 1,1.985-0.466 2,-0.705-0.234 2,0.944-0.415 0,-1.754 0.192-6,-3.482 0.629 1,-1.460 0.312 0,-1.367 0.335 1,-1.235 0.334 1,-1.083 0.320 4,-0.924 0.293-1,-1.628 0.338-1,-0.464 0.177-2,1.191 0.085 1,-0.482 0.202-2,0.152 0.157 0,-0.624 0.133 0,3.896 0.177-1,-1.037 0.077 1,1.614 0.034-1,0.314-0.049 0,-1.437-0.085 0,-2.265-0.073-1,0.418-0.043 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6:2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12803.219 5034.000 767,'0.000'-7.282'0,"-0.283"0.376"-4,-1.807 1.266 2,-2.775-1.784 0,-3.267-1.003 1,3.417 4.062-1,-1.568-0.693 1,-0.906 0.189-1,-2.003-0.863 0,-0.913-0.546 0,1.587 0.966 0,-0.835-0.563 2,-3.861-2.382-1,-0.732-0.341-2,0.968 0.613 1,-0.650-0.433 0,-0.387-0.477 0,-0.181-0.486 0,1.539 1.030 2,-0.369-0.022-2,-4.116-1.920 1,0.040 0.933 0,2.162 1.980 1,0.325 1.017-1,1.882 1.580 1,-0.148 0.759 0,-4.528-0.329 2,-0.966 0.457 2,3.919 0.977-3,-0.034-0.028-1,-1.987-0.310-1,0.271 0.233-1,0.107 0.308 0,-0.012 0.348 0,-0.098 0.359 4,-0.154 0.351 0,-0.752 0.328-1,-1.144 0.296-2,-1.084 0.542 1,-0.991 0.692-1,-3.654 0.995-1,-0.752 0.942-1,2.382 0.731 0,-0.338 1.120 1,2.605 0.185 1,-0.314 0.577 0,-6.075 2.502-1,0.340 1.058 1,3.471-0.184 1,0.622 0.709-1,3.242-0.387 1,0.392 0.881 0,-4.394 4.630 0,1.231 1.927 1,5.428-2.016 1,0.406 1.931-2,-4.488 8.822-1,-0.218 4.307-1,4.327-4.196 0,-0.447 2.293-1,-5.014 11.092-2,0.383 2.152-2,3.276-3.809 0,1.217 0.169 2,3.139-4.726 2,1.059-0.179 0,-1.520 8.383 1,2.226-1.422 2,3.959-9.492 4,1.283-0.641 0,0.624 3.522-1,1.393-0.495 0,0.957 4.123 2,1.245 0.494-1,1.602-4.051-2,1.556-0.121-2,1.149-4.359-1,1.298-0.398-1,2.146 2.504 0,1.507-2.111 2,1.596-2.242 1,1.583-2.229 0,3.159 0.224 1,1.566-2.490 3,-2.754-6.207 1,0.400-1.479-4,4.029 1.522 1,0.048-2.051-2,-2.026-2.824 0,-0.253-1.188 1,1.312-0.356 3,-1.226-1.631-3,-1.414-1.509-1,-1.453-1.333 1,-1.389-1.133-1,-0.994-0.948 1,-0.351-0.708-1,-2.188-0.568 0,-0.201-0.264 0,1.260-0.234 3,0.739-0.193 1,1.264-0.129-2,1.577-0.077-2,3.942-0.095-4,2.605-0.003 0,-0.286-0.208 0,1.509-0.437-1,-1.151-0.490 1,1.353-0.846-1,8.153-2.677-1,2.326-2.101 1,-2.318-0.542 2,0.538-1.157-2,0.200-0.686 1,-0.049-0.317-2,-3.675 0.995 1,-0.141-0.295 1,6.729-3.170 4,-0.540-0.333 0,-7.207 2.723 0,-0.309-0.153 0,2.737-1.689 0,-0.737-0.174-1,1.678-1.659 0,-1.837-0.003 1,-4.328 1.884 1,-1.521 0.531-1,-3.653 1.891 0,-1.300 0.482 0,1.896-1.777 3,-1.991 0.800 1,-2.969 1.709-1,-1.249 0.538 1,-1.342 0.743 0,-1.346 0.854-2,0.216-0.628 0,-2.135 1.641-1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7:5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8483.219 7026.000 767,'2.341'7.835'0,"0.436"-1.152"-5,0.110-1.007 3,3.360 1.157 1,0.899-1.852 1,2.166 0.098-2,1.894-0.030 0,-2.391-1.228-1,0.160 0.127 1,0.257 0.188 0,0.313 0.221 0,1.979 0.842-1,0.918 0.249 5,-2.405-1.089-1,0.340 0.150-2,1.607 0.579 0,-0.192-0.287-1,-0.128-0.147 0,-0.074-0.042 1,3.803 1.433 1,-0.321-0.235 2,-0.456-0.297-1,-2.518-1.073-1,-1.349-0.643-1,-1.450-0.679 0,-1.416-0.655 0,-1.300-0.596 1,3.646 0.440 6,-3.287-1.460 0,-0.374-0.004 0,-0.932 2.427-4,-1.193 1.397-1,-1.537 1.017-1,-1.315 2.587-1,-0.930 3.791 0,-1.264 0.219-1,-0.662-4.285 0,-0.705 0.698 1,-0.691 0.652-1,-0.649 0.590 1,-1.518 1.539 0,-1.174-0.126-1,0.638-2.550 1,-0.761 0.095-1,-3.757 2.843 1,-2.198 0.220 0,1.140-2.132 0,-1.844 0.904 0,-6.602 4.259-2,-2.269 0.629-1,3.800-3.344 0,-0.979 0.085 0,-3.891 1.832 0,-0.914-0.056 0,-0.386-0.140 0,0.010-0.194 2,0.290-0.505 2,0.477-0.704-1,1.152-0.812 0,1.579-0.850 0,-0.634 0.306 3,1.851-1.028 0,5.310-2.840 0,0.835-0.478 2,-2.300 1.683 6,1.551 0.012-7,0.189 0.960 1,2.722-0.921-2,2.589-1.099 0,2.295-1.119-1,1.924-1.040 0,0.055 2.804 0,3.749-0.006 1,2.629-1.468-1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7:5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8183.219 7782.000 767,'-4.305'4.306'0,"-0.227"0.223"0,10.511-1.289-3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0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6347.219 8490.000 767,'8.326'0.000'0,"0.492"0.000"0,-2.268 0.000 0,1.032 0.000 0,0.259 0.000-11,2.250 0.000 10,-2.990 0.000 1,1.427 0.000-1,10.816 0.000-3,4.511 0.000-1,-7.863 0.000 2,2.165 0.000-1,15.394 0.000-3,5.847 0.000-1,0.282 0.000 0,4.841 0.000 1,-2.368 0.000 0,3.036 0.000-2,10.967 0.000-3,4.242 0.000 3,4.415 0.000 0,4.331 0.000 1,13.790 0.000 1,3.901 0.000-4,-18.020 0.000 3,1.286 0.000 1,22.806 0.000-3,1.705 0.000 3,-20.927 0.000 2,0.229 0.000 4,11.258 0.000 3,0.442 0.000-5,0.239 0.000-3,0.083 0.000 7,-0.032 0.000 4,-0.112 0.000-7,-1.014 0.000 0,-1.605 0.000 1,18.184 0.000 2,-3.831 0.000-1,-40.887 0.000 1,-1.383 0.000 2,15.865 0.000 4,-3.188 0.000-4,-4.059 0.000 0,-4.486 0.000 4,-4.578 0.000 3,-4.430 0.000-1,-4.680 0.000-5,-4.637 0.000 4,6.032 0.000 10,-9.319 0.000-7,-9.602 0.000 0,-7.570 0.000 0,-6.389 0.000 7,-5.127 0.000-11,-1.600 0.000-7,-14.951 0.000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0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2903.219 8478.000 767,'9.388'0.000'0,"4.414"0.000"0,-2.651 0.000-10,2.805 0.000 6,2.753 0.000-1,6.078 0.000 0,3.843 0.000-2,-3.359 0.000 2,3.023 0.000 1,7.733 0.000-2,3.490 0.000-1,3.544 0.000 0,3.416 0.000 0,3.164 0.000 0,2.835 0.000-1,2.467 0.000 1,2.090 0.000 1,2.287 0.000-1,2.320 0.000 2,2.518 0.000 0,2.539 0.000 1,11.169 0.000 0,2.210 0.000-2,-7.215 0.000 1,1.658 0.000 0,2.005 0.000 0,2.157 0.000 1,-8.361 0.000 0,1.264 0.000 2,12.138 0.000 0,1.955 0.000-2,1.124 0.000-1,0.480 0.000 3,9.584 0.000 1,-2.806 0.000-5,-22.762 0.000 2,-2.059 0.000 2,6.688 0.000 4,-3.300 0.000 1,4.863 0.000 6,-3.962 0.000 2,-18.581 0.000-3,-2.404 0.000-1,10.243 0.000 0,-4.673 0.000-1,-15.540 0.000-2,-2.894 0.000 2,1.345 0.000 3,-4.148 0.000-2,-4.032 0.000-1,-3.758 0.000 3,-1.259 0.000 1,-4.322 0.000 2,-1.863 0.000 0,-5.321 0.000-3,-4.479 0.000 1,-3.583 0.000-7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1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13163.219 8526.000 767,'7.816'0.000'0,"0.519"0.000"-5,-0.319 0.000 3,2.075 0.000 1,-1.665 0.000 0,1.166 0.000-1,-1.135 0.000 0,1.307 0.000 0,3.342 0.000 0,1.899 0.000-1,2.342 0.000 0,2.547 0.000 0,3.138 0.000-1,3.411 0.000-1,4.010 0.000 0,4.248 0.000-1,5.630 0.000-1,6.350 0.000-1,6.563 0.000-1,6.405 0.000-1,6.839 0.000-2,6.825 0.000-1,17.742 0.000-3,7.167 0.000 1,-18.543 0.000 4,3.479 0.000-1,16.448 0.000-1,3.648 0.000 1,2.822 0.000 0,2.100 0.000 5,1.204 0.000 3,0.509 0.000-2,-0.574 0.000-2,-1.319 0.000 4,-2.070 0.000 2,-2.507 0.000 3,-3.831 0.000 0,-4.594 0.000 3,5.290 0.000 2,-7.211 0.000 1,-25.907 0.000-1,-5.249 0.000 2,2.212 0.000 6,-6.330 0.000-1,-0.854 0.000 0,-7.784 0.000 8,-15.664 0.000 1,-4.538 0.000-13,-1.379 0.000 0,-4.943 0.000 5,-1.913 0.000 6,-5.838 0.000 6,-4.830 0.000-19,-3.841 0.000-7,-12.299 0.000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1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10643.219 8598.000 767,'6.199'0.000'0,"0.338"0.000"-4,-0.178 0.000 3,4.716 0.000-1,-1.775 0.000 0,2.248 0.000-1,1.904 0.000 0,1.570 0.000 0,1.824 0.000-1,1.918 0.000 0,1.896 0.000-1,1.790 0.000 2,1.913 0.000 0,1.910 0.000-1,1.818 0.000 0,1.668 0.000 0,2.329 0.000 0,2.691 0.000 0,2.539 0.000 0,2.312 0.000 1,2.605 0.000-1,2.692 0.000-2,2.627 0.000 0,2.457 0.000 1,2.221 0.000 0,1.946 0.000 0,1.660 0.000-1,1.379 0.000 2,8.560 0.000-2,0.607 0.000 3,-7.353 0.000 0,0.062 0.000 1,-7.320 0.000 0,0.347 0.000 1,7.873 0.000 0,0.021 0.000 2,-0.833 0.000 1,-1.403 0.000-2,-2.309 0.000 0,-2.844 0.000-1,-3.092 0.000 1,-3.121 0.000 1,-2.996 0.000 4,-2.766 0.000 2,-2.754 0.000 4,-2.616 0.000-3,-2.394 0.000-1,-2.124 0.000-1,1.171 0.000-1,-2.640 0.000 2,-7.997 0.000-3,-1.230 0.000-1,1.566 0.000 0,-1.098 0.000 1,-1.184 0.000 1,-1.189 0.000-2,-0.571 0.000 0,-0.105 0.000-2,0.232 0.000 0,0.461 0.000 3,0.603 0.000-4,0.676 0.000-1,0.411 0.000-1,0.205 0.000 1,0.331 0.000-1,0.405 0.000 1,0.438 0.000-1,0.442 0.000 2,3.247-0.357 0,0.306-0.579-1,-5.963 0.006 0,-0.526-0.118 0,2.412-0.499 0,-0.057-0.458 1,-0.470-0.231-1,-0.742-0.060 2,-0.335-0.217 5,-0.029-0.319-7,-0.658-0.093 0,-1.076 0.071 2,1.625-0.480 2,-0.133-0.242-4,-4.604 0.608 0,-0.334-0.249 4,6.070-1.848 1,-2.269 0.324-6,-2.583 0.597 1,-5.240 1.438 3,-1.162 0.414-1,0.268-0.135 2,-0.441-0.110 1,0.767-0.437 6,-1.521 0.331-9,-1.594 0.435-1,2.352-0.861-1,-2.987 1.115 2,1.528 2.299 0,2.705-2.663 6,-3.570 0.547-7,-0.375 0.535-1,1.599 0.042-1,1.896 0.086 0,2.021 0.113 0,2.295 0.128 0,2.383 0.132-2,5.730-0.288-1,3.659-0.429 0,-3.674-0.017 1,2.269-0.417-1,6.538-1.154 0,2.684-1.052-1,16.455-4.725-3,1.044-3.279 2,-33.102 7.578 5,27.096-8.410-4,-7.156 0.948 1,-7.751 1.658 2,-7.404 1.933 2,-6.523 1.923 0,-5.400 1.741 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1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6719.219 9582.000 767,'6.439'0.000'0,"-0.438"0.000"-4,0.068 0.000 3,0.911 0.000 1,5.864 0.000-2,-5.095 0.000 0,1.817 0.000 0,0.315 0.000 0,1.640 0.000 0,6.422 0.000-2,2.834 0.000 0,-3.125 0.000 0,1.562 0.000 0,5.344 0.000 0,2.673 0.000-1,2.599 0.000-1,2.424 0.000 3,7.155 0.000-2,2.624 0.000-1,-8.053 0.000 0,1.470 0.000 2,13.052 0.000-1,2.304 0.000 0,-10.449 0.000 1,0.905 0.000 2,19.119 0.000-1,-0.435 0.000-3,-24.555 0.000 3,-0.276 0.000 1,16.049 0.000 3,-2.998 0.000-1,-8.092-0.283 0,-2.708-0.471 2,-3.124-0.582 2,-3.272-0.635 0,2.411-1.348 5,-5.282-0.598-1,-4.860-0.389 0,-6.229 0.128 1,-3.654-0.313-2,-3.500 0.261-2,-1.334-0.253-1,-1.883 0.584-2,-0.636 0.158 19,-0.046-0.769-21,-0.924-0.521 0,-0.146-1.513 1,-0.457-0.924 1,-1.331 1.335-2,-0.372-0.238-1,-0.102-0.843 0,0.108-2.057 0,-0.797 1.292 0,-0.653 1.500 0,-0.111-2.152 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1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7319.219 9018.000 767,'-9.454'0.000'0,"2.687"0.000"0,-4.831 0.000 0,-3.434 0.000 0,-5.643 0.000 0,-2.362 0.000-24,-5.066 0.000 17,-1.233 0.000 0,2.853 0.000 0,-0.173 0.000 0,0.285 0.000 4,0.597 0.000 1,1.357 0.000 2,1.834 0.000 0,1.805 0.000 1,1.698 0.000 0,1.826 0.000 2,1.830 0.000-1,1.465 0.000 8,1.135 0.000-5,0.564 0.000-2,0.131 0.000 5,1.592 0.000-7,0.004 0.000 0,-1.853 0.283-1,-0.513 0.471-1,-2.378 0.831 0,-0.681 0.762 1,2.978 0.138-1,-0.823 0.837-1,-2.973 1.419 0,-0.771 0.731 1,-0.288 0.545-1,0.070 0.388 0,-1.813 1.126-1,0.727 0.129 1,-0.395 0.395 0,2.211-0.886 3,2.375-1.095 0,4.313-1.666 0,1.188-0.246 1,-1.117 0.726 2,1.718-0.816 3,1.440-0.844-2,1.148-0.790 0,-3.595 0.482-3,3.126-1.875 1,-0.559 0.355-1,-1.080 1.867-1,-1.172 2.336-3,1.930-0.992 1,-0.986-0.088 0,-0.917-0.434-1,-0.798-0.274 0,-0.657-0.153 0,-0.516-0.066 0,1.475-0.447 1,-0.322 0.248 0,2.245-0.560 0,0.075 0.260 1,-2.368 1.380-1,-0.224 0.426 2,2.139-0.659 0,-0.252 0.602 0,-2.932 2.197-1,-0.394 0.487-1,1.366-0.365-1,0.250 0.563 1,0.373 0.885 0,0.442 1.073 0,1.309-0.326 0,-0.036 0.974 1,-2.221 4.613 0,0.307 1.306-1,2.481-2.798-1,0.254 0.988 1,-1.319 5.562-2,1.013 0.851 1,2.359-4.389 0,0.700 0.238 1,0.255 3.246 0,0.835 1.085-1,1.037 0.913 2,1.131 0.747 1,1.428 0.027 0,1.572-0.485-4,1.884-0.546 0,2.016-0.562 1,2.298 0.018 1,2.391 0.430 3,4.980 2.871 0,3.721-0.267-2,0.948-3.121-3,3.220-0.453 0,-0.258-3.133-2,2.884-0.614 2,7.273 1.296-1,2.964-1.364 0,1.823-1.764 0,0.924-1.963 0,0.523-2.014 0,0.213-1.955-1,0.266-1.820 2,0.290-1.639 1,1.142-1.433 5,1.695-1.218 0,2.574-1.008-2,3.079-0.812-1,2.728-1.480-3,2.349-1.888-2,2.251-1.523 0,2.076-1.191-2,1.570-0.899 0,1.137-0.649 2,0.208-0.440 1,-0.462-0.271 0,6.400-1.787 0,-1.913-1.141 3,-9.890 0.425 0,-3.083-0.607 3,-3.516-0.229 1,-3.657 0.049 0,-7.917 1.279 0,-1.763-0.122 0,7.199-2.973 11,-3.018-0.194 0,-10.746 2.927-6,-1.881 0.243-6,1.002-1.219 0,-3.026 0.010 0,-0.757-1.036 1,-3.666 0.519 3,-1.428-1.631 2,-4.768 0.309 1,-4.116 0.221-1,-5.088 4.234-2,-1.640-0.101-5,-3.088-3.364 1,-4.507-1.482 0,-1.797 1.846 2,-2.930-1.224-1,-5.242-3.308-7,-3.639-1.322-1,-3.252-1.090-1,-1.315 0.069 0,-8.523-5.230-2,2.971 3.133 1,4.337 3.695 1,4.762 3.697 1,4.585 3.362 1,4.061 2.855 2,3.378 2.292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2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6215.219 8658.000 767,'0.000'-6.768'0,"-0.335"-1.644"-5,-1.943-2.921 2,-1.338 1.458 0,-0.149 3.069 2,-1.182 1.866 1,-1.199 3.904 2,-4.233 1.747 1,4.068 0.169-3,-1.209 0.574-1,-0.790 0.622-1,-1.019 0.629-1,-1.134 0.603 0,-1.445 0.838 0,-1.599 0.968 0,-3.755 2.637 2,-1.799 2.320-2,2.889-1.004 0,-1.723 1.246-1,-8.323 5.304-2,-2.754 2.093 1,5.059-3.069 1,-1.468 0.769-1,-5.561 3.358 0,-1.616 1.069 0,-0.747 0.958-2,-0.094 0.833 3,-4.056 3.596 2,0.524 0.530-2,9.104-6.003 1,1.026-0.488 1,-2.129 2.214 4,2.008-0.546-2,1.850-0.244 1,1.650-0.019 0,1.996-0.138 8,2.148-0.218-3,2.155-0.265-1,2.059-0.284-4,0.871 2.108 0,2.708-0.476 3,4.074-5.289 0,1.406-0.547-1,0.798 2.086-1,1.424 0.202 1,1.192-0.132-1,0.971-0.364 3,1.333-0.511-2,1.528-0.592-5,1.878-0.622 1,2.038-0.614 0,3.248 0.429 4,2.332-1.900-2,-0.955-4.060 0,1.584-0.910-2,5.602 1.170 0,1.653-1.088 2,-2.835-2.464-1,1.704-0.412-2,4.753 0.717 0,1.971 0.183 0,2.241 0.098-1,2.328 0.032-1,1.432-0.297 0,0.727-0.519 0,8.475 0.479-1,-0.220-1.129 0,-12.160-2.149 2,-0.193-0.524 1,0.402-0.488 4,0.833-0.444-1,4.916-0.268-1,0.503-0.436 3,5.147-0.326-1,0.849-0.350-6,-3.816-0.244 1,0.705-0.150 2,-4.394-0.076 0,0.043-0.056-1,8.727-0.108 0,-1.288-0.023 0,-6.085 0.035 2,-1.936 0.013 0,-5.255 0.048 2,-1.070 0.021-1,1.644 0.001 2,-2.365 0.028 1,-2.551-0.255 3,-2.563-0.445-3,-2.452-0.276-2,-2.256-0.145-1,-1.729-0.324 8,-1.271-0.439 1,-0.388-0.886-1,-1.909-0.610-6,-0.963-0.864-2,-2.237 0.187-1,0.802-2.708 3,-4.579 1.012-1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3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9263.219 1662.000 767,'8.333'0.000'0,"-1.352"0.000"0,8.962 0.000-9,-0.224 0.000 5,-4.958 0.000 1,1.553 0.000 1,13.777 0.000-5,4.734 0.000-1,-7.793 0.000 3,1.340 0.000 2,5.621 0.000-1,2.089 0.000-3,-2.514 0.000 1,1.568 0.000 2,11.841 0.000 3,2.290 0.000-4,-9.241 0.000 1,0.828 0.000 1,12.935 0.000-1,2.233 0.000-1,-10.359 0.000 0,1.561 0.000 5,22.142-0.442-1,1.920-0.692-7,-26.348-0.153 4,1.269-0.919 2,24.760-2.949-1,2.414-1.299-2,-14.770 0.919 0,0.680-0.402 4,8.219-1.526-1,-0.502-0.697-2,-1.065-0.677-3,-1.416-0.631 4,5.543-1.546 5,-2.445 0.054 1,-16.568 2.853-2,-2.648 0.605 2,14.368-1.739 2,-4.662 1.625 0,-18.133 2.636-2,-1.203 0.010 8,3.285-0.466 4,-1.861 0.430-12,-5.547 0.824 0,-0.572 0.083-1,3.170-0.312 1,-1.521 0.403 1,-1.165 0.476 0,-0.856 0.505-3,-0.879 0.502-1,-0.853 0.477 3,-0.795 0.436 2,-0.716 0.386-5,5.196 0.214 1,-1.915 0.407 1,-9.949 0.331 0,-0.831 0.122-1,-0.656 0.097 0,-0.503 0.074 1,1.497 0.074 0,-1.372 0.047 2,-1.540 0.027-1,-1.586 0.011-1,2.632 0.066-2,-2.782-0.022 3,-4.114-0.057 3,-1.678-0.026-1,-1.426-0.026-2,-1.340-0.026 0,3.117 0.025 2,-2.788-0.060-3,-0.312-0.038 0,1.814 0.143 0,0.022 0.977-1,-0.396 1.226-3,-0.526 1.228 1,-0.869 0.761-1,-0.375 0.384 2,0.428-0.860 1,0.563-1.406-1,-0.121-1.052 0,-0.509 0.396-1,0.746 1.909 1,-1.711 3.648 1,-2.147-0.143 0,1.026-0.581 0,2.502 1.068-2,-1.329-1.757 1,-0.992-0.108-1,0.165 1.226 1,0.775 0.577 1,1.158 0.474-1,0.097-0.755-1,-2.023-2.961 0,0.204-0.429 1,3.221 1.555 0,0.813 0.438 0,-3.213-2.032 0,-0.067 0.136 0,1.759 2.542-1,-2.712-2.045 0,0.247-0.379 0,0.432-0.585 2,0.102-0.528 2,5.451 2.187-4,-0.076-0.636-1,-5.004-1.667 2,2.227 3.517-1,-0.094 1.009 6,-0.708-1.129-6,-0.460-1.581 0,-1.064-1.863 1,1.556-1.268 1,-0.283-2.165 0,2.494 0.307-1,2.547 0.077 0,-5.677 0.095-1,0.020 0.015 0,4.226 0.001-1,1.674 0.017 3,-3.471 0.010 1,0.232 0.003-4,1.722 0.002 1,-2.216-0.000-1,0.497 0.000 2,-1.851-0.001 0,0.043-0.000 0,2.348 0.000 1,0.396-0.000-3,-3.063-0.001 1,0.282-0.000 0,4.631 0.000 2,1.165-0.000-2,-0.546-0.000 0,0.894-0.000 0,0.584-0.000-1,0.337-0.000 0,2.651-0.000-1,1.046-0.000 1,-3.497 0.000 1,0.464 0.000 1,2.707-0.000 0,0.464 0.000-3,0.337 0.000 1,0.232 0.000 1,-0.138 0.000 1,-0.394 0.000-1,1.887 0.000 0,-0.341 0.000 1,-4.509 0.000 0,-0.031 0.000 1,1.959 0.000 1,-0.348 0.000-2,1.839 0.000 0,-0.172 0.000 1,-4.330 0.000-1,-0.285 0.000 1,1.867-0.283 0,0.072-0.471-2,-0.396-0.300 1,-0.711-0.164 1,-0.900-0.059 1,-0.995 0.018-2,-0.448-0.211-1,-0.038-0.364 0,-0.311-0.172 6,-0.489-0.028 0,-0.594 0.076-5,-0.640 0.146-1,0.433 0.013 0,-0.813 0.269 1,-2.160 0.288 2,0.360-0.210 0,1.097-0.627 1,-0.430-0.484-2,-0.422-0.224-2,-0.396-0.028 0,-0.359 0.113 0,-0.316 0.207 0,0.012-0.018 2,0.245-0.177 2,0.117 0.001-2,0.021 0.127 0,-0.049 0.211-1,-0.098 0.261-1,2.013-0.191-1,-0.679 0.502 3,-0.800 0.458-1,-0.972 0.376 1,2.810-0.013 0,-3.279 0.801-1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3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13259.219 5862.000 767,'-3.135'-6.270'0,"0.397"0.796"0,-2.011-0.390 0,-0.216-0.050-7,-3.986-3.617 6,4.043 5.417-1,-0.593 0.109 1,-0.445-0.017 0,-0.319-0.105-1,-0.498-0.163 1,-0.602-0.197 0,-2.144-1.010 1,0.329 0.476 0,0.710 0.674-1,0.900 0.751 0,0.958 0.746 0,-3.898-0.670 1,2.787 1.908 1,-1.455 0.739 7,-0.193 0.636-7,2.287 0.631-1,-0.420 0.662-1,1.549 0.214 0,-0.090 0.506 0,-1.835 1.744 0,0.039 1.341-1,2.041-0.274 1,0.433 0.870 1,-0.091 1.938 0,0.738 1.042-1,0.748 1.475-1,0.720 1.714 1,0.794 3.378 1,1.315 1.480-2,1.050-3.004 0,0.814 0.657 0,1.888 5.082-2,1.695 0.632 2,-0.881-6.795 0,0.503-0.326 1,2.976 6.104 0,0.629-0.227 0,-0.290-2.217-1,0.613-0.031 1,0.915 0.056 7,1.087 0.114-8,0.874 0.151 1,0.683 0.169 0,4.098 3.602 0,0.979-1.455 0,-6.490-7.960-1,0.137-0.099 2,2.119 1.756-1,0.528-0.075 1,3.901 3.117 1,-0.469-0.911 0,-2.534-2.549 0,-0.884-0.938-1,-0.949-1.202-1,-0.952-1.334 0,-0.145-0.269 3,-1.661-1.076 2,-0.896-0.369 1,-1.997-1.319-1,-1.739-1.162 5,0.432 1.880-6,-3.874 0.702 0,-3.988-0.008 0,-8.186-3.194-1,2.950-3.157-3,-2.960-0.158-1,-2.995-0.144-2,-2.878-0.127 0,-3.792-0.392-1,-4.263-0.563-1,-7.271-0.543-1,-2.654-0.255 0,6.878 0.246 2,-0.743-0.001-1,-4.905-0.107-1,-0.376 0.093 0,0.212 0.120 5,0.619 0.132 0,1.164-0.147 3,1.496-0.340 0,-1.014-0.395-2,3.438-0.047 2,0.065-0.228 3,5.289 0.235 0,4.841 0.295 0,4.494 0.224 8,3.905 0.161-1,3.214 0.108-4,0.479-0.834-4,9.127-3.621 5,1.929 0.286 0,1.545-0.047-7,4.363-3.406-2,-3.350 2.906-1,2.638-1.358-2,1.597-0.370 1,-3.480 2.252 1,0.474-0.362 0,5.820-3.803-2,1.129-0.849 2,-1.053 0.315 0,0.653-0.966 1,0.587-0.741 0,0.512-0.546-2,0.150-0.382-1,-0.113-0.247 3,-0.579 0.144-1,-0.882 0.415 1,0.907-1.140 0,-0.902 0.343 1,-2.308 1.678 1,-0.485 0.134 2,-1.815 1.445 1,-0.152-0.047-3,2.509-2.635 0,-0.712 0.498 0,-3.429 2.856 0,-0.860 0.046-1,1.071-2.345 0,-0.969 0.482 0,-1.494 1.701 3,-0.456 0.500-1,0.848-1.275 0,-0.630 1.018 0,-0.567 1.017 0,-0.510 0.206 0,-0.978 0.432-1,-0.952 0.208-1,-0.521 0.053 1,-0.212-0.047 0,-0.004-0.105 0,0.460 0.539 0,0.706 0.890-1,0.801 1.032-1,3.283-1.691 2,0.340-0.248 0,-3.148 1.998 0,-0.536 0.228-1,2.690-3.213 1,-1.930 1.798-1,0.113-0.170-1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3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13595.219 6198.000 767,'8.516'-0.803'0,"-1.695"-0.202"0,1.271-0.191-1,1.655-0.079-8,1.851 0.003 6,1.901 0.063-1,1.849 0.102 0,2.008 0.125 2,2.024 0.135-2,1.942 0.136 0,1.792 0.130 0,1.600 0.120 0,1.389 0.107 1,5.463 0.074-2,2.109 0.097 1,-6.754 0.087 1,0.657 0.038 1,4.696 0.031 0,0.431 0.030-2,0.180 0.021 0,-0.008 0.014 2,-0.142 0.008 3,-0.229 0.003-1,0.001 0.000-1,0.165-0.002 1,3.001 0.001 1,-2.146-0.006 0,-5.603-0.010 0,-1.804-0.005-2,-4.759-0.007 1,-1.454-0.004-1,1.050-0.285 9,-1.699-0.474-1,0.327-0.536-2,-3.170-0.192 0,-3.158-0.033 0,-2.947 0.075-3,-2.618 0.141-1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4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14255.219 5838.000 767,'-3.098'6.195'0,"0.100"0.516"0,0.812-0.466 0,0.131 0.377-8,-0.408 2.164 6,-0.917 4.935-2,-0.525 3.952 0,-0.756 4.526-1,-0.884 4.721-1,-0.934 4.072-1,-0.925 3.418-2,-0.593 3.074 1,-0.327 2.684-1,-0.124 2.563 1,0.027 2.356 0,-0.433 1.532 3,-0.738 0.873 0,-0.640 0.363 0,-0.538-0.018 2,-0.725-0.005-1,-0.822 0.004 2,-0.570-0.272 2,-0.364-0.456 1,-1.910 5.173 0,0.017-1.097-1,3.270-12.371-1,-0.293-0.847 2,-1.733 3.938 1,0.375-1.901-1,-0.903 1.617 1,1.035-4.055 1,5.131-14.736-1,-4.497 11.420 3,2.686-7.930 0,2.526-7.151 1,2.203-6.033 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4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10475.219 3546.000 767,'6.292'0.000'0,"0.532"0.000"-4,-0.202 0.000 2,-0.461 0.000 1,0.223 0.000 1,-2.463 5.645 2,-0.565 3.561-2,-0.062 1.028-3,-0.454-0.093 0,-1.001-3.683 2,2.017 5.722-1,-0.973-3.534 1,0.061 0.413 0,-0.114 0.124 0,-0.229-0.083 0,-0.416-0.733 0,-0.291-0.252 0,-0.463-1.011 0,-0.222 0.179 0,-0.101 1.437 0,-0.246 0.437 5,-0.098 3.174-1,-0.301-0.623-4,-0.224-1.030 0,-0.148-2.964 0,-0.068-0.008 0,-0.049 0.197 1,-0.034 0.333 1,-0.750 1.197 0,-1.169-0.092 1,-0.184-2.018-2,-0.604 0.212-1,-0.569 0.320 0,-0.521 0.389 1,-2.232 2.703 0,-1.117-0.061-2,-0.021-1.189 1,-0.811 0.123 0,-1.046 0.190-1,-1.165 0.229 1,-1.478-0.037 0,-1.630-0.224 0,-1.097-0.064-1,-0.666 0.052 0,-0.609 0.133 0,-0.540 0.185 0,-0.467-0.071 0,-0.392-0.249 0,-0.037-0.364 2,0.217-0.429-1,0.671-0.737 0,0.962-0.923 1,-0.493 0.017 0,1.547-0.714 0,-0.062 0.097 2,2.706-1.213 2,2.556-1.141 3,2.250-1.000-4,-1.582 1.238-1,3.529-1.009 0,2.353 3.008 2,8.925-0.310 8,1.520-4.146-12,-1.052-0.376-2,2.104 0.529 0,0.350 0.104-1,1.414 0.434 1,3.258 0.713-1,1.415 0.023-1,3.715 0.268 0,1.498-0.378-1,-3.635-1.099 3,1.181-0.306-1,4.307-0.084 0,1.572-0.391 1,1.399-0.362-1,1.210-0.324 1,1.019-0.282-1,0.835-0.239 0,1.229-0.197 0,1.452-0.158 0,0.978-0.123 1,0.594-0.091 1,0.292-0.065 0,0.063-0.043-2,-0.385-0.025 0,-0.687-0.012 1,2.192-0.020 2,-2.554 0.008 1,-11.695-0.100-1,-0.939-0.271 1,5.610-0.779 1,-2.771-0.478 1,-2.930-0.396 5,-2.882-0.318-2,-0.397-1.446-3,-4.085-0.837 1,-3.489-0.786 0,-0.959-1.629 2,-3.626-2.111 2,-4.311 3.351-4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4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11147.219 3186.000 767,'0.000'8.116'0,"0.000"-0.990"0,0.283 1.024 0,1.697 5.617-11,-0.570-4.844 9,-0.073-1.281 1,0.349 0.898-1,0.199 0.580 0,0.082 0.322 1,0.268 1.501-1,-0.115-0.125 1,0.246 2.653 0,-0.355-0.142-1,-0.787-4.308 2,-0.182-0.340 2,-0.078 1.064-1,-0.207-0.019-1,-0.183-0.189 0,-0.157-0.301 2,-0.102 1.470 0,-0.154-1.148-3,-0.111-1.262 0,-0.074-1.242 2,-0.152 3.925 1,-0.046-4.525-1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4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11423.219 3102.000 767,'0.000'6.195'0,"0.000"2.063"0,0.000 0.068 0,0.000 4.927-9,0.000-4.900 8,0.000 0.592-1,0.000 2.192 0,0.000 1.135-1,0.000-2.489 1,0.000 0.042 0,0.283 1.829 2,0.471 0.602-2,0.299 0.134 1,0.164-0.206-1,0.585 1.685 5,0.543 0.355-5,-0.384-3.312 0,0.032-0.291 2,0.505 1.581 2,0.322 0.319-3,0.474 1.463 0,-0.114-0.545 3,-0.281-1.853-1,0.197-0.236-2,-0.391-1.741-1,-0.101-0.371 1,-0.170-0.394 4,-0.214-0.398-2,0.595 2.134-1,0.163-0.104 1,-0.102-1.714 2,0.311-0.804-1,0.354-0.665-2,0.368-0.534-1,0.331-0.048 1,-0.164-0.364 2,-0.332-0.271 0,-0.429-0.192-2,0.224 0.420 0,-0.197-0.860-1,3.185 2.773 1,-0.914-3.540 4,0.632-2.337-2,-0.223-2.747-1,0.372-0.417 0,-0.141 0.567 0,2.653-1.719-1,0.595-3.673-1,-5.033 1.437-2,-0.132-1.281 2,-0.735-0.565 0,-0.766-0.336 0,-0.715-0.168 0,0.159-4.302 1,-1.306 2.186 0,-0.520-1.842 3,-0.413 4.175-1,-0.100 0.220-3,-0.215-5.003 1,-0.046 1.597-1,0.042 0.931 1,0.078 1.120 2,0.078 1.122-1,-2.295-0.603-1,-4.515 3.902 3,0.551 2.246-2,-0.181 0.590-2,-1.114 0.354-1,0.369 0.110 0,0.862-0.026 4,-1.915-0.002-2,1.647-0.135-1,-1.914-0.039 2,1.608-0.031-2,-1.445-0.011 1,0.187-0.007 0,-1.059-0.003 0,1.039 0.001-1,0.768 0.002 2,0.129 0.002-1,1.300 0.001 0,-0.773 0.001 0,0.447 2.884 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4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12155.219 3714.000 767,'6.244'0.000'0,"-0.054"0.000"-4,0.495 0.000 3,4.479 0.000 0,-3.585 0.000 0,-0.088 0.000-2,0.806 0.000 1,2.430 0.000-1,1.229 0.000 0,1.159 0.000 0,1.057 0.000 1,0.649 0.000 2,0.329 0.000-3,0.369 0.000 1,0.380 0.000 0,2.455 0.000 0,0.295 0.000 1,-2.229 0.000 2,-0.318 0.000-2,-0.139 0.000 0,-0.002 0.000 1,-1.923 0.000-1,0.197 0.000 2,2.404 0.000 1,0.327 0.000-2,-0.001 0.000 0,-0.234 0.000-1,-0.107-0.283 1,-0.012-0.471-1,0.305-0.385 0,-1.249-0.174 1,-1.541-0.051 2,-1.662 0.037-2,0.653-0.187-1,-2.320 0.220 1,-1.998 0.244 4,-2.004 0.242 0,1.769-0.203 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4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12431.219 3534.000 767,'0.000'6.632'0,"0.000"0.569"-4,0.000-0.909 2,0.000 1.164 1,0.000 1.471-1,0.000 3.120-1,0.000-3.009 2,0.000 0.339-1,0.000 0.365 0,0.000 0.366 0,0.000 0.067 1,0.000-0.149 1,0.000-0.296-1,0.000-0.386 1,0.000-0.433-1,0.000-0.445 1,0.000 0.510 1,0.000-0.548 1,0.000-1.061-1,0.000 0.130 1,0.000-0.920-1,0.000-0.008 0,0.000 1.833-1,0.000-0.173-1,0.000-1.979 0,0.000-0.122 1,0.000 2.819 1,0.000-0.654-1,0.000-0.763 1,0.000-0.968-1,0.000 2.762 1,0.000-3.122-1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4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13271.219 3486.000 767,'6.037'0.000'0,"0.099"2.141"-4,-1.040 2.308 3,3.199 5.845-2,-3.060-2.016 1,0.020 0.299-1,0.746 1.029 1,-0.343-0.554-1,0.316 0.591 1,1.446 2.066-1,0.639 0.503 0,0.640 0.066 2,0.611-0.249 0,-0.004-0.462 0,-0.440-0.591 0,-0.449-0.938-1,-0.434-1.141 1,0.925 0.477 2,-1.341-1.632-1,-1.415-1.438 4,-1.359-1.208 1,1.302 2.522 1,-3.425-1.534-3,-2.271 2.368 3,-1.451-1.581-5,0.237 1.408 0,0.546-1.104-1,-0.935 3.906-2,-0.438-2.528 1,-0.742 1.261-1,-0.120-1.370 0,-0.829 0.951 0,-1.149 1.239-1,-1.348 1.409 1,-4.773 6.254-2,-3.257 2.600 0,-1.244-0.505 0,-2.966 1.747-2,-2.392 1.048 0,-1.870 0.502 0,-8.228 6.062-2,-1.651-0.776 1,12.403-11.742 4,-0.806 0.220 0,-12.289 8.789 2,-1.167-0.808-1,3.637-3.890 2,0.197-1.208-1,-7.322 4.010 0,0.709-0.713-1,15.561-10.085 1,0.891-0.695 3,-10.598 6.550 4,3.760-2.279-6,3.528-1.836 0,7.115-4.341 2,2.284-1.242 10,2.111-1.153-3,-0.489 0.915 3,3.656-2.134-5,3.124-1.885-5,1.085 1.078-1,11.267-2.537 2,-0.417-3.383 1,0.503 0.979-1,-0.364 0.355 1,0.291-1.308-3,4.565-0.223 0,-3.804-0.267 0,3.186-0.017-4,2.174-0.032 1,4.570-0.023-2,2.794-0.028-1,-2.494-0.022 1,2.335-0.010 1,6.438-0.009-2,3.598-0.008 0,3.135-0.288-1,2.659-0.474 0,1.911-0.301 1,1.288-0.164-2,0.503-0.059 0,-0.082 0.019 1,0.072-0.209 3,0.179-0.362 0,4.173-0.805 2,-1.688-0.588 3,-11.315 0.379 0,-2.377-0.368-2,2.094-0.925 0,-4.209 0.059-1,-4.153 0.258 5,-3.895 0.383-1,-2.081-0.025 6,-4.031 0.427 9,-3.336 0.370-10,-2.653 0.308 0,0.492-1.690 2,-3.992-1.530-4,-3.186-2.895-5,-0.656 0.701 1,-0.284 0.302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4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11387.219 3042.000 767,'7.497'0.000'0,"-0.642"0.000"0,0.191 0.000 0,-0.102 0.000 0,-0.163 0.000-4,1.888 0.000-2,-0.612 0.000 6,2.022 0.000 0,1.813 0.000-3,1.578 0.000 0,0.772 0.283 0,0.161 0.471-1,4.804 1.119 0,-0.603 0.713 1,-0.925 0.558 0,-5.291-0.458 4,-0.921 0.390 1,1.175 1.152-3,-1.838 0.111 0,-1.795-0.072 2,-1.636-0.183 4,-1.413-0.241 0,2.076 3.487-4,-4.023 0.828 2,-2.732 4.214 5,-1.247-1.167-10,-1.446-0.148 0,-1.381-0.798 0,-1.293 0.909 5,1.335-4.974-2,-0.500 0.248-1,-0.203 0.156-1,0.018 0.083 0,-0.108 0.027-1,-0.192-0.014 1,-1.045 0.796 1,-0.307-0.800 0,-0.263-0.970 0,-0.217-1.019 0,-0.924 0.042 0,-0.560-0.000 0,0.683-0.602 0,0.979-0.625 1,-2.214 1.839 1,2.629-0.213-1,4.320 1.011-1,1.043 0.656 4,0.157 1.434-2,2.178 0.843-4,0.649-3.360 1,3.752 2.890-2,-2.758-4.484 2,0.442 0.007 0,1.176 0.686 0,0.349 0.123 0,0.232 0.137 1,0.139 0.141 1,1.722 1.503-2,-0.917-0.505 0,-1.180-0.697 0,-1.248-0.760 1,1.648 2.624 0,-3.539-2.248 1,-1.913 4.134 4,-2.470 3.087 1,-0.895-4.018-9,-1.610 1.514 0,-2.386 1.744-1,-2.826 1.826 1,-2.724 1.799-1,-2.521 1.694 0,-2.826 1.540-1,-2.907 1.358-1,-2.265 1.164 0,-1.699 0.971 0,-1.500 0.505 1,-1.287 0.150-1,-0.510-0.110 1,0.068-0.291 1,1.042-0.688 2,1.687-0.938 0,2.065-1.638 2,2.237-2.059-1,0.707-0.752 3,3.325-2.897 0,3.203-2.748 3,2.929-2.483 1,1.599-1.408 10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4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13583.219 3210.000 767,'6.968'0.163'0,"0.406"3.354"-5,-0.181 1.037 3,-0.307-1.725 2,-0.944-1.634 0,2.216 2.993 1,0.711 2.740-3,-3.692-1.787 1,0.368 1.135-1,0.282 1.361-1,0.210 1.457 2,0.147 1.740-1,0.097 1.860-1,0.497 3.579 0,-0.600 1.450 0,-1.624-3.118 1,-0.136 0.952-1,0.290 2.702 0,-0.465-0.236 1,-0.530-0.452 1,-0.554-0.584-1,0.089 3.834 1,-0.866-2.535-1,-0.733-2.758 8,-0.595-3.085-4,-0.445-2.849-1,-0.326-2.554 3,-0.313 0.975-1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4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13919.219 3234.000 767,'7.430'0.000'0,"-0.551"0.000"-4,4.893 0.000 0,-1.498 0.804 1,-2.368 1.021 3,-0.712 0.755-1,-1.040 0.584 0,-0.822 0.430 0,-0.617 0.299 2,3.204 4.390 0,-2.689 0.228 0,-3.583 1.135-1,-3.904 1.772 0,-0.066-5.637 0,-0.604-0.167 0,-3.623 2.786-1,1.077-3.843 0,-1.263-0.407 0,0.392-0.592 1,0.046 0.022 0,0.822-0.348 0,0.008 0.174-1,-0.799 0.496 0,0.000-0.177 1,0.013-0.019 1,0.021 0.094-1,-0.201 0.111 0,0.314-0.296 0,0.384-0.398 0,0.412-0.447 0,-0.139-0.195 0,-3.394 0.923 0,2.468-1.741 1,-0.030-1.075 2,1.550 5.367 2,5.987-0.134-3,1.448 0.647-4,0.818 3.455 0,-1.065-2.729 1,0.341 1.136-2,0.264-0.090 1,0.502 0.107 1,1.297 1.603-1,0.089-1.220 0,-0.159-0.466 3,-0.487-0.652 1,-1.113-1.592-2,-0.494-0.269 0,0.551 3.017 0,-1.623-2.024 2,-0.450 0.716 1,-0.901 2.701-2,-2.945 1.794-3,0.650-6.208 1,-0.576 0.529 2,-1.107 1.126-1,-0.611-0.200-1,-0.508 0.080-1,-0.410 0.275 0,-0.604 0.400 1,-0.715 0.471-1,-1.041 0.217 3,-1.225 0.025-2,-1.016-0.113 0,-0.818-0.205-1,-0.357-0.544 0,-0.011-0.760 0,-0.048-0.595 1,-0.071-0.449 0,0.198-0.325 0,0.381-0.220 1,0.775-0.419 3,-1.893 0.955-2,2.255-1.179-1,2.223-1.154 1,-1.654 0.822 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5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12347.219 3714.000 767,'8.126'0.884'0,"-2.231"3.014"-5,1.380 2.346 3,-0.988 0.525 0,-1.752-0.349 1,-1.485-0.718 5,-2.195-12.390 0,-0.896-3.951-7,0.034-2.617-1,0.009 3.770 1,0.002-0.616 2,0.000 2.141-1,0.001-0.007 1,0.001-1.335-1,0.000-0.267 0,0.122-2.541 1,0.188 1.262 3,0.213 1.666-2,0.211 1.782 0,1.291-2.458 0,2.061 4.109 2,3.093 5.166 0,1.734 1.315 0,-1.157-0.206 0,-1.720-0.224-1,0.615-0.027-1,0.393-0.033 0,0.217-0.036-2,-1.226-0.061 1,0.041-0.023 0,2.745 0.348 0,-1.009 0.471-1,-1.277 0.547 1,2.427 2.035 6,-2.898 1.670-4,-5.368 1.243 1,-2.382-12.500 6,1.684-0.866-10,0.000 13.401 4,0.000 3.100-5,-0.358-1.948 1,-0.578 0.842 0,-0.813 1.609-1,-0.619 0.275 1,-0.517 0.003-1,-0.661 0.160 2,-0.327-0.872 0,-0.213-1.010 0,-0.123-1.345 0,-0.059-1.439 2,-0.014-1.376 0,-3.370 0.572 3,0.997-2.827 0,-4.807-1.152-2,0.663-1.274-2,1.812-0.397-1,1.584-0.020 0,0.311-1.218 1,3.170-6.035 4,3.444 0.356-3,0.692 1.172-2,0.614-1.002-1,0.702-0.783 0,0.725-0.589 1,0.078 1.577-1,0.488 0.286 0,0.479 0.245 0,0.457 0.206 1,2.614-2.593-1,-0.257 1.476 2,-0.694 1.628 3,-0.897 1.577-2,1.751-0.329-1,-2.068 9.270 3,-5.315 6.409-1,-0.502-3.474-2,-1.433 2.260-1,-1.726 2.278 0,-2.982 2.749-3,-3.738 2.954-2,-6.185 6.425 21,-2.974 2.051-43,1.271-2.772 22,2.523-3.799 0,3.047-4.070 2,3.083-3.863 0,2.825-3.387 2,2.412-2.794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5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6875.219 5178.000 767,'-4.096'-6.333'0,"-2.558"4.411"-5,-5.670 2.516 2,3.805 1.083 1,-0.473 0.798-1,-1.719 1.149 1,-0.294 0.476 0,-1.906 0.980-1,-4.230 2.292-1,-2.021 1.616 1,-1.667 1.575-1,-1.336 1.472-1,-1.321 1.330 0,-1.248 1.165-1,-0.854 1.559 2,-0.533 1.765 0,-0.562 1.546 1,-0.557 1.318 0,-3.355 4.331-1,0.785 1.473 1,7.372-5.382 1,0.719 0.486 1,-1.942 3.393-1,1.376-0.115 1,1.181-0.124 1,0.988-0.125 1,1.086-0.120 1,1.104-0.110 1,1.348-0.099 1,1.458-0.085-3,-0.031 2.938 0,1.802-0.251 1,4.186-6.408-1,1.242-0.409 1,0.455 2.939 0,1.481 0.375-1,1.620 0.294 0,1.642 0.223 3,2.146-0.404 0,2.403-0.832-6,2.474-1.096 0,2.407-1.234 2,1.963-1.273-1,1.555-1.241 3,1.756-1.160 0,1.817-1.047 0,4.687 0.437-1,3.047-1.629 0,-3.233-4.402-1,1.583-1.251-1,5.429-0.380-1,2.630-1.563-2,2.252-1.437 1,1.877-1.279 1,2.370-1.106 0,2.610-0.931-3,2.091-1.328 0,1.624-1.548 1,6.990-2.519 1,1.295-2.516-3,-10.624-0.181 1,0.335-1.533 2,6.017-3.348 1,0.211-2.239-1,0.292-2.391 1,0.336-2.386 1,-0.214-3.119 2,-0.595-3.494-3,9.449-10.855-1,-2.908-3.078 0,-12.750 6.254 0,-2.454-1.481 1,-2.602-1.731 0,-2.585-1.827 3,-5.746 3.914 0,-1.664-0.432 2,0.911-5.347 2,-2.616-0.232-4,-4.728 5.122-1,-1.896 0.307 0,-0.395-3.696 4,-2.527 1.830 0,-2.379 2.233-3,-2.162-0.224 1,-2.093 0.676 3,-1.945 1.285-1,-1.749 1.658 1,-4.250-6.117 1,-2.810 5.084-1,-2.465 1.414-4,1.501 10.805-3,-1.114 0.885 5,-4.736-4.212 3,-2.241 2.048-3,-2.060 2.127-5,-1.833 2.084 2,-9.230-1.767 4,-0.663 4.138-5,-2.804 4.307 1,-0.368 4.152 0,-2.976 3.558 3,5.638 2.303-5,-2.370 1.863-1,-8.376 2.914-2,-4.093 2.405-2,-3.702 2.472-1,-3.249 2.403 2,-9.790 3.715-2,-2.372 1.167-2,12.549-3.429 1,-1.784 0.504 3,-10.079 2.466 0,-2.410 0.015 1,-2.087 0.049 1,-1.759 0.070 1,18.088-4.758 1,-35.003 8.395-3,12.207-3.284-1,13.931-3.576 3,13.699-3.426 1,12.314-3.025 1,10.363-2.509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1-01T11:18:5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3623.219 2610.000 767,'-8.561'-6.243'0,"1.966"1.459"0,-1.910-0.930 0,-1.808-0.676 0,-1.649-0.463-16,-0.893-0.006 12,-0.313 0.319 0,1.301 1.227 2,-0.479 0.498-1,-4.100-0.472 0,-0.122 0.926 1,1.426 1.185 5,-0.713 0.648-3,-1.174 0.581-1,-1.447 0.505 1,-1.856 0.710 0,-2.060 0.823-2,-1.825 0.865-1,-1.572 0.854 0,-1.600 1.371-1,-1.545 1.674 0,-1.433 1.529-1,-1.286 1.353 2,-0.837 1.447 0,-0.479 1.446 0,-0.484 1.660-1,-0.464 1.734 1,-0.429 1.422 0,-0.383 1.133 2,0.233 1.156 0,0.660 1.119-1,0.369 1.039 0,0.143 0.933 0,4.147-1.763 1,-0.260 1.023 1,-8.408 7.595 2,0.828 1.393-3,5.452-2.725 0,1.593 0.249-1,1.698 0.621 0,1.693 0.856 1,1.610 1.266 0,1.475 1.498 5,1.592 1.593 2,1.600 1.585-6,1.814 1.505 0,1.880 1.377-1,-0.107 6.873-1,1.613 2.139 0,4.562-9.468 1,1.281 0.749 0,1.509 1.600 1,1.625 2.179-3,1.340 15.176-2,3.091 2.219 5,3.051-5.788 1,3.105 0.281-7,3.132-0.312-1,3.003-0.719 3,2.770-1.258 0,2.474-1.582 3,4.696 3.208 3,2.043-3.653 0,-6.873-18.087-1,0.731-1.825 0,13.104 14.328 2,0.968-4.882 2,-11.833-17.045 0,0.748-1.663 0,11.661 5.951 4,1.255-3.674-5,-2.467-5.387-3,1.373-2.890 2,2.899-2.687 1,3.848-2.417-5,4.625-3.524 0,4.961-4.146 1,5.249-4.394-6,5.207-4.363-3,14.926-6.971-3,7.277-5.624 0,-4.568-1.416 0,3.771-3.302 1,-7.276 1.438 0,2.845-1.305-1,13.635-4.832-2,1.578-0.572 4,0.831-0.089 5,0.259 0.259-1,9.780-3.197 1,-3.555 1.006 2,-24.698 8.009 2,-2.942 0.572 1,5.513-2.323 2,-5.041 1.490 2,-5.208 1.109 6,-5.083 0.785 1,-5.319 1.084 2,-5.236 1.245 0,-5.213 1.018 1,-4.952 0.809-3,6.189-5.404 1,-7.629 2.135 6,-19.609 11.082-9,7.540-5.873 1,-7.181 3.727-2,-6.005 3.445-3,-7.517 5.670-2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0:18:5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7079.219 7830.000 767,'8.598'1.074'0,"-1.738"5.827"-5,-2.753-0.231 0,2.271 5.136 3,2.030 4.402-2,1.897 4.915-2,1.713 5.049-1,2.350 4.906-2,2.693 4.573 0,2.527 3.556-1,2.290 2.663 0,5.282 7.999-1,1.892 1.759 0,-6.082-11.318 3,0.101-0.039 2,3.721 5.513 2,0.454-0.632 0,3.621 3.455 1,-0.264-3.306 4,-3.853-8.650 4,-0.452-4.021-3,-3.184-7.230-2,0.542-3.059 2,7.808 1.628 7,0.622-4.287 6,-2.201-5.687-6,2.108-3.435-6,2.538-4.073-1,2.725-4.338-1,4.142-5.451-3,4.958-5.988-2,5.303-6.371-1,5.300-6.342-3,-2.822-2.512 0,4.726-5.648-4,26.665-19.530-5,9.070-10.139-1,-4.752-0.754 1,5.238-7.223-1,6.318-7.319-1,6.788-7.043-4,-7.665 4.635 1,6.816-6.183 7,43.790-35.517-2,10.949-9.674-6,-9.903 7.313 1,8.497-7.178-1,7.525-6.394-1,6.480-5.534-5,-18.328 13.802 4,3.261-4.098 7,47.272-42.555-1,-4.054-0.987 2,-30.304 22.850 5,-9.701 5.368 4,5.479-9.377 3,-16.517 10.660 6,-44.230 39.875 6,-10.002 7.563 4,1.264-3.650 36,-11.983 10.403-3,-11.494 10.275-4,-10.604 9.699 5,-22.148 23.481-8,16.379-20.567 12,-17.304 18.060-12,-14.170 15.372-6,-21.312 26.668-24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0:19:0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7547.219 7830.000 767,'6.644'6.407'0,"-2.142"2.968"-7,2.921 7.546 2,2.222 5.813-2,8.142 20.920-5,2.581 7.915-5,4.570 9.221 0,0.177-2.420 2,2.097 1.498 0,-5.089-13.120 6,1.001 0.183 1,15.675 26.182 4,0.703-3.690-2,-0.847-9.731 2,6.289 0.141 7,1.201-6.713-1,-20.550-26.600 1,1.085-2.469 6,17.242 6.234 3,3.598-5.720-15,-13.633-11.035 2,3.218-3.067 5,21.324-3.544 3,9.845-7.595-13,12.275-9.899-3,13.426-11.074-2,14.745-12.803-9,14.989-13.430-7,33.401-22.746-8,14.564-14.633-2,-30.378 10.843 6,8.726-8.571 1,56.872-37.592-13,9.297-10.422 7,-19.347 7.811 5,3.948-6.348 9,2.113-5.484 0,0.709-4.610-1,26.471-22.585-3,-0.509-3.097 19,-52.581 36.023 3,-0.629-1.281 3,98.875-77.108 0,-10.706 5.237 1,-72.199 53.985 2,-3.163 1.598 4,-5.229 3.535-1,11.604-10.118-3,-15.068 10.487 20,-69.472 54.593 1,59.436-48.581 0,-36.570 28.466-35,-34.113 26.941 25,-29.536 23.577 23,-24.105 19.416-11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24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1871.219 1506.000 767,'6.428'0.000'0,"2.196"-0.216"-4,1.553-1.214 2,-2.843 0.426 0,3.320-0.254-1,2.247-0.019 0,4.657-0.101-3,2.800 0.122 2,-0.312 0.264 0,1.858 0.135 0,4.895 0.066-1,1.649 0.164 1,-8.628 0.275 0,1.258 0.061 2,10.048 0.002-2,2.947 0.084 1,2.472 0.069 0,2.017 0.056-1,1.033 0.043 1,0.283 0.033-3,-0.264 0.023-1,-0.641 0.016 2,-1.162 0.010 3,-1.478 0.005 0,2.116 0.007 5,-2.859-0.003 0,-6.310-0.010-1,-2.209-0.005 2,-2.283-0.005 1,-2.228-0.005 1,-1.801-0.005 0,-1.412-0.005 0,-3.670-0.006-2,-1.285-0.003 2,0.688-0.002-2,-1.119-0.003-2,-1.172-0.002-1,-1.154-0.002 3,-0.804 0.281 1,-0.518 0.470-5,-0.572 0.299 1,-0.583 0.163 3,-0.281 0.059-3,-0.053-0.018-1,0.395-0.072 0,0.695-0.107 2,0.876-0.127-2,0.964-0.135-1,0.698-0.135 0,0.476-0.128-1,2.347-0.079 0,0.657-0.128 0,-1.321-0.123 0,0.479-0.071 1,-1.952-0.063 1,-0.307-0.036-1,1.493-0.030-1,-0.351-0.028 1,-0.625-0.020 1,-0.791-0.013 0,0.823-0.014 3,-0.586-0.003-1,-3.111 0.013-2,-0.117 0.002 2,2.375-0.007 1,-0.595 0.006-3,-1.547 0.010 0,-0.101 0.005 0,-0.245 0.005 1,-0.337 0.004 0,-1.002 0.005 0,0.459 0.003-1,1.834 0.002 0,0.510 0.002 1,1.888 0.002-2,0.307 0.002 0,0.141 0.001-1,0.021 0.001 1,-4.610-0.000 0,-0.217 0.000 0,5.658 0.001 1,-1.406 0.000 0,-1.595-0.000 0,-2.738-0.001 2,-0.819-0.000 1,-1.348-0.000-3,5.193 0.000 4,-0.386-0.001 1,-4.962-0.001-5,0.312-0.000 0,0.206 0.000-1,-0.295-0.000 0,0.816 0.000 0,2.967 0.000-1,0.398 0.000 3,-1.885 0.000-1,0.666-0.000-2,3.983 0.000 0,1.197 0.000 0,-1.074 0.000 2,0.312 0.000-2,-1.378 0.000 0,0.452 0.000 1,2.507 0.000-2,0.623 0.000 2,0.262 0.000 2,-0.007 0.000-2,1.762 0.000 0,-0.519 0.000-1,-4.042 0.000 1,0.029 0.000 1,1.587 0.000 1,-0.646 0.000 0,1.424 0.000 1,-0.105 0.000-3,-1.675 0.000 1,0.233 0.000 3,0.065 0.000-2,-0.058 0.000-2,-1.662 0.000 1,0.279 0.000-1,2.061 0.000 1,0.035 0.000 0,1.719 0.000 0,-0.368 0.000-1,-1.915 0.000 1,0.094 0.000-1,-1.618 0.000 2,0.324 0.000-1,1.854 0.000 1,-0.435 0.000-1,-0.428 0.000-1,-0.404 0.000 1,0.889 0.000-1,-1.067 0.000 0,-1.860 0.000 5,0.044 0.000-3,-1.427 0.000 0,0.088 0.000 2,3.167 0.000-2,0.049 0.000-2,-3.053 0.000 0,0.026 0.000 1,1.883 0.000 0,0.531 0.000-1,1.684 0.000 1,-0.473 0.000 0,-1.364 0.000 0,0.678 0.000-1,0.413 0.000-1,0.204 0.000 4,0.046 0.000-2,-0.068 0.000-2,-1.872 0.000 1,-0.091 0.000 0,1.919 0.000 1,0.321 0.000 1,-0.166 0.000-1,-0.503 0.000 1,1.514 0.000 0,0.034 0.000-3,-3.705 0.000 1,-0.438 0.000 2,1.482 0.000 2,0.183 0.000-4,2.430 0.000 0,1.090 0.000 6,-2.892 0.000-6,0.925 0.000-1,6.168 0.000 0,1.974 0.000-1,-3.910 0.000 0,1.221 0.000 1,3.933 0.000 0,0.522 0.000-2,3.842 0.000 0,0.667 0.000 1,-6.281 0.000 1,0.132 0.000 1,9.983 0.000 2,-0.434 0.000-3,-13.166 0.000 1,-0.114 0.000 1,8.814 0.000 1,-1.346 0.000-1,-4.034 0.000 0,-0.993 0.000 1,-0.579 0.000 1,-0.257 0.000 1,-0.016 0.000 0,0.157 0.000 0,-2.799 0.000-1,-0.377 0.000-3,2.430 0.000 1,0.154 0.000-1,0.298 0.000 0,0.387 0.000 2,0.149 0.000 2,-0.028 0.000-5,-0.152 0.000 1,-0.233 0.000 0,2.556 0.000 0,0.063 0.000 1,-5.493 0.000 1,-0.479 0.000 0,4.340 0.000-1,-0.566 0.000 0,-2.752 0.000-1,-0.315 0.000 3,-2.169 0.000 2,0.342 0.000-4,2.427 0.000-1,-0.195 0.000 2,2.086 0.000 0,-0.261 0.000-3,-2.457 0.000 1,-0.146 0.000 1,1.722 0.000 2,-0.731 0.000-2,-4.401 0.000 0,-0.090 0.000 0,2.091 0.000 1,0.169 0.000 1,-2.079 0.000-1,-0.119 0.000-1,2.353 0.000 1,0.616 0.000-2,2.378 0.000 0,-0.260 0.000 2,-0.954 0.000-1,-1.367 0.000-2,-4.231 0.000 0,-0.186 0.000 1,1.281 0.000 3,-0.699 0.000 2,-0.540 0.000 0,-0.401 0.000-4,-1.711 0.000 0,-0.099 0.000 0,1.157 0.000 4,-0.458 0.000-4,1.012 0.000 0,-0.224 0.000 0,-1.112 0.283 0,0.481 0.471 2,-0.176 0.582-1,-0.636 0.635-2,-0.650 0.359 1,-0.629 0.146-1,-1.346-0.319 0,-0.013-0.085 0,1.275 0.115 2,0.290-0.232 5,0.625-0.257-6,0.834-0.263-1,2.516-0.143 1,1.101-0.295-2,-1.093-0.315 1,0.293-0.178-1,-1.132-0.178 0,0.830-0.098 0,5.058-0.070 0,0.882-0.100 2,-4.122-0.056 0,-0.025-0.032-2,2.532-0.034 0,0.599-0.018 0,0.708-0.009 0,0.753-0.002 3,2.667-0.008 0,-0.448 0.009-3,-4.921 0.028 0,0.186 0.008 1,2.654 0.002-1,0.088 0.010 2,2.441 0.006 3,-0.262 0.010-3,-3.037 0.010-1,-0.754 0.006 1,-2.892 0.006 0,-0.587 0.003 0,1.108 0.003 0,-1.155 0.002 1,0.626 0.002 3,-0.998 0.001-1,-3.641-0.000-2,-0.312 0.000 2,0.958 0.001 0,-0.604-0.000-2,0.863 0.000 0,-0.279-0.000 0,-2.785-0.001-1,-0.312-0.000 2,1.035-0.000-1,0.051-0.000-2,1.360-0.000 1,0.233-0.000 3,-1.013-0.000-3,0.236-0.000-1,-1.047-0.000 0,0.261-0.000 0,1.419-0.000 1,-0.143 0.000-1,1.271-0.000 1,-0.011 0.000-1,-2.603 0.000 1,0.107 0.000 0,2.580 0.000 1,-0.388 0.000-1,-0.586 0.000-1,-0.685 0.000 1,-1.691 0.000 0,-0.516 0.000 0,3.264 0.000-1,-3.834 0.000 1,0.242 0.000 4,0.895 0.000 1,-0.368 0.000-4,-0.556 0.000-2,-0.650 0.000 0,3.067 0.000 0,-3.871 0.000 1,-0.125 0.000 0,3.250 0.000 4,2.605 0.000-3,-0.181 0.000-1,-3.382 0.000-1,0.656 0.000 0,-0.502 0.000-1,0.518 0.000 2,0.511 0.000-1,0.482 0.000 0,-0.910 0.000 0,0.357 0.000 0,1.534 0.000 0,-0.100 0.000 0,-0.017 0.000 0,0.043 0.000 0,1.107 0.000 1,-0.527 0.000 0,-1.530 0.000 1,-0.085 0.000-1,-0.983 0.000 0,0.515 0.000 1,3.473 0.000 0,0.486 0.000-1,-1.002 0.000-1,0.608 0.000 0,-0.887 0.000-1,0.978 0.000 1,3.333 0.000 0,1.408 0.000-1,1.013 0.000 1,0.685 0.000-2,0.417 0.000 1,0.209 0.000-1,0.332 0.000 0,0.405 0.000 1,2.442 0.000 2,-0.782 0.000 0,-3.129 0.000 0,-0.513 0.000-1,-2.667 0.000 1,-0.167 0.000 0,3.773 0.000 4,-1.366 0.000-3,-4.885 0.000 0,-0.647 0.000 0,0.885 0.000-1,-1.048 0.000 0,0.246 0.000 6,-1.326 0.000-4,-2.269 0.000 0,-0.853 0.000 0,-1.623 0.000 0,-0.449 0.000 1,1.621 0.000-1,0.082 0.000 1,-1.857 0.000-2,-0.044 0.000 0,1.718 0.000-2,-0.165 0.000 0,-0.220 0.000 0,-0.244 0.000 1,4.495 0.000 0,-1.969 0.000-1,0.238 0.000 0,-0.030 0.000 2,-2.723 0.000-1,-0.208 0.000 0,-0.203 0.000-1,-0.188 0.000 0,5.522 0.000 2,-3.875 0.000 2,0.080 0.000-2,-1.018 0.000-2,-0.122 0.000 0,-0.150 0.000 0,-0.164 0.000 1,-0.789 0.000 0,0.275 0.000 0,2.888 0.000 1,1.206 0.000 0,-2.032 0.000-2,0.151 0.000 0,1.832 0.000 0,0.767 0.000-1,2.863 0.000-1,1.563 0.000 3,-2.781 0.000 0,0.720 0.000-2,2.863 0.000-1,0.713 0.000 1,0.825 0.000-1,0.866 0.000 1,1.136 0.000 1,1.277 0.000 0,5.052 0.000-2,2.537 0.000 1,-5.360 0.000 0,1.035 0.000-1,8.639 0.000-1,0.886 0.000-1,-7.379 0.000 1,0.274 0.000 2,7.888 0.000 1,-0.546 0.000 0,-4.039 0.000-1,0.112 0.000 3,-0.509 0.000 0,-0.926 0.000 0,-4.316 0.000-1,-0.539 0.000 0,8.644-0.442 0,-2.635-0.692 2,-13.166 0.324 2,-0.987-0.080-3,4.063-0.366 1,-1.013 0.010 0,-1.056 0.066 2,-1.035 0.102 4,-0.690 0.124-3,-0.411 0.133-6,1.741 0.066 2,-0.144 0.159 2,-3.495 0.219-3,0.871 0.078 0,6.228 0.029 0,1.868 0.094-1,-4.085 0.084-1,1.163 0.037 0,4.469 0.031-1,1.401 0.029-1,5.462 0.026 0,2.136 0.015 1,-2.183 0.001 1,1.601 0.002-2,-3.350-0.007 1,0.589-0.002 0,14.699 0.011-2,0.921-0.007 2,-18.521-0.020 1,-0.089-0.003 1,14.315 0.004 2,0.521-0.006-4,-9.341-0.007 0,0.117-0.003 5,5.233-0.002 3,0.578-0.002-8,1.137-0.002-1,1.481-0.001 5,12.453-0.002 0,0.957-0.001-5,-16.329 0.000 2,0.396-0.000-2,1.064 0.000 1,1.526 0.000 1,14.442-0.000 0,1.686 0.000 3,-5.924 0.000 0,0.161 0.000-6,-6.285 0.000 0,0.440 0.000 1,13.763 0.000 0,-0.233 0.000 5,-7.253 0.000 2,-0.661 0.000-4,-0.916 0.000 0,-1.053 0.000 1,-1.101 0.000-1,-1.083 0.000 4,-1.020 0.000 0,-0.927 0.000 0,-6.291 0.000-1,-0.360 0.000 1,4.764 0.000-1,-1.175 0.000 0,-1.132 0.000-1,-1.048-0.000 1,4.181 0.000-1,-0.695 0.000 2,-5.853 0.000 0,-1.083 0.000-1,-5.192 0.000-1,-0.295 0.000-1,4.391 0.000-1,-0.021 0.000 4,4.451 0.000 2,-0.229 0.000-5,-4.997 0.000 1,-0.637 0.000-3,3.443 0.000 1,-1.004 0.000 1,-8.767 0.000 0,-0.403 0.000 2,3.356 0.000 1,-0.711 0.000-2,-4.141 0.000 1,-0.142 0.000-1,3.174 0.000 1,-0.872 0.000-1,2.836 0.000 1,-0.505 0.000-2,-7.185 0.000 0,-0.297 0.000 2,6.239 0.000 1,-0.510 0.000-4,-6.733 0.000 1,-0.204 0.000 1,3.290 0.000 1,0.374 0.000-2,2.709 0.000 0,-1.267 0.000 2,-6.571 0.000-1,-0.327 0.000-3,5.524 0.000 0,-0.191 0.000 4,-0.917 0.000 3,-1.354 0.000-4,-8.188 0.000-1,-0.337 0.000 0,7.191 0.000-1,0.128 0.000 3,-4.915 0.000 3,-0.020 0.000-3,2.438 0.000-1,-0.032 0.000-4,2.300 0.358 1,-0.278 0.578 3,-2.943 0.161 0,-0.713 0.137-2,-0.771 0.039 1,-0.774-0.032 0,-0.459-0.081 0,-0.213-0.113 3,-1.941-0.230 0,0.149-0.104-1,2.294-0.033-1,0.354-0.128-1,0.335-0.117 0,0.307-0.104-1,2.453-0.072 0,0.154-0.092 0,-2.433-0.076 0,-0.429-0.045 0,-0.240-0.034 1,-0.094-0.025-1,-0.268-0.017 1,-0.380-0.011 1,-0.724-0.006 2,-0.936-0.002-3,-2.326 0.007-1,-0.421 0.002 1,1.228-0.002 2,-0.288 0.005 0,-0.495 0.005 2,-0.619 0.005-3,0.521 0.003 0,-0.913 0.006-1,-2.908 0.007-1,-0.468 0.003 2,3.061 0.001 2,-0.659 0.004-1,-0.546 0.003 1,-2.396 0.001-2,-0.573 0.001-2,4.499 0.002 0,-2.840-0.000 1,2.232 0.000 4,0.872-0.000-1,-3.509-0.001-3,-1.338-0.001-1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2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13559.219 882.000 767,'0.000'6.112'0,"0.000"0.724"-4,-3.803 4.074 2,0.119-4.112 0,0.296-1.135 0,-0.486 0.293 0,-1.411 1.422 1,-0.927 0.625-1,-0.933 0.633-1,-0.894 0.609 1,-2.045 1.869 2,-0.818 0.535-3,2.048-2.357 1,-0.393 0.271 0,-3.293 2.497 0,-0.407-0.879 1,0.982-1.673-1,-0.609-0.189 2,-0.406-0.008-1,-0.244 0.121 2,-0.398-0.076 0,-0.489-0.212-2,1.789-1.372 0,0.247-0.235 0,-1.479 0.774 1,0.248-0.324 0,-1.362 0.230-1,0.362-1.010 1,2.175-1.397 4,0.706-0.415-3,0.758-0.267-1,0.760-0.149 1,1.577-0.667 0,0.121 0.028 2,-3.737 2.293 0,1.013-0.208-1,1.204-0.331-2,2.271-1.461-1,0.595-0.620 1,0.786-0.651 0,0.284-0.316 1,0.188-0.222 3,0.108-0.145-1,-1.655 1.317-3,1.696 0.036-1,-2.384 3.137 2,3.517-2.128 1,1.414 0.252-1,-1.414-0.678-2,-0.601-0.490 0,-0.041 0.814 4,1.386 0.306 0,0.099 1.203-5,-2.125 3.297 0,0.616-3.389 0,-1.822 0.646 0,2.326-2.519 4,-0.353 0.420-2,-2.158 1.988-2,-0.342-0.073 0,-1.146 1.096-1,-0.007 0.408 1,1.758-1.766 1,-0.286 0.042 1,-2.299 1.902 0,-0.001-0.138 0,0.854-0.993-1,0.524-0.759 1,0.626-0.878 0,0.665-0.915 0,1.510-1.455 0,-5.806 2.179 2,0.481-2.251 3,2.063-2.071 0,1.776-1.103-6,-2.758 0.748 2,-1.047 1.961 2,-0.521 1.630-5,2.802-0.614 0,-0.368 0.392 1,-0.099 0.191 0,0.089 0.044-1,-0.832 0.542 0,1.353-0.636 1,1.545-0.763-1,-2.006 1.343 1,14.249-2.609 12,1.511-0.761-10,2.452 0.794-2,4.202 1.062-1,3.429 0.868 0,-3.682-0.959-1,1.734 0.345-1,4.866 0.973-1,2.637 0.380 0,2.210 0.598-1,1.803 0.725 2,1.146 1.065 0,0.622 1.256 0,-3.420-0.499-1,0.080 0.360 1,7.267 3.095 1,-0.504 0.461 1,-4.788-1.670 1,-1.590-0.723 2,-1.498-0.690 0,-1.361-0.634 0,-3.997-1.481-1,-1.099-0.356 0,5.518 2.135 13,-3.574-1.238-10,-3.630-1.279 0,-3.378-1.204 0,-2.952-1.061 0,-2.452-0.888-2,1.971 1.060 0,-2.621-0.658 0,-0.258-1.032 9,1.813 0.996 9,-2.160-0.708-21,0.061 0.494 1,-0.314 0.029 0,3.539 2.254-1,-3.529-1.838 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3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2663.219 1578.000 767,'8.779'1.576'0,"3.560"2.460"-7,-6.050-1.672 6,0.290 0.074-1,0.462 0.221-1,0.563 0.315 1,0.842 0.440 1,0.124 0.154 1,-0.050 0.077 0,-0.169 0.019-1,-1.638-0.770 0,-0.149-0.197 0,3.301 1.181-1,-0.241-0.133 1,-0.285-0.061 3,-1.582-0.678 3,-0.685-0.380-6,-0.721-0.425 0,4.624 1.002 0,-1.715-1.448 5,-0.679 0.639-1,-0.454 2.293-1,0.863 4.247-2,-5.123-3.403-2,-0.782 0.088 0,0.026 1.940 2,-0.725 2.912 0,-1.407-1.103 2,-0.828-1.290-1,-0.415-1.554-2,-0.273 0.610 2,0.169 0.300 0,0.206 0.784 1,0.130-1.738-2,0.071-0.155-1,-2.130 1.443 2,-2.753-2.046 1,-4.310 1.346-6,2.846-2.979 3,-0.804 0.354-1,-0.520 0.325 0,-2.041 1.321 0,-1.231 0.842-1,1.880-1.230 1,-0.514 0.243 2,-3.865 2.003-1,-1.045 0.089-2,2.872-2.040 1,-0.269-0.406 1,-2.245 0.704 0,-0.578 0.201 0,-0.569 0.120-1,-0.535 0.056 2,-2.586 0.845 1,-0.395-0.083-3,1.908-0.656 0,-0.179 0.367 1,2.211-0.518 0,0.164 0.475 1,-4.182 2.551-1,0.051 0.134 1,4.222-2.257-1,-0.088-0.116 2,-2.053 1.162-1,0.249 0.234 0,-1.208 0.787-1,1.268-0.785 2,4.535-2.381-1,0.879-0.332 0,-0.957 0.617 0,1.443-0.836 0,1.399-0.893 6,1.295-0.885-2,0.274-0.352-1,1.803-1.063 0,-1.236 0.234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3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3683.219 1554.000 767,'-7.104'0.000'0,"0.634"0.283"-4,-2.765 1.807 1,2.668-0.119 1,-1.249 0.924 0,-1.087 1.087 1,0.409 0.168-1,-0.653 0.565-1,-3.233 2.122 0,-0.039 0.474 0,2.759-1.478 2,-0.085 0.116-1,-1.299 0.682 1,0.304-0.432 0,-0.175-0.289 1,0.606-0.784 1,0.650-0.817-1,0.646-0.796 1,-0.837-0.227 1,0.677-0.607-1,0.578-0.409-1,0.473-0.252 1,0.371-0.133-1,-0.625 0.722 0,2.839 0.097 1,0.302 0.607-1,-4.837 2.884 8,1.921-2.040-6,-1.022 0.013-4,-0.866-0.006 1,2.117-0.956 1,-0.472 0.192-2,-0.223 0.259 0,-0.035 0.295 0,0.941-0.259 0,-0.260 0.259 3,-1.582 0.914-1,-0.431 0.302 1,-1.399 0.968-1,0.219 0.209-1,1.884-0.609 0,0.895 0.081 0,1.406-0.677 0,0.086 0.069 0,-1.334 1.075 2,0.218-0.203 1,0.258-0.305 1,0.272-0.359-3,-0.078-0.034-1,0.681-0.507 1,0.734-0.493-1,0.725-0.453 0,-4.497 3.040 3,-0.744-2.128 2,-0.094-0.792-2,5.202-1.671-2,-3.337 1.879 2,3.350-1.054-1,1.647 1.585 0,5.124 1.526-1,4.133 0.196 2,0.676 1.461 1,-1.117-0.543-6,1.007 1.401 0,0.448-0.083 0,1.335 0.793 0,1.153 0.115 1,0.969-0.373-1,-0.407-1.265 1,0.925 0.065 0,2.460 1.403-1,0.660 0.296 1,2.191 1.263 3,0.124-0.273-3,-3.594-2.676 1,-0.071-0.288-1,1.374 0.749 1,-0.608-0.381 0,0.652 0.191 2,-1.098-1.060 1,-1.990-1.439-1,-0.359-0.440 1,2.264 0.761 2,-0.192-0.541 1,-0.135-0.468-5,0.031-0.429 0,-1.150-0.874-1,-1.288-0.863 0,-1.565-0.877 0,-0.768-0.598 2,3.776 0.720 7,-2.897-0.538-4,-0.010-0.020-4,-0.365-0.119-1,-0.581-0.178 0,-0.688-0.206-1,4.880 1.441 1,-3.848-0.549 1,0.064 0.001 1,-0.226-0.153 0,-0.394-0.240 0,-0.473-0.278-1,3.370 0.314 0,-3.918-0.642 1,3.354 2.028 0,-3.491 0.402 2,-1.122 0.310-2,1.111-1.648 0,1.152-2.445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33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5075.219 2082.000 767,'0.000'6.533'0,"0.000"-0.151"-4,0.000 0.031 3,7.367-4.139 2,1.662-4.113-2,-2.620 0.722-1,1.321-0.275 0,1.424-0.413-1,2.598-0.490 0,0.997-0.042 1,-1.202 0.347-1,-0.109 0.156 2,-1.036 0.164-1,0.785-0.205 0,2.404-0.663 1,0.499-0.444 2,2.086-0.595-1,-0.030 0.063-2,-3.966 0.933 0,-0.506 0.207 0,3.087-0.638 2,0.025-0.151 0,-2.043 0.137 0,-0.603-0.293 4,-2.068 0.375-2,-0.559 0.076-3,2.176-0.912 0,-0.348-0.195 1,-3.072 0.730 2,-0.711-0.214 1,1.417-1.300-1,-1.241 0.273-3,-1.131 0.478 1,-0.984 0.581 1,3.431-1.559 4,-1.405 1.984-3,-1.770 1.627 2,0.875 1.234-3,-0.319 1.064-1,0.524-1.089 1,0.184-1.034 0,-1.994-2.385-2,-1.040-0.904 0,3.948 0.588 0,1.913-0.538 0,0.797-0.499 0,-5.221 2.262 0,-0.271-0.291 1,0.959-1.135-1,-0.696-0.005 0,-0.715 0.162 1,2.888-3.139 2,-2.067 1.147-3,-1.656 0.137 0,-7.211 0.314 4,-1.521 1.500-1,-0.588 0.198 0,-0.810 1.125-3,-4.254-0.905 0,-3.709-0.862-1,2.279 0.784-1,-2.333-0.708-1,-7.876-2.575-1,-3.063-1.203-2,3.932 1.175 2,-1.766-0.655 1,-5.618-2.216-2,-2.018-1.189 0,-1.975-0.894 1,-1.852-0.640 0,-1.111-0.430 2,-0.532-0.260-2,4.434 1.558 1,0.004-0.084 1,-7.855-3.479-1,2.432 0.114 2,6.875 2.172 3,3.104 0.677 0,5.833 2.131 0,2.383 0.596 0,-4.833-3.630 5,5.860 2.346 4,5.133 2.365 5,4.232 2.163-7,3.306 1.845-4,1.484-0.354-1,9.998 3.836-2,-4.631-4.943 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36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5855.219 2130.000 767,'7.232'0.000'0,"-0.070"0.000"0,-0.750 0.000 0,5.694-0.804-9,0.547-0.767 7,4.388-1.132-2,7.573-1.197-2,4.716-0.348-1,-3.482 0.955 0,3.502 0.127 0,15.261-0.559-3,6.281 0.456 0,-8.196 1.031 2,3.170 0.308 1,10.880 0.117-2,3.801 0.365-1,3.246 0.328-1,2.698 0.286 3,1.897 0.243 3,1.238 0.201-2,9.246 0.156-2,-0.759 0.152 4,-9.939 0.094 1,-1.282 0.060 3,-1.520 0.040 1,-1.619 0.023 2,-2.460 0.010 1,-2.944 0.000 1,-9.055-0.023 1,-1.148-0.008-2,11.970 0.015 2,-2.288-0.019 4,-8.959-0.027 0,-2.693-0.015-8,-8.257-0.019 1,-2.578-0.010-1,6.592-0.003 1,-3.082-0.012 4,-6.097-0.010 3,-1.115-0.006 4,-4.622-0.005-6,-0.392-0.003-5,3.298-0.003-1,-0.639-0.002 0,2.411-0.002 0,-1.662-0.001 0,-4.509 0.001-1,-0.907 0.000 1,-0.674 0.000 0,-0.478 0.000 3,-3.392 0.001-1,-0.417 0.000-1,5.002-0.000 0,-0.813 0.001-2,-5.627 0.001 0,-0.036 0.000 1,5.498 0.000 1,0.223 0.000-1,-5.434 0.000 0,-0.108 0.000-1,9.004-0.442-1,1.360-0.692-1,-8.795 0.164 2,-0.419-0.097 2,-0.151-0.250-2,0.055-0.356-3,5.173-0.819-1,-1.005-0.082 3,-5.854 0.631 7,-0.449 0.115-5,2.065-0.063-2,-0.352 0.230 1,2.356 0.099 3,0.146 0.300 0,-5.062 0.449-2,-0.371 0.155-1,4.245 0.043-1,-0.371 0.193 0,-4.652 0.188 1,-0.068 0.079 0,1.674 0.062 4,-0.870 0.064-4,-0.810 0.047 0,-0.728 0.033 0,1.007 0.033 0,-0.751 0.013 2,-3.899-0.020 2,-0.641-0.001-3,2.230 0.015 0,-0.489-0.010 0,-1.868-0.018 0,-0.577-0.009 3,-1.195-0.014-3,0.344-0.007-1,1.729-0.003-1,0.429-0.007 4,3.908-0.003-4,-0.373-0.009-1,-0.762-0.006 1,-1.818-0.004 0,-1.045-0.002 0,-3.279-0.000 1,0.333-0.000 0,0.401-0.000 1,0.438-0.000 6,1.818-0.000-8,0.492 0.000 0,0.402 0.000 0,0.318 0.000-1,0.526 0.000 1,0.649 0.000 0,0.424 0.000 0,0.244 0.000 0,2.174 0.000 1,0.471 0.000-2,-3.541 0.000 1,0.012 0.000 0,1.782 0.000 2,-0.124 0.000-2,1.535 0.000-1,-0.394 0.000 3,-3.922 0.000 0,-0.571 0.000-1,1.052 0.000 0,-0.359 0.000 1,1.150 0.000-1,-0.247 0.000 4,-1.827-0.000-2,-0.532 0.000-2,-0.574 0.000 0,-0.577 0.000 0,-1.546 0.000 0,-0.368 0.000 0,3.145 0.000 3,-0.531 0.000-1,-0.470 0.000 0,-2.619 0.000-1,-0.252 0.000-2,0.545 0.000 0,-0.221 0.000 0,0.802 0.000 3,-0.559 0.000 1,-0.588 0.000-3,2.640 0.000 0,1.467 0.000 1,-3.178 0.000 0,-0.528 0.000 0,-0.434 0.000-2,-0.123 0.000 3,5.937 0.000 1,-3.798 0.000-6,2.135 0.000 0,1.875 0.000 0,1.604 0.000 0,-0.503 0.000 0,1.308 0.000 0,6.378 0.000-2,1.639 0.000 1,-4.122 0.000 2,1.107 0.000-1,7.262 0.358 0,0.920 0.578-1,-6.617-0.005 2,-0.862 0.118 0,1.962 0.216 0,-0.888-0.013 1,-1.081-0.068 0,-1.166-0.104-1,3.031 0.113 14,-3.302-0.227-11,-3.388-0.219 0,-3.171-0.196 2,-2.782-0.167-1,-2.359-0.131 2,0.954-0.046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3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10115.219 2094.000 767,'7.050'0.000'0,"1.087"0.000"0,-1.604 0.000 0,-0.012 0.000 0,0.538-1.036-5,0.979-0.549-1,3.400-0.761 4,1.419-0.036 1,2.724-0.099-1,0.490 0.346-2,2.760 0.104-1,6.478-0.093-1,3.483 0.240 0,3.103 0.260 0,2.686 0.262 0,2.261 0.250-1,1.854 0.231 0,1.193 0.206 1,0.666 0.178 0,5.397 0.128 2,-0.372 0.151 0,-5.997 0.115 2,-1.115 0.070 1,-1.759 0.051 2,-2.134 0.035 0,-2.018 0.023 0,-1.840 0.013 2,-5.085-0.008 1,-0.990 0.000 0,2.522 0.008 5,-0.860-0.007-4,-1.003-0.009-2,-1.059-0.010-1,2.063-0.005 0,-0.792-0.012-1,-6.048-0.017-1,-0.120-0.006 3,5.300-0.002-1,-0.551-0.007-2,-3.258-0.006 1,-0.548-0.004-1,-2.917-0.003 0,-0.262-0.002 1,2.229-0.002-1,-0.216-0.001 2,2.129-0.001 0,-0.370-0.000-1,-4.896 0.001-1,-0.118 0.000 0,2.252-0.000 0,-0.017 0.000 0,2.241 0.000 1,-0.153 0.000 0,-1.863 0.000-1,0.820 0.000 0,-1.771 0.000-1,0.704 0.000 1,3.833 0.000 0,1.271 0.000-2,0.943 0.000-1,0.666 0.000 2,3.651 0.000-1,0.108 0.000-2,-6.683 0.000 2,-0.391 0.000 1,5.804 0.000 0,-0.422 0.000 1,-6.462 0.000 0,-0.455-0.000 2,2.597 0.000 2,-0.112 0.000-4,-0.570 0.000-1,-0.872 0.000 3,-0.761 0.000 1,-0.647 0.000-4,-0.535 0.000 0,-0.430 0.000 3,1.902 0.000 2,-0.438 0.000-3,-2.563 0.000 0,-0.213 0.000-1,-2.038 0.000 1,0.409 0.000-1,3.313 0.000 0,1.284 0.000 1,1.373 0.000-1,1.370 0.000-2,1.306 0.000 0,1.197 0.000-1,1.629 0.000-1,1.859 0.000 1,5.360 0.000 0,0.913 0.000 0,-7.225 0.000 1,0.963 0.000-2,5.416 0.000 0,0.979 0.000 2,5.343 0.000 2,0.336 0.000-2,-9.395 0.000 0,-0.258 0.000 0,4.171 0.000 0,-0.492 0.000 1,3.642 0.000 1,-1.029 0.000 2,-9.084 0.000 1,-0.475 0.000-2,3.647 0.000 0,-0.355 0.000 0,-0.038 0.000 1,0.188 0.000 0,3.310 0.000 0,-1.444 0.000-2,-8.155 0.000 0,-0.367 0.000-1,10.949-0.442-1,0.169-0.692 8,-11.639-0.052-4,-1.059-0.467-1,2.052-0.615 0,-1.268-0.163-3,-3.717 0.086 0,-0.393-0.295 0,2.384-0.823 11,-0.551-0.437-3,1.649-0.649-4,-1.423 0.162-2,-3.693 0.781 0,-1.183 0.379 0,-2.771 0.510 0,-0.334-0.039 2,1.309-0.302 2,-0.950 0.210 0,-0.228 0.001-1,0.296-0.148-3,0.091 0.036 0,-0.061 0.165 4,0.400 0.249-5,0.710 0.297 0,3.455-0.237-1,1.656-0.180 3,-3.832 0.398-2,0.846-0.280-1,5.792-1.279-1,-0.221-0.503 0,-5.267 0.696 0,0.160-0.284 1,5.765-1.595 1,0.362-0.351 1,-5.510 1.371 2,-0.095 0.213-3,2.556-0.201 1,-0.252 0.503-1,-0.043 0.545-1,0.106 0.550 3,5.621 0.104 2,0.004 0.732-3,-8.142 0.917 0,0.118 0.268 0,2.761 0.179-1,-0.110 0.247 1,0.042-0.086-1,0.148-0.320 2,-0.064-0.471-1,-0.213-0.556 1,-2.688-0.219-1,0.178-0.479-1,2.259-0.714 1,-1.019-0.093 0,1.826-0.662 1,-0.337-0.280-2,-5.274 1.000 1,-0.516 0.150-1,1.572-0.156 8,-0.737 0.367-7,-0.742 0.401-1,-0.710 0.406 2,-0.372 0.390 2,-0.113 0.361-1,0.359 0.322 0,0.679 0.280 0,0.026 0.237-1,-0.440 0.195-2,2.034 0.510 0,0.480 0.724-1,-4.187 0.071 0,-0.447 0.164 2,1.108 0.266 4,-0.942 0.012-5,1.098 0.102-1,-0.174-0.137 1,-4.707-0.527 5,0.261-0.082 0,5.855 0.539-2,0.780 0.396-3,0.619 0.525 0,0.474 0.582 0,-1.958-0.129-1,-0.175 0.003 0,-1.712-0.210 0,0.532 0.220 2,4.949 1.232-1,0.525 0.444 3,-4.010-0.724-2,0.577 0.266-2,3.252 0.915 0,0.870 0.313 1,2.834 0.616-1,-0.478-0.357 1,-2.726-0.758 0,0.048-0.049-1,-2.992-0.762 0,-0.761-0.281 1,4.182 0.807 5,-0.117-0.035-4,-4.665-0.907 0,-0.019 0.130 2,3.886 0.956 3,-1.218-0.300-6,-2.426-0.820-1,0.105-0.412 2,2.218-0.179 1,0.127-0.534 5,-5.945-0.802-7,0.452 0.074 1,7.912 1.148-1,1.177 0.470 0,-2.569-0.242 0,-0.721-0.061 0,-2.540-0.270 0,0.131 0.186-1,2.819 0.725-1,0.581 0.359 1,8.015 2.108 9,-0.483 0.417-8,-13.024-2.974 0,-0.727-0.162-1,6.082 1.481 0,-0.177-0.002 2,-6.709-1.685 0,-0.212-0.177 1,4.116 0.843 10,0.042 0.041-13,-0.188-0.145 0,-0.342-0.271 2,6.276 1.109 3,0.293 0.069-5,-10.369-1.976 2,0.097 0.135 1,6.695 1.750-1,0.277 0.394-2,-4.454-1.070 1,-0.219-0.142 1,2.605 0.485 1,0.961 0.076-1,-1.550-0.405-2,0.811 0.164 3,3.316 0.532 1,0.446-0.223-5,0.164-0.356 0,-0.045-0.434 0,2.789-0.169 1,0.066-0.593 1,-5.587-0.922 1,-0.172-0.314 1,5.398-0.073 0,0.085-0.397-1,-5.725-0.401-1,-0.522-0.165 2,2.317-0.127 1,0.034-0.138-2,5.345-0.137-2,0.104-0.099 7,-10.228 0.039-4,0.218-0.012-2,13.727-0.120-1,-0.521 0.008 0,-13.115 0.112 2,0.335 0.009 0,6.159-0.019 1,0.692 0.019-2,-2.428 0.028 0,0.445 0.013 1,9.393-0.003 0,-0.596 0.021-3,-9.488 0.023 1,-0.529 0.007 2,4.848 0.005-1,-0.891 0.008 2,-8.582 0.004-1,-0.811 0.002 2,3.201 0.003 1,-1.615 0.002-1,-1.609 0.001-1,-1.527 0.000-1,1.041 0.002 7,-2.912-0.001-1,-2.680-0.001-2,1.498 0.003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4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1787.219 2862.000 767,'6.231'-7.381'0,"1.612"2.398"-7,-1.537 1.410 6,1.182-0.482-1,2.986-1.057-1,2.193-0.425 0,-1.509 1.040 1,1.440-0.197 0,6.418-1.662-2,2.561-0.196-1,3.665-0.099 1,4.193-0.029 0,-4.373 1.497 0,2.233-0.020-1,2.201 0.173 0,2.097 0.311 0,7.901-0.148-2,3.379 0.604 1,3.213 0.631 1,2.943 0.620 0,10.151 0.362-1,3.484 0.657-2,-4.944 0.666 0,1.827 0.379 3,1.888 0.315-1,1.842 0.254 0,2.006 0.198 0,2.027 0.150 4,-6.923 0.086 0,1.751 0.060 0,11.617 0.070-2,2.434 0.029-1,22.772 0.070 0,1.724-0.011 0,-30.483-0.095 2,0.074-0.016-2,0.334-0.018-1,0.516-0.019 2,11.272-0.006 0,0.867-0.023 6,21.834-0.009 6,-0.902-0.027-10,-32.270-0.029 0,-0.321-0.009-1,31.553-0.006-1,-0.416-0.011 4,-41.531-0.005 0,0.423-0.002 5,32.541-0.005 1,0.200-0.002-11,-31.833 0.002 1,0.117 0.000 4,21.489-0.002 4,-0.144 0.000-4,-0.951 0.001-5,-1.480 0.001 5,27.744-0.001 6,-5.044 0.002-9,-12.606 0.002 5,-13.034 0.001 4,-4.084 0.001-3,-11.999 0.001 0,-3.614 0.000 12,-10.165 0.000 2,-2.553 0.000-17,3.909 0.000-2,-2.301 0.000 9,3.558 0.000 5,-2.196 0.000-3,-12.088 0.000-3,-0.689 0.000-5,9.885 0.000 1,-0.607 0.000 0,-10.318 0.000 0,0.333 0.000 0,5.722 0.000 0,0.469 0.000-4,1.188-0.566 1,1.643-0.942 0,7.624-1.305 1,1.473-0.945-3,-11.785 0.367 1,0.130-0.444-2,6.143-1.083 0,-0.212-0.432 1,-1.570-0.056 0,-2.462 0.215 3,7.242-0.676 3,-3.985 0.830-1,-20.307 2.339-2,-1.001 0.326 0,7.748-0.224 16,-0.553 0.525-10,4.177 0.338-1,0.293 0.507 2,-8.098 0.740-5,0.654 0.584-4,9.434 1.103-1,-0.040 1.012 1,-9.171 0.059 0,-0.289 0.546 1,8.611 1.313 0,-0.172 0.096 0,-8.312-1.052 1,0.839-0.199 2,10.583 0.427 1,1.156-0.489-5,-3.905-0.722 0,1.037-0.387 0,6.771-0.231 0,1.626-0.403-2,-10.106-0.467 2,0.837-0.180 0,6.543-0.126 1,0.505-0.162-3,-5.649-0.126 1,0.146-0.076 1,11.166-0.087 2,-1.611-0.062 0,-12.553 0.004-1,-1.316-0.012 1,8.024-0.042 1,-2.814 0.005 1,-7.234 0.028 2,-2.632 0.013 1,0.774 0.004 1,-3.021 0.020-1,-10.873 0.040-2,-0.682 0.008 3,5.307-0.002 3,-0.435 0.012-4,2.170 0.008 0,-0.872 0.010-3,-0.595 0.008-2,-0.371 0.006-2,-2.441 0.004 2,0.529 0.002 2,0.792 0.002-2,0.941 0.001 1,-1.666-0.000-2,1.646 0.000 0,5.217 0.000-1,1.471-0.000-1,1.066-0.000 0,0.728-0.000-1,0.169-0.000 0,-0.235-0.000 1,-4.310-0.001 1,-0.402-0.000 0,4.846-0.000 2,-2.324-0.000 0,-2.768-0.000 2,-3.764-0.000 0,3.825-0.000 0,-1.349-0.000 3,-1.826-0.000 7,-1.393 0.000-2,-3.311 0.000-13,-3.258 0.000 1,-4.374 0.000 5,-1.634 0.000 4,-2.061 0.000-5,-0.790 0.000 2,3.632 0.000 6,0.458 0.000-8,0.953 0.000-2,-1.741 0.000 0,-3.194-0.283 0,0.782-0.471-1,0.777-0.582 0,0.737-0.635 0,2.821-1.053-1,-0.025-0.136 0,-3.703 1.019 1,-0.229 0.131 0,-0.016-0.046 0,0.144-0.177-1,2.307-0.724 3,-0.201 0.118 1,-0.371 0.250 0,-0.463 0.323-3,-0.328 0.296 0,-0.747 0.379 0,-0.756 0.354 0,-0.443-0.021 1,0.184-0.327 1,1.021-0.552 4,-0.854-0.020-4,-1.079 0.115-1,2.793-1.450 0,-2.049-0.212 0,-2.771-0.738 0,2.420 0.501 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41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9599.219 2046.000 767,'-8.266'0.000'0,"-0.762"0.565"0,0.335 2.727-7,-7.982 5.964 2,2.697-0.641 2,4.928-2.753 0,-0.758 0.865 0,-6.370 5.205-1,-0.742 1.248-1,1.715-0.571 0,0.034 0.890 3,-1.677 2.759 0,0.438 0.828 0,5.719-5.423 0,0.159 0.382 2,-3.356 4.828-1,0.198 0.632 1,0.504-0.092 0,0.697-0.604 0,0.803-0.656 0,0.840-0.663 0,-1.646 3.361-2,2.261-2.354 3,2.250-2.497 6,2.710-3.760-5,1.304-1.316-1,1.323-1.832 4,0.754-0.650 0,-0.060 3.841 6,1.360 1.703-8,0.697-5.292-2,0.164 0.624-1,0.167 1.398-2,0.063 0.165 1,-0.104-1.577 0,-0.008 0.683-1,0.312 2.280 1,0.432 1.175 1,0.820 0.863-1,1.057 0.600-1,1.177 0.102 0,1.205-0.258-1,0.888-0.219 1,0.618-0.181 0,1.725 1.002 1,0.783-0.804 1,0.686-0.935 0,0.576-0.966 0,-2.303-2.929 0,-0.035-0.483 1,3.198 1.830-1,-0.793-1.480 1,-1.003-1.506 0,-0.032-1.411 0,0.590-1.247 2,-1.658-1.272 0,-0.380-0.641-3,-0.542-0.525 0,-0.628-0.417 1,1.894-0.342-1,-0.741-0.265 1,-0.027-0.162 0,-1.698-0.014 0,0.292-0.036 0,1.737-0.081-1,0.059-0.001 0,-0.097 0.017 0,-0.201 0.029-1,1.545-0.002 0,0.210 0.052 0,-0.017 0.051 0,-0.160 0.046 0,-0.241 0.040 2,1.514 0.014 0,-3.918 0.052-1,-0.150 0.013 0,0.125 0.010-1,0.314 0.008 3,2.945 0.010 1,0.064 0.006-3,-0.173 0.002-1,-1.062-0.001 0,-0.508-0.001 0,1.250 0.001 0,-2.989-0.007 0,0.830-0.001 4,0.502-0.001 0,0.245-0.001-2,0.616-0.284-3,0.853-0.472 0,-2.450 0.019 0,6.014-1.012 1,-1.539-0.074 0,-2.026 0.121 0,-2.133 0.227 0,-2.003 0.270 0,1.041-0.412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4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15395.219 2562.000 767,'4.185'-4.911'0,"-0.846"-0.523"0,-0.119-2.250-6,-1.077 1.446 4,0.340-1.246 1,0.216-0.796-1,0.122-0.448 0,0.051-0.189 0,-0.646 2.455 1,0.233 0.046-1,1.203-2.109 0,0.478-0.394 0,-0.399 0.918 2,-0.134 0.043 3,0.474-1.198-1,0.130-0.307-3,-0.379 0.525-1,-0.306 0.156 4,-0.398 0.256-2,-0.443 0.312-1,-0.150-1.428 0,-0.144 0.281 1,0.175 0.428-1,0.082-0.206 2,-0.275 0.335 5,-0.369 0.274-7,-0.395 0.548 1,-0.377 0.671-1,-0.336 0.691 1,-0.071-1.571 0,-0.327-3.431 4,-0.419 0.194-1,-0.115 5.277-4,-0.099-5.542 0,-0.021 1.074-1,0.006 0.520 2,0.050 2.347 1,0.032 0.260 1,0.049-1.679-1,0.021 1.813 0,0.005-0.501-1,0.001-0.911-1,-0.001-0.380 0,-0.002-0.625 0,-0.001 1.463 2,-0.001-3.510-1,-0.001 5.075 0,0.000 0.171-1,0.000 0.300 1,0.000-4.923-1,0.000 1.904 1,0.000 1.348 1,0.000 1.554 0,0.000-1.456-1,0.000 0.843-1,-2.742-0.055 1,-2.522 1.639 2,-0.378 0.115 0,0.965-1.516-3,-1.004-0.927-1,-0.672-0.787 3,-1.113-1.893-2,2.418 4.227-1,-0.620 0.142 0,-0.510 0.380 1,-0.400 0.499 2,-0.301 0.534-2,0.009 0.830-1,-0.247 0.698 1,-0.223 0.677 0,-4.633-0.102 1,2.103 1.137 2,-1.611-0.240-1,-0.763-0.064-2,-0.143 0.059 0,0.284 0.138-1,0.557 0.184 0,-0.853 0.104-1,2.393 0.124 2,-0.439-0.318 0,-0.103-0.159 1,0.141-0.039 8,-0.911-0.141-7,0.581 0.146-3,1.444 0.334 0,0.051 0.170 1,-0.916 0.081 3,0.410 0.210 0,2.470 0.297-1,0.272 0.105-2,0.240 0.094 1,0.207 0.082 0,-2.860 0.036 2,0.808 0.117-1,0.885 0.080 1,0.521 0.050-2,0.255 0.027 0,0.069 0.011 0,-4.525 1.345 1,2.311 2.039-1,0.959 1.392 1,-0.983 1.310 0,2.715-1.433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45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11567.219 4650.000 767,'7.375'0.000'0,"1.744"0.000"-5,2.528 0.000 2,-2.351 0.000 0,0.568 0.000 1,1.140 0.000 0,-0.002-0.283 1,1.482-0.471-1,1.314-0.300 1,1.135-0.164-2,1.234-0.342 0,1.249-0.453 0,0.916-0.510 0,0.637-0.527 1,-2.276 0.204 0,-0.098-0.030 1,5.063-1.045-2,0.356-0.275 1,-4.892 0.755 1,0.032-0.225 2,4.991-1.465 2,-0.186-0.334-5,-3.010 0.121 0,-0.732-0.660 2,-0.815-0.752 1,-0.835-0.783-1,-0.810-1.050 0,-0.754-1.191 2,-0.961-1.518 0,-1.063-1.680-1,-1.086-1.715-1,-1.052-1.660 0,-1.259-0.976-1,-1.349-0.444 0,-2.062 1.972 0,-0.995-0.267 0,-0.477-2.930-1,-1.087-0.687 1,-1.228-0.410 3,-1.270-0.193 0,-1.429-2.573-2,-1.399 0.265-2,-0.760 3.435 1,-0.843 1.278 0,-0.728 0.904 2,-0.609 0.596-1,0.200 2.531 0,-0.342 0.428 1,-1.074-1.433 6,-0.284 0.480-6,-1.016-0.864-1,-0.098 1.182 1,0.813 2.573 0,0.026 0.978-1,0.832 2.010 0,0.008 0.611 1,-2.081-1.867 2,0.653 1.687 0,0.824 1.674-1,0.872 1.542-1,-2.879-1.045 1,2.580 3.583-1,-1.259 2.002 2,-0.002 0.918 3,-0.343 0.025-3,-3.179-0.041-6,2.347-0.285 1,0.038-0.069 0,-0.797-0.036 1,-1.001-0.035 0,-1.099-0.033-1,-0.834-0.030-1,-0.605-0.026 3,-0.698-0.022-1,-0.730-0.019-1,-0.437 0.268-1,-0.207 0.459 2,1.561 0.560 1,-0.366 0.876-1,-2.189 1.631-1,-0.053 1.323 1,-2.133 2.245 1,-0.158 1.356-1,3.872-1.274 0,-0.203 0.666 0,-4.152 3.380 0,0.286 0.740-1,2.429-0.980 0,0.475 0.306 2,0.765 0.237-1,0.935 0.177 1,2.444-1.405 0,0.757 0.122 0,-0.232 1.429 1,1.355-0.363 1,1.392-0.249-1,1.351-0.156 1,0.394 2.719 0,1.691-0.237 2,1.942-4.085-1,0.591 0.352-3,0.936 0.331 1,1.159 0.303 0,1.457 1.892-1,1.188 0.221-1,1.986 1.757 0,1.497-0.059 0,-0.648-3.573 0,0.825-0.430 0,3.615 2.575 0,1.600-0.371 0,-1.998-3.236 0,0.564-0.424 1,2.406 1.024 1,0.884-0.111-3,0.827 0.014 0,0.747 0.102 2,2.753 1.113 1,0.553-0.419-4,-3.950-2.756 2,0.269-0.334 0,1.981 0.416-1,-0.633-0.877 2,1.572-0.314 0,-0.314-1.245 0,-2.672-1.572 0,-0.930-0.862 2,-2.331-1.001 3,-0.421-0.523-5,2.738-0.246 1,-0.441-0.600 2,1.290-0.476 1,-1.659-0.437-3,-1.792-0.271-1,-4.369 0.025 0,-0.159-0.038 0,1.712-0.108 3,-0.321 0.001-1,1.202-0.372 0,-0.323-0.459 0,-0.294-0.517-2,-2.062 0.080 0,-0.226-0.260 0,-0.186-0.238-1,-0.148-0.211 0,3.039-1.492 1,-3.368 1.125 0,2.284-1.424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47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4727.219 5046.000 767,'7.129'0.000'0,"-0.591"0.000"0,0.191 0.000 0,-0.098 0.000 0,0.686 0.000 0,6.418 0.000-11,-1.927 0.000 10,3.957 0.000-1,4.901 0.000-3,5.344 0.000-2,1.321 0.000 1,5.032 0.000-2,12.256 0.000-2,7.573 0.000-2,6.608 0.000-1,5.610 0.000 1,13.559 0.000-3,3.368 0.000 0,2.077 0.000-1,1.082 0.000 5,-18.786 0.000 4,0.221 0.000 3,0.167 0.000 2,0.122 0.000 0,9.003 0.000 3,-1.326 0.000 0,-2.164 0.000 3,-2.660 0.000-2,4.623 0.000-2,-4.602 0.000 2,-11.129-0.283 2,-2.928-0.471 3,-2.981-0.583 1,-2.879-0.635 1,-2.954-0.642 0,-2.868-0.616-3,-7.681-0.033-1,-2.113-0.425 0,6.406-1.717 1,-3.104-0.484 1,0.117-1.066 0,-3.944-0.194 1,-14.680 3.004-5,-1.318 0.224-1,6.250-1.690 1,-1.848 0.160 4,-5.860 1.473-2,-0.949 0.339 4,2.491-0.403-5,-1.805 0.671-4,-5.894 1.415 0,-0.709 0.280 1,2.451-0.194 3,-1.374 0.482-1,-1.265 0.409 1,-1.234-0.205-1,1.084-0.520 0,-0.647-0.019-1,1.044-0.202 0,-1.674 0.566 0,-0.158 0.226-3,0.272 0.228 1,-0.294 0.262 1,0.591 0.155-1,-1.481 0.189 0,0.139 0.071 0,2.843 0.028-1,-0.094 0.095-1,1.528 0.049 0,-1.712 0.077 3,-1.106 0.031-1,-1.329 0.014 0,2.345 0.068 1,-2.557 0.055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8:4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4703.219 5178.000 767,'13.071'0.000'-4,"-2.250"0.000"1,1.405 0.000-1,2.694 0.000 0,3.194 0.000-1,3.400 0.000-1,0.120 0.000 0,3.053 0.000 2,8.173 0.000-2,4.587 0.000-1,10.160 0.000-2,4.443 0.000 0,-3.036 0.000 1,2.474 0.000-1,2.728 0.000 0,2.780 0.000 2,-5.284 0.000 1,1.892 0.000 2,18.753 0.000 0,2.302 0.000-2,-15.529 0.000 1,1.475 0.000 2,10.636 0.000 0,1.444 0.000-2,29.141 0.000-3,-1.521 0.000 7,-46.776 0.000 0,-0.597 0.000-2,16.863 0.000 0,-1.301 0.000 2,-10.010 0.000 1,-1.462 0.000 4,6.292 0.000 5,-2.042 0.000-2,4.670 0.000-7,-3.449 0.000 4,-10.317 0.000 3,-3.447 0.000-4,-8.430 0.000-1,-1.905 0.000 3,7.399 0.000 1,-4.072 0.000 5,-11.577 0.000-1,-1.946 0.000-7,5.759 0.000 1,-1.791 0.000 5,-8.175 0.000-2,-0.768 0.000-2,2.887 0.000-1,-0.124 0.000-5,0.101-0.283 2,0.256-0.471 1,4.100-0.832 0,0.876-0.762-4,-6.650 0.078 0,0.424-0.466 1,8.346-1.553 0,0.947-0.624-2,-7.414 0.797 1,0.280-0.288 2,4.014-0.986 0,-0.257-0.283-3,-0.796 0.065 1,-1.143 0.311 1,-1.901 0.471 2,-2.352 0.563-1,0.219-0.129 1,-2.727 0.176 1,-4.705 0.761 2,-2.132 0.371 0,-3.655 0.482 9,-1.713-0.050-10,1.276-1.159 1,-3.181 0.384 2,-2.643 0.512 2,-0.219-1.272-5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5:40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3443.219 8538.000 767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5:42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7511.219 6186.000 767,'1.036'6.123'0,"0.300"0.214"0,0.635 2.112 0,0.027-0.854-9,0.673 1.421 7,4.295 13.663-5,1.164 4.901 0,0.127 4.978 0,-1.854-6.213 2,0.884 4.089-2,5.263 21.904-4,1.770 6.678 4,-5.541-21.723 0,0.073 2.396-1,5.459 25.998-7,1.276 4.537 3,-0.654-5.295 1,1.194 2.118 6,3.920 10.227 0,1.880 0.576-5,-6.372-26.409 2,1.278-0.292 5,11.813 25.229 1,2.734-1.568 0,-2.091-10.979 1,1.027-3.210 4,0.716-3.446 2,0.461-3.451-5,-0.024-3.575-3,-0.370-3.495 6,2.773 0.973 10,-1.700-5.052-5,-8.356-12.413-3,-1.113-2.647 1,7.244 6.166 2,-2.913-5.638 4,-11.884-13.100-5,-0.922-1.713 0,0.874 0.115 0,-1.665-1.828-1,2.887 1.747 5,-3.648-3.572-2,-3.237-3.008 7,-2.720-2.414-15,0.707-0.773 4,-4.477-9.095-3,4.111 4.674 5,2.112 0.025 1,-0.300-0.604-10,0.384-0.214-1,-0.204 0.012 0,-0.971 0.016 1,0.892-0.426 1,-1.737 0.372 0,0.147-0.010 1,3.289-1.081-1,-0.265-0.443 0,-4.342 1.138 1,-0.142-0.239-1,3.796-2.227 2,-0.226-0.365 0,-0.255-0.162-1,-0.436 0.043 1,-1.002 0.457-2,-1.086 0.572 0,-1.053 0.600 0,2.957-1.814 1,-2.638 1.705 0,0.381 0.042 0,-0.275-0.157 1,8.354-7.044-1,10.207-8.606-1,9.576-8.503-7,-10.165 8.165-1,4.354-3.557-1,34.727-28.150-11,13.846-10.948-4,-26.306 21.198 10,5.516-4.699 2,31.125-26.453-8,12.060-11.337-7,45.082-40.615-11,16.451-16.721 11,-41.128 34.769 3,8.817-9.153-8,9.532-9.179-2,9.723-8.868 4,82.787-73.694-16,10.907-8.142 17,-95.900 85.625 12,1.318-1.223 1,76.349-67.998-9,-2.080 1.879 13,-54.317 47.526 13,-6.197 4.091 0,52.005-51.521 0,-22.048 15.196 0,-85.295 79.226 0,-8.753 6.114 0,49.924-59.307 43,-30.476 22.777 3,-46.866 49.765-10,-0.261-6.162 40,-22.575 23.799-20,-17.763 20.228-23,-25.249 39.811-29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5:48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8627.219 2358.000 767,'7.698'0.804'0,"0.537"1.806"-5,4.255 2.530 1,3.123 2.800-1,5.305 4.288-2,7.032 5.587-1,7.931 6.249-3,10.177 9.253-3,11.296 10.956-3,14.389 13.349-5,15.912 14.423-4,19.074 16.771-6,20.427 17.652-5,22.125 19.427-5,22.290 19.775-6,23.619 20.504-5,23.453 20.058-3,-9.661-6.725 3,18.449 18.246 24,136.720 124.552-14,26.140 28.248 43,-151.056-133.939 0,7.011 8.249 0,142.272 132.895 0,11.244 11.820 0,-41.699-38.595 0,0.613-0.268 0,-2.612-4.183 0,-4.784-6.773 0,-8.368-10.561 0,-10.524-12.760 0,-13.545-16.551 0,-15.056-18.472 0,14.518 4.734 0,-26.610-30.469 0,-60.370-53.567 0,30.527 16.658 0,-59.462-50.567 0,-54.078-43.813 0,-45.928-35.778 0,-79.092-53.189 0,-17.605-11.669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4-12-31T21:05:49"/>
    </inkml:context>
    <inkml:brush xml:id="br0">
      <inkml:brushProperty name="width" value="0.0529194456206428" units="cm"/>
      <inkml:brushProperty name="height" value="0.0529194456206428" units="cm"/>
      <inkml:brushProperty name="color" value="#f80600"/>
      <inkml:brushProperty name="ignorePressure" value="0"/>
    </inkml:brush>
  </inkml:definitions>
  <inkml:trace contextRef="#ctx0" brushRef="#br0">14735.219 2862.000 767,'-6.258'6.258'0,"-1.425"1.425"0,-2.163 3.359 0,-5.780 5.927-16,-9.478 8.971 7,-15.461 12.517-5,-18.993 14.451-7,-39.260 30.437-13,-33.864 25.091-12,5.702-8.007 6,-27.929 18.154-9,-97.468 68.222-27,-48.830 31.040-11,38.134-30.371 32,-31.752 19.935 27,-84.976 57.993-7,-38.348 26.350 33,-32.480 23.957 2,-26.772 21.124 0,-21.729 18.677 0,-17.115 16.055 0,55.427-36.812 0,-8.585 9.416 0,-212.849 163.923 0,9.630 0.490 0,412.483-311.090 0,-379.963 293.894 0,107.693-78.990 0,113.017-84.885 0,105.937-80.705 0,92.058-70.859 0,75.362-58.511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BBFDF-A015-40FC-B865-D0A887FAC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F3F9B-F01F-4193-B8A6-D179BD7633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3F3F9B-F01F-4193-B8A6-D179BD7633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34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fld id="{D4F0650E-4764-4DD5-A561-658BAC753D3E}" type="slidenum">
              <a:rPr lang="zh-CN" altLang="en-US" sz="1200" b="0" smtClean="0"/>
            </a:fld>
            <a:endParaRPr lang="en-US" altLang="zh-CN" sz="1200" b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56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556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fld id="{B8E6625A-9B71-4BDC-91C1-D4226151E34E}" type="slidenum">
              <a:rPr lang="zh-CN" altLang="en-US" sz="1200" b="0" smtClean="0"/>
            </a:fld>
            <a:endParaRPr lang="en-US" altLang="zh-CN" sz="1200" b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png"/><Relationship Id="rId18" Type="http://schemas.openxmlformats.org/officeDocument/2006/relationships/image" Target="../media/image3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A504CC-4476-485A-8EC0-3952057840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6FF491-4B0E-46CC-8C03-58E31DFE4C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3.xml"/><Relationship Id="rId4" Type="http://schemas.openxmlformats.org/officeDocument/2006/relationships/image" Target="../media/image8.png"/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6" Type="http://schemas.openxmlformats.org/officeDocument/2006/relationships/customXml" Target="../ink/ink6.xml"/><Relationship Id="rId5" Type="http://schemas.openxmlformats.org/officeDocument/2006/relationships/image" Target="../media/image12.png"/><Relationship Id="rId4" Type="http://schemas.openxmlformats.org/officeDocument/2006/relationships/customXml" Target="../ink/ink5.xml"/><Relationship Id="rId3" Type="http://schemas.openxmlformats.org/officeDocument/2006/relationships/image" Target="../media/image11.png"/><Relationship Id="rId2" Type="http://schemas.openxmlformats.org/officeDocument/2006/relationships/customXml" Target="../ink/ink4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customXml" Target="../ink/ink10.xml"/><Relationship Id="rId8" Type="http://schemas.openxmlformats.org/officeDocument/2006/relationships/image" Target="../media/image19.png"/><Relationship Id="rId7" Type="http://schemas.openxmlformats.org/officeDocument/2006/relationships/customXml" Target="../ink/ink9.xml"/><Relationship Id="rId6" Type="http://schemas.openxmlformats.org/officeDocument/2006/relationships/image" Target="../media/image18.png"/><Relationship Id="rId5" Type="http://schemas.openxmlformats.org/officeDocument/2006/relationships/customXml" Target="../ink/ink8.xml"/><Relationship Id="rId4" Type="http://schemas.openxmlformats.org/officeDocument/2006/relationships/image" Target="../media/image17.png"/><Relationship Id="rId3" Type="http://schemas.openxmlformats.org/officeDocument/2006/relationships/customXml" Target="../ink/ink7.xml"/><Relationship Id="rId2" Type="http://schemas.openxmlformats.org/officeDocument/2006/relationships/image" Target="../media/image16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23.png"/><Relationship Id="rId15" Type="http://schemas.openxmlformats.org/officeDocument/2006/relationships/customXml" Target="../ink/ink13.xml"/><Relationship Id="rId14" Type="http://schemas.openxmlformats.org/officeDocument/2006/relationships/image" Target="../media/image22.png"/><Relationship Id="rId13" Type="http://schemas.openxmlformats.org/officeDocument/2006/relationships/customXml" Target="../ink/ink12.xml"/><Relationship Id="rId12" Type="http://schemas.openxmlformats.org/officeDocument/2006/relationships/image" Target="../media/image21.png"/><Relationship Id="rId11" Type="http://schemas.openxmlformats.org/officeDocument/2006/relationships/customXml" Target="../ink/ink11.xml"/><Relationship Id="rId10" Type="http://schemas.openxmlformats.org/officeDocument/2006/relationships/image" Target="../media/image20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customXml" Target="../ink/ink16.xml"/><Relationship Id="rId7" Type="http://schemas.openxmlformats.org/officeDocument/2006/relationships/image" Target="../media/image28.png"/><Relationship Id="rId6" Type="http://schemas.openxmlformats.org/officeDocument/2006/relationships/customXml" Target="../ink/ink15.xml"/><Relationship Id="rId5" Type="http://schemas.openxmlformats.org/officeDocument/2006/relationships/image" Target="../media/image27.png"/><Relationship Id="rId4" Type="http://schemas.openxmlformats.org/officeDocument/2006/relationships/customXml" Target="../ink/ink14.xml"/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33.png"/><Relationship Id="rId16" Type="http://schemas.openxmlformats.org/officeDocument/2006/relationships/customXml" Target="../ink/ink20.xml"/><Relationship Id="rId15" Type="http://schemas.openxmlformats.org/officeDocument/2006/relationships/image" Target="../media/image32.png"/><Relationship Id="rId14" Type="http://schemas.openxmlformats.org/officeDocument/2006/relationships/customXml" Target="../ink/ink19.xml"/><Relationship Id="rId13" Type="http://schemas.openxmlformats.org/officeDocument/2006/relationships/image" Target="../media/image31.png"/><Relationship Id="rId12" Type="http://schemas.openxmlformats.org/officeDocument/2006/relationships/customXml" Target="../ink/ink18.xml"/><Relationship Id="rId11" Type="http://schemas.openxmlformats.org/officeDocument/2006/relationships/image" Target="../media/image30.png"/><Relationship Id="rId10" Type="http://schemas.openxmlformats.org/officeDocument/2006/relationships/customXml" Target="../ink/ink17.xml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38.png"/><Relationship Id="rId7" Type="http://schemas.openxmlformats.org/officeDocument/2006/relationships/customXml" Target="../ink/ink23.xml"/><Relationship Id="rId6" Type="http://schemas.openxmlformats.org/officeDocument/2006/relationships/image" Target="../media/image37.png"/><Relationship Id="rId5" Type="http://schemas.openxmlformats.org/officeDocument/2006/relationships/customXml" Target="../ink/ink22.xml"/><Relationship Id="rId4" Type="http://schemas.openxmlformats.org/officeDocument/2006/relationships/image" Target="../media/image36.png"/><Relationship Id="rId3" Type="http://schemas.openxmlformats.org/officeDocument/2006/relationships/customXml" Target="../ink/ink2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0.emf"/><Relationship Id="rId1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5.png"/><Relationship Id="rId7" Type="http://schemas.openxmlformats.org/officeDocument/2006/relationships/customXml" Target="../ink/ink26.xml"/><Relationship Id="rId6" Type="http://schemas.openxmlformats.org/officeDocument/2006/relationships/image" Target="../media/image44.png"/><Relationship Id="rId5" Type="http://schemas.openxmlformats.org/officeDocument/2006/relationships/customXml" Target="../ink/ink25.xml"/><Relationship Id="rId4" Type="http://schemas.openxmlformats.org/officeDocument/2006/relationships/image" Target="../media/image43.png"/><Relationship Id="rId3" Type="http://schemas.openxmlformats.org/officeDocument/2006/relationships/customXml" Target="../ink/ink24.xml"/><Relationship Id="rId2" Type="http://schemas.openxmlformats.org/officeDocument/2006/relationships/image" Target="../media/image4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emf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customXml" Target="../ink/ink31.xml"/><Relationship Id="rId8" Type="http://schemas.openxmlformats.org/officeDocument/2006/relationships/image" Target="../media/image50.png"/><Relationship Id="rId7" Type="http://schemas.openxmlformats.org/officeDocument/2006/relationships/customXml" Target="../ink/ink30.xml"/><Relationship Id="rId6" Type="http://schemas.openxmlformats.org/officeDocument/2006/relationships/image" Target="../media/image49.png"/><Relationship Id="rId57" Type="http://schemas.openxmlformats.org/officeDocument/2006/relationships/slideLayout" Target="../slideLayouts/slideLayout2.xml"/><Relationship Id="rId56" Type="http://schemas.openxmlformats.org/officeDocument/2006/relationships/image" Target="../media/image74.png"/><Relationship Id="rId55" Type="http://schemas.openxmlformats.org/officeDocument/2006/relationships/customXml" Target="../ink/ink54.xml"/><Relationship Id="rId54" Type="http://schemas.openxmlformats.org/officeDocument/2006/relationships/image" Target="../media/image73.png"/><Relationship Id="rId53" Type="http://schemas.openxmlformats.org/officeDocument/2006/relationships/customXml" Target="../ink/ink53.xml"/><Relationship Id="rId52" Type="http://schemas.openxmlformats.org/officeDocument/2006/relationships/image" Target="../media/image72.png"/><Relationship Id="rId51" Type="http://schemas.openxmlformats.org/officeDocument/2006/relationships/customXml" Target="../ink/ink52.xml"/><Relationship Id="rId50" Type="http://schemas.openxmlformats.org/officeDocument/2006/relationships/image" Target="../media/image71.png"/><Relationship Id="rId5" Type="http://schemas.openxmlformats.org/officeDocument/2006/relationships/customXml" Target="../ink/ink29.xml"/><Relationship Id="rId49" Type="http://schemas.openxmlformats.org/officeDocument/2006/relationships/customXml" Target="../ink/ink51.xml"/><Relationship Id="rId48" Type="http://schemas.openxmlformats.org/officeDocument/2006/relationships/image" Target="../media/image70.png"/><Relationship Id="rId47" Type="http://schemas.openxmlformats.org/officeDocument/2006/relationships/customXml" Target="../ink/ink50.xml"/><Relationship Id="rId46" Type="http://schemas.openxmlformats.org/officeDocument/2006/relationships/image" Target="../media/image69.png"/><Relationship Id="rId45" Type="http://schemas.openxmlformats.org/officeDocument/2006/relationships/customXml" Target="../ink/ink49.xml"/><Relationship Id="rId44" Type="http://schemas.openxmlformats.org/officeDocument/2006/relationships/image" Target="../media/image68.png"/><Relationship Id="rId43" Type="http://schemas.openxmlformats.org/officeDocument/2006/relationships/customXml" Target="../ink/ink48.xml"/><Relationship Id="rId42" Type="http://schemas.openxmlformats.org/officeDocument/2006/relationships/image" Target="../media/image67.png"/><Relationship Id="rId41" Type="http://schemas.openxmlformats.org/officeDocument/2006/relationships/customXml" Target="../ink/ink47.xml"/><Relationship Id="rId40" Type="http://schemas.openxmlformats.org/officeDocument/2006/relationships/image" Target="../media/image66.png"/><Relationship Id="rId4" Type="http://schemas.openxmlformats.org/officeDocument/2006/relationships/image" Target="../media/image48.png"/><Relationship Id="rId39" Type="http://schemas.openxmlformats.org/officeDocument/2006/relationships/customXml" Target="../ink/ink46.xml"/><Relationship Id="rId38" Type="http://schemas.openxmlformats.org/officeDocument/2006/relationships/image" Target="../media/image65.png"/><Relationship Id="rId37" Type="http://schemas.openxmlformats.org/officeDocument/2006/relationships/customXml" Target="../ink/ink45.xml"/><Relationship Id="rId36" Type="http://schemas.openxmlformats.org/officeDocument/2006/relationships/image" Target="../media/image64.png"/><Relationship Id="rId35" Type="http://schemas.openxmlformats.org/officeDocument/2006/relationships/customXml" Target="../ink/ink44.xml"/><Relationship Id="rId34" Type="http://schemas.openxmlformats.org/officeDocument/2006/relationships/image" Target="../media/image63.png"/><Relationship Id="rId33" Type="http://schemas.openxmlformats.org/officeDocument/2006/relationships/customXml" Target="../ink/ink43.xml"/><Relationship Id="rId32" Type="http://schemas.openxmlformats.org/officeDocument/2006/relationships/image" Target="../media/image62.png"/><Relationship Id="rId31" Type="http://schemas.openxmlformats.org/officeDocument/2006/relationships/customXml" Target="../ink/ink42.xml"/><Relationship Id="rId30" Type="http://schemas.openxmlformats.org/officeDocument/2006/relationships/image" Target="../media/image61.png"/><Relationship Id="rId3" Type="http://schemas.openxmlformats.org/officeDocument/2006/relationships/customXml" Target="../ink/ink28.xml"/><Relationship Id="rId29" Type="http://schemas.openxmlformats.org/officeDocument/2006/relationships/customXml" Target="../ink/ink41.xml"/><Relationship Id="rId28" Type="http://schemas.openxmlformats.org/officeDocument/2006/relationships/image" Target="../media/image60.png"/><Relationship Id="rId27" Type="http://schemas.openxmlformats.org/officeDocument/2006/relationships/customXml" Target="../ink/ink40.xml"/><Relationship Id="rId26" Type="http://schemas.openxmlformats.org/officeDocument/2006/relationships/image" Target="../media/image59.png"/><Relationship Id="rId25" Type="http://schemas.openxmlformats.org/officeDocument/2006/relationships/customXml" Target="../ink/ink39.xml"/><Relationship Id="rId24" Type="http://schemas.openxmlformats.org/officeDocument/2006/relationships/image" Target="../media/image58.png"/><Relationship Id="rId23" Type="http://schemas.openxmlformats.org/officeDocument/2006/relationships/customXml" Target="../ink/ink38.xml"/><Relationship Id="rId22" Type="http://schemas.openxmlformats.org/officeDocument/2006/relationships/image" Target="../media/image57.png"/><Relationship Id="rId21" Type="http://schemas.openxmlformats.org/officeDocument/2006/relationships/customXml" Target="../ink/ink37.xml"/><Relationship Id="rId20" Type="http://schemas.openxmlformats.org/officeDocument/2006/relationships/image" Target="../media/image56.png"/><Relationship Id="rId2" Type="http://schemas.openxmlformats.org/officeDocument/2006/relationships/image" Target="../media/image47.png"/><Relationship Id="rId19" Type="http://schemas.openxmlformats.org/officeDocument/2006/relationships/customXml" Target="../ink/ink36.xml"/><Relationship Id="rId18" Type="http://schemas.openxmlformats.org/officeDocument/2006/relationships/image" Target="../media/image55.png"/><Relationship Id="rId17" Type="http://schemas.openxmlformats.org/officeDocument/2006/relationships/customXml" Target="../ink/ink35.xml"/><Relationship Id="rId16" Type="http://schemas.openxmlformats.org/officeDocument/2006/relationships/image" Target="../media/image54.png"/><Relationship Id="rId15" Type="http://schemas.openxmlformats.org/officeDocument/2006/relationships/customXml" Target="../ink/ink34.xml"/><Relationship Id="rId14" Type="http://schemas.openxmlformats.org/officeDocument/2006/relationships/image" Target="../media/image53.png"/><Relationship Id="rId13" Type="http://schemas.openxmlformats.org/officeDocument/2006/relationships/customXml" Target="../ink/ink33.xml"/><Relationship Id="rId12" Type="http://schemas.openxmlformats.org/officeDocument/2006/relationships/image" Target="../media/image52.png"/><Relationship Id="rId11" Type="http://schemas.openxmlformats.org/officeDocument/2006/relationships/customXml" Target="../ink/ink32.xml"/><Relationship Id="rId10" Type="http://schemas.openxmlformats.org/officeDocument/2006/relationships/image" Target="../media/image51.png"/><Relationship Id="rId1" Type="http://schemas.openxmlformats.org/officeDocument/2006/relationships/customXml" Target="../ink/ink2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customXml" Target="../ink/ink59.xml"/><Relationship Id="rId8" Type="http://schemas.openxmlformats.org/officeDocument/2006/relationships/image" Target="../media/image78.png"/><Relationship Id="rId7" Type="http://schemas.openxmlformats.org/officeDocument/2006/relationships/customXml" Target="../ink/ink58.xml"/><Relationship Id="rId6" Type="http://schemas.openxmlformats.org/officeDocument/2006/relationships/image" Target="../media/image77.png"/><Relationship Id="rId5" Type="http://schemas.openxmlformats.org/officeDocument/2006/relationships/customXml" Target="../ink/ink57.xml"/><Relationship Id="rId40" Type="http://schemas.openxmlformats.org/officeDocument/2006/relationships/notesSlide" Target="../notesSlides/notesSlide2.xml"/><Relationship Id="rId4" Type="http://schemas.openxmlformats.org/officeDocument/2006/relationships/image" Target="../media/image76.png"/><Relationship Id="rId39" Type="http://schemas.openxmlformats.org/officeDocument/2006/relationships/slideLayout" Target="../slideLayouts/slideLayout2.xml"/><Relationship Id="rId38" Type="http://schemas.openxmlformats.org/officeDocument/2006/relationships/image" Target="../media/image93.png"/><Relationship Id="rId37" Type="http://schemas.openxmlformats.org/officeDocument/2006/relationships/customXml" Target="../ink/ink73.xml"/><Relationship Id="rId36" Type="http://schemas.openxmlformats.org/officeDocument/2006/relationships/image" Target="../media/image92.png"/><Relationship Id="rId35" Type="http://schemas.openxmlformats.org/officeDocument/2006/relationships/customXml" Target="../ink/ink72.xml"/><Relationship Id="rId34" Type="http://schemas.openxmlformats.org/officeDocument/2006/relationships/image" Target="../media/image91.png"/><Relationship Id="rId33" Type="http://schemas.openxmlformats.org/officeDocument/2006/relationships/customXml" Target="../ink/ink71.xml"/><Relationship Id="rId32" Type="http://schemas.openxmlformats.org/officeDocument/2006/relationships/image" Target="../media/image90.png"/><Relationship Id="rId31" Type="http://schemas.openxmlformats.org/officeDocument/2006/relationships/customXml" Target="../ink/ink70.xml"/><Relationship Id="rId30" Type="http://schemas.openxmlformats.org/officeDocument/2006/relationships/image" Target="../media/image89.png"/><Relationship Id="rId3" Type="http://schemas.openxmlformats.org/officeDocument/2006/relationships/customXml" Target="../ink/ink56.xml"/><Relationship Id="rId29" Type="http://schemas.openxmlformats.org/officeDocument/2006/relationships/customXml" Target="../ink/ink69.xml"/><Relationship Id="rId28" Type="http://schemas.openxmlformats.org/officeDocument/2006/relationships/image" Target="../media/image88.png"/><Relationship Id="rId27" Type="http://schemas.openxmlformats.org/officeDocument/2006/relationships/customXml" Target="../ink/ink68.xml"/><Relationship Id="rId26" Type="http://schemas.openxmlformats.org/officeDocument/2006/relationships/image" Target="../media/image87.png"/><Relationship Id="rId25" Type="http://schemas.openxmlformats.org/officeDocument/2006/relationships/customXml" Target="../ink/ink67.xml"/><Relationship Id="rId24" Type="http://schemas.openxmlformats.org/officeDocument/2006/relationships/image" Target="../media/image86.png"/><Relationship Id="rId23" Type="http://schemas.openxmlformats.org/officeDocument/2006/relationships/customXml" Target="../ink/ink66.xml"/><Relationship Id="rId22" Type="http://schemas.openxmlformats.org/officeDocument/2006/relationships/image" Target="../media/image85.png"/><Relationship Id="rId21" Type="http://schemas.openxmlformats.org/officeDocument/2006/relationships/customXml" Target="../ink/ink65.xml"/><Relationship Id="rId20" Type="http://schemas.openxmlformats.org/officeDocument/2006/relationships/image" Target="../media/image84.png"/><Relationship Id="rId2" Type="http://schemas.openxmlformats.org/officeDocument/2006/relationships/image" Target="../media/image75.png"/><Relationship Id="rId19" Type="http://schemas.openxmlformats.org/officeDocument/2006/relationships/customXml" Target="../ink/ink64.xml"/><Relationship Id="rId18" Type="http://schemas.openxmlformats.org/officeDocument/2006/relationships/image" Target="../media/image83.png"/><Relationship Id="rId17" Type="http://schemas.openxmlformats.org/officeDocument/2006/relationships/customXml" Target="../ink/ink63.xml"/><Relationship Id="rId16" Type="http://schemas.openxmlformats.org/officeDocument/2006/relationships/image" Target="../media/image82.png"/><Relationship Id="rId15" Type="http://schemas.openxmlformats.org/officeDocument/2006/relationships/customXml" Target="../ink/ink62.xml"/><Relationship Id="rId14" Type="http://schemas.openxmlformats.org/officeDocument/2006/relationships/image" Target="../media/image81.png"/><Relationship Id="rId13" Type="http://schemas.openxmlformats.org/officeDocument/2006/relationships/customXml" Target="../ink/ink61.xml"/><Relationship Id="rId12" Type="http://schemas.openxmlformats.org/officeDocument/2006/relationships/image" Target="../media/image80.png"/><Relationship Id="rId11" Type="http://schemas.openxmlformats.org/officeDocument/2006/relationships/customXml" Target="../ink/ink60.xml"/><Relationship Id="rId10" Type="http://schemas.openxmlformats.org/officeDocument/2006/relationships/image" Target="../media/image79.png"/><Relationship Id="rId1" Type="http://schemas.openxmlformats.org/officeDocument/2006/relationships/customXml" Target="../ink/ink55.xml"/></Relationships>
</file>

<file path=ppt/slides/_rels/slide13.xml.rels><?xml version="1.0" encoding="UTF-8" standalone="yes"?>
<Relationships xmlns="http://schemas.openxmlformats.org/package/2006/relationships"><Relationship Id="rId99" Type="http://schemas.openxmlformats.org/officeDocument/2006/relationships/customXml" Target="../ink/ink123.xml"/><Relationship Id="rId98" Type="http://schemas.openxmlformats.org/officeDocument/2006/relationships/image" Target="../media/image142.png"/><Relationship Id="rId97" Type="http://schemas.openxmlformats.org/officeDocument/2006/relationships/customXml" Target="../ink/ink122.xml"/><Relationship Id="rId96" Type="http://schemas.openxmlformats.org/officeDocument/2006/relationships/image" Target="../media/image141.png"/><Relationship Id="rId95" Type="http://schemas.openxmlformats.org/officeDocument/2006/relationships/customXml" Target="../ink/ink121.xml"/><Relationship Id="rId94" Type="http://schemas.openxmlformats.org/officeDocument/2006/relationships/image" Target="../media/image140.png"/><Relationship Id="rId93" Type="http://schemas.openxmlformats.org/officeDocument/2006/relationships/customXml" Target="../ink/ink120.xml"/><Relationship Id="rId92" Type="http://schemas.openxmlformats.org/officeDocument/2006/relationships/image" Target="../media/image139.png"/><Relationship Id="rId91" Type="http://schemas.openxmlformats.org/officeDocument/2006/relationships/customXml" Target="../ink/ink119.xml"/><Relationship Id="rId90" Type="http://schemas.openxmlformats.org/officeDocument/2006/relationships/image" Target="../media/image138.png"/><Relationship Id="rId9" Type="http://schemas.openxmlformats.org/officeDocument/2006/relationships/customXml" Target="../ink/ink78.xml"/><Relationship Id="rId89" Type="http://schemas.openxmlformats.org/officeDocument/2006/relationships/customXml" Target="../ink/ink118.xml"/><Relationship Id="rId88" Type="http://schemas.openxmlformats.org/officeDocument/2006/relationships/image" Target="../media/image137.png"/><Relationship Id="rId87" Type="http://schemas.openxmlformats.org/officeDocument/2006/relationships/customXml" Target="../ink/ink117.xml"/><Relationship Id="rId86" Type="http://schemas.openxmlformats.org/officeDocument/2006/relationships/image" Target="../media/image136.png"/><Relationship Id="rId85" Type="http://schemas.openxmlformats.org/officeDocument/2006/relationships/customXml" Target="../ink/ink116.xml"/><Relationship Id="rId84" Type="http://schemas.openxmlformats.org/officeDocument/2006/relationships/image" Target="../media/image135.png"/><Relationship Id="rId83" Type="http://schemas.openxmlformats.org/officeDocument/2006/relationships/customXml" Target="../ink/ink115.xml"/><Relationship Id="rId82" Type="http://schemas.openxmlformats.org/officeDocument/2006/relationships/image" Target="../media/image134.png"/><Relationship Id="rId81" Type="http://schemas.openxmlformats.org/officeDocument/2006/relationships/customXml" Target="../ink/ink114.xml"/><Relationship Id="rId80" Type="http://schemas.openxmlformats.org/officeDocument/2006/relationships/image" Target="../media/image133.png"/><Relationship Id="rId8" Type="http://schemas.openxmlformats.org/officeDocument/2006/relationships/image" Target="../media/image97.png"/><Relationship Id="rId79" Type="http://schemas.openxmlformats.org/officeDocument/2006/relationships/customXml" Target="../ink/ink113.xml"/><Relationship Id="rId78" Type="http://schemas.openxmlformats.org/officeDocument/2006/relationships/image" Target="../media/image132.png"/><Relationship Id="rId77" Type="http://schemas.openxmlformats.org/officeDocument/2006/relationships/customXml" Target="../ink/ink112.xml"/><Relationship Id="rId76" Type="http://schemas.openxmlformats.org/officeDocument/2006/relationships/image" Target="../media/image131.png"/><Relationship Id="rId75" Type="http://schemas.openxmlformats.org/officeDocument/2006/relationships/customXml" Target="../ink/ink111.xml"/><Relationship Id="rId74" Type="http://schemas.openxmlformats.org/officeDocument/2006/relationships/image" Target="../media/image130.png"/><Relationship Id="rId73" Type="http://schemas.openxmlformats.org/officeDocument/2006/relationships/customXml" Target="../ink/ink110.xml"/><Relationship Id="rId72" Type="http://schemas.openxmlformats.org/officeDocument/2006/relationships/image" Target="../media/image129.png"/><Relationship Id="rId71" Type="http://schemas.openxmlformats.org/officeDocument/2006/relationships/customXml" Target="../ink/ink109.xml"/><Relationship Id="rId70" Type="http://schemas.openxmlformats.org/officeDocument/2006/relationships/image" Target="../media/image128.png"/><Relationship Id="rId7" Type="http://schemas.openxmlformats.org/officeDocument/2006/relationships/customXml" Target="../ink/ink77.xml"/><Relationship Id="rId69" Type="http://schemas.openxmlformats.org/officeDocument/2006/relationships/customXml" Target="../ink/ink108.xml"/><Relationship Id="rId68" Type="http://schemas.openxmlformats.org/officeDocument/2006/relationships/image" Target="../media/image127.png"/><Relationship Id="rId67" Type="http://schemas.openxmlformats.org/officeDocument/2006/relationships/customXml" Target="../ink/ink107.xml"/><Relationship Id="rId66" Type="http://schemas.openxmlformats.org/officeDocument/2006/relationships/image" Target="../media/image126.png"/><Relationship Id="rId65" Type="http://schemas.openxmlformats.org/officeDocument/2006/relationships/customXml" Target="../ink/ink106.xml"/><Relationship Id="rId64" Type="http://schemas.openxmlformats.org/officeDocument/2006/relationships/image" Target="../media/image125.png"/><Relationship Id="rId63" Type="http://schemas.openxmlformats.org/officeDocument/2006/relationships/customXml" Target="../ink/ink105.xml"/><Relationship Id="rId62" Type="http://schemas.openxmlformats.org/officeDocument/2006/relationships/image" Target="../media/image124.png"/><Relationship Id="rId61" Type="http://schemas.openxmlformats.org/officeDocument/2006/relationships/customXml" Target="../ink/ink104.xml"/><Relationship Id="rId60" Type="http://schemas.openxmlformats.org/officeDocument/2006/relationships/image" Target="../media/image123.png"/><Relationship Id="rId6" Type="http://schemas.openxmlformats.org/officeDocument/2006/relationships/image" Target="../media/image96.png"/><Relationship Id="rId59" Type="http://schemas.openxmlformats.org/officeDocument/2006/relationships/customXml" Target="../ink/ink103.xml"/><Relationship Id="rId58" Type="http://schemas.openxmlformats.org/officeDocument/2006/relationships/image" Target="../media/image122.png"/><Relationship Id="rId57" Type="http://schemas.openxmlformats.org/officeDocument/2006/relationships/customXml" Target="../ink/ink102.xml"/><Relationship Id="rId56" Type="http://schemas.openxmlformats.org/officeDocument/2006/relationships/image" Target="../media/image121.png"/><Relationship Id="rId55" Type="http://schemas.openxmlformats.org/officeDocument/2006/relationships/customXml" Target="../ink/ink101.xml"/><Relationship Id="rId54" Type="http://schemas.openxmlformats.org/officeDocument/2006/relationships/image" Target="../media/image120.png"/><Relationship Id="rId53" Type="http://schemas.openxmlformats.org/officeDocument/2006/relationships/customXml" Target="../ink/ink100.xml"/><Relationship Id="rId52" Type="http://schemas.openxmlformats.org/officeDocument/2006/relationships/image" Target="../media/image119.png"/><Relationship Id="rId51" Type="http://schemas.openxmlformats.org/officeDocument/2006/relationships/customXml" Target="../ink/ink99.xml"/><Relationship Id="rId50" Type="http://schemas.openxmlformats.org/officeDocument/2006/relationships/image" Target="../media/image118.png"/><Relationship Id="rId5" Type="http://schemas.openxmlformats.org/officeDocument/2006/relationships/customXml" Target="../ink/ink76.xml"/><Relationship Id="rId49" Type="http://schemas.openxmlformats.org/officeDocument/2006/relationships/customXml" Target="../ink/ink98.xml"/><Relationship Id="rId48" Type="http://schemas.openxmlformats.org/officeDocument/2006/relationships/image" Target="../media/image117.png"/><Relationship Id="rId47" Type="http://schemas.openxmlformats.org/officeDocument/2006/relationships/customXml" Target="../ink/ink97.xml"/><Relationship Id="rId46" Type="http://schemas.openxmlformats.org/officeDocument/2006/relationships/image" Target="../media/image116.png"/><Relationship Id="rId45" Type="http://schemas.openxmlformats.org/officeDocument/2006/relationships/customXml" Target="../ink/ink96.xml"/><Relationship Id="rId44" Type="http://schemas.openxmlformats.org/officeDocument/2006/relationships/image" Target="../media/image115.png"/><Relationship Id="rId43" Type="http://schemas.openxmlformats.org/officeDocument/2006/relationships/customXml" Target="../ink/ink95.xml"/><Relationship Id="rId42" Type="http://schemas.openxmlformats.org/officeDocument/2006/relationships/image" Target="../media/image114.png"/><Relationship Id="rId41" Type="http://schemas.openxmlformats.org/officeDocument/2006/relationships/customXml" Target="../ink/ink94.xml"/><Relationship Id="rId40" Type="http://schemas.openxmlformats.org/officeDocument/2006/relationships/image" Target="../media/image113.png"/><Relationship Id="rId4" Type="http://schemas.openxmlformats.org/officeDocument/2006/relationships/image" Target="../media/image95.png"/><Relationship Id="rId39" Type="http://schemas.openxmlformats.org/officeDocument/2006/relationships/customXml" Target="../ink/ink93.xml"/><Relationship Id="rId38" Type="http://schemas.openxmlformats.org/officeDocument/2006/relationships/image" Target="../media/image112.png"/><Relationship Id="rId37" Type="http://schemas.openxmlformats.org/officeDocument/2006/relationships/customXml" Target="../ink/ink92.xml"/><Relationship Id="rId36" Type="http://schemas.openxmlformats.org/officeDocument/2006/relationships/image" Target="../media/image111.png"/><Relationship Id="rId35" Type="http://schemas.openxmlformats.org/officeDocument/2006/relationships/customXml" Target="../ink/ink91.xml"/><Relationship Id="rId34" Type="http://schemas.openxmlformats.org/officeDocument/2006/relationships/image" Target="../media/image110.png"/><Relationship Id="rId33" Type="http://schemas.openxmlformats.org/officeDocument/2006/relationships/customXml" Target="../ink/ink90.xml"/><Relationship Id="rId32" Type="http://schemas.openxmlformats.org/officeDocument/2006/relationships/image" Target="../media/image109.png"/><Relationship Id="rId31" Type="http://schemas.openxmlformats.org/officeDocument/2006/relationships/customXml" Target="../ink/ink89.xml"/><Relationship Id="rId30" Type="http://schemas.openxmlformats.org/officeDocument/2006/relationships/image" Target="../media/image108.png"/><Relationship Id="rId3" Type="http://schemas.openxmlformats.org/officeDocument/2006/relationships/customXml" Target="../ink/ink75.xml"/><Relationship Id="rId29" Type="http://schemas.openxmlformats.org/officeDocument/2006/relationships/customXml" Target="../ink/ink88.xml"/><Relationship Id="rId28" Type="http://schemas.openxmlformats.org/officeDocument/2006/relationships/image" Target="../media/image107.png"/><Relationship Id="rId27" Type="http://schemas.openxmlformats.org/officeDocument/2006/relationships/customXml" Target="../ink/ink87.xml"/><Relationship Id="rId26" Type="http://schemas.openxmlformats.org/officeDocument/2006/relationships/image" Target="../media/image106.png"/><Relationship Id="rId25" Type="http://schemas.openxmlformats.org/officeDocument/2006/relationships/customXml" Target="../ink/ink86.xml"/><Relationship Id="rId24" Type="http://schemas.openxmlformats.org/officeDocument/2006/relationships/image" Target="../media/image105.png"/><Relationship Id="rId23" Type="http://schemas.openxmlformats.org/officeDocument/2006/relationships/customXml" Target="../ink/ink85.xml"/><Relationship Id="rId22" Type="http://schemas.openxmlformats.org/officeDocument/2006/relationships/image" Target="../media/image104.png"/><Relationship Id="rId21" Type="http://schemas.openxmlformats.org/officeDocument/2006/relationships/customXml" Target="../ink/ink84.xml"/><Relationship Id="rId20" Type="http://schemas.openxmlformats.org/officeDocument/2006/relationships/image" Target="../media/image103.png"/><Relationship Id="rId2" Type="http://schemas.openxmlformats.org/officeDocument/2006/relationships/image" Target="../media/image94.png"/><Relationship Id="rId19" Type="http://schemas.openxmlformats.org/officeDocument/2006/relationships/customXml" Target="../ink/ink83.xml"/><Relationship Id="rId18" Type="http://schemas.openxmlformats.org/officeDocument/2006/relationships/image" Target="../media/image102.png"/><Relationship Id="rId17" Type="http://schemas.openxmlformats.org/officeDocument/2006/relationships/customXml" Target="../ink/ink82.xml"/><Relationship Id="rId16" Type="http://schemas.openxmlformats.org/officeDocument/2006/relationships/image" Target="../media/image101.png"/><Relationship Id="rId15" Type="http://schemas.openxmlformats.org/officeDocument/2006/relationships/customXml" Target="../ink/ink81.xml"/><Relationship Id="rId149" Type="http://schemas.openxmlformats.org/officeDocument/2006/relationships/slideLayout" Target="../slideLayouts/slideLayout2.xml"/><Relationship Id="rId148" Type="http://schemas.openxmlformats.org/officeDocument/2006/relationships/image" Target="../media/image167.png"/><Relationship Id="rId147" Type="http://schemas.openxmlformats.org/officeDocument/2006/relationships/customXml" Target="../ink/ink147.xml"/><Relationship Id="rId146" Type="http://schemas.openxmlformats.org/officeDocument/2006/relationships/image" Target="../media/image166.png"/><Relationship Id="rId145" Type="http://schemas.openxmlformats.org/officeDocument/2006/relationships/customXml" Target="../ink/ink146.xml"/><Relationship Id="rId144" Type="http://schemas.openxmlformats.org/officeDocument/2006/relationships/image" Target="../media/image165.png"/><Relationship Id="rId143" Type="http://schemas.openxmlformats.org/officeDocument/2006/relationships/customXml" Target="../ink/ink145.xml"/><Relationship Id="rId142" Type="http://schemas.openxmlformats.org/officeDocument/2006/relationships/image" Target="../media/image164.png"/><Relationship Id="rId141" Type="http://schemas.openxmlformats.org/officeDocument/2006/relationships/customXml" Target="../ink/ink144.xml"/><Relationship Id="rId140" Type="http://schemas.openxmlformats.org/officeDocument/2006/relationships/image" Target="../media/image163.png"/><Relationship Id="rId14" Type="http://schemas.openxmlformats.org/officeDocument/2006/relationships/image" Target="../media/image100.png"/><Relationship Id="rId139" Type="http://schemas.openxmlformats.org/officeDocument/2006/relationships/customXml" Target="../ink/ink143.xml"/><Relationship Id="rId138" Type="http://schemas.openxmlformats.org/officeDocument/2006/relationships/image" Target="../media/image162.png"/><Relationship Id="rId137" Type="http://schemas.openxmlformats.org/officeDocument/2006/relationships/customXml" Target="../ink/ink142.xml"/><Relationship Id="rId136" Type="http://schemas.openxmlformats.org/officeDocument/2006/relationships/image" Target="../media/image161.png"/><Relationship Id="rId135" Type="http://schemas.openxmlformats.org/officeDocument/2006/relationships/customXml" Target="../ink/ink141.xml"/><Relationship Id="rId134" Type="http://schemas.openxmlformats.org/officeDocument/2006/relationships/image" Target="../media/image160.png"/><Relationship Id="rId133" Type="http://schemas.openxmlformats.org/officeDocument/2006/relationships/customXml" Target="../ink/ink140.xml"/><Relationship Id="rId132" Type="http://schemas.openxmlformats.org/officeDocument/2006/relationships/image" Target="../media/image159.png"/><Relationship Id="rId131" Type="http://schemas.openxmlformats.org/officeDocument/2006/relationships/customXml" Target="../ink/ink139.xml"/><Relationship Id="rId130" Type="http://schemas.openxmlformats.org/officeDocument/2006/relationships/image" Target="../media/image158.png"/><Relationship Id="rId13" Type="http://schemas.openxmlformats.org/officeDocument/2006/relationships/customXml" Target="../ink/ink80.xml"/><Relationship Id="rId129" Type="http://schemas.openxmlformats.org/officeDocument/2006/relationships/customXml" Target="../ink/ink138.xml"/><Relationship Id="rId128" Type="http://schemas.openxmlformats.org/officeDocument/2006/relationships/image" Target="../media/image157.png"/><Relationship Id="rId127" Type="http://schemas.openxmlformats.org/officeDocument/2006/relationships/customXml" Target="../ink/ink137.xml"/><Relationship Id="rId126" Type="http://schemas.openxmlformats.org/officeDocument/2006/relationships/image" Target="../media/image156.png"/><Relationship Id="rId125" Type="http://schemas.openxmlformats.org/officeDocument/2006/relationships/customXml" Target="../ink/ink136.xml"/><Relationship Id="rId124" Type="http://schemas.openxmlformats.org/officeDocument/2006/relationships/image" Target="../media/image155.png"/><Relationship Id="rId123" Type="http://schemas.openxmlformats.org/officeDocument/2006/relationships/customXml" Target="../ink/ink135.xml"/><Relationship Id="rId122" Type="http://schemas.openxmlformats.org/officeDocument/2006/relationships/image" Target="../media/image154.png"/><Relationship Id="rId121" Type="http://schemas.openxmlformats.org/officeDocument/2006/relationships/customXml" Target="../ink/ink134.xml"/><Relationship Id="rId120" Type="http://schemas.openxmlformats.org/officeDocument/2006/relationships/image" Target="../media/image153.png"/><Relationship Id="rId12" Type="http://schemas.openxmlformats.org/officeDocument/2006/relationships/image" Target="../media/image99.png"/><Relationship Id="rId119" Type="http://schemas.openxmlformats.org/officeDocument/2006/relationships/customXml" Target="../ink/ink133.xml"/><Relationship Id="rId118" Type="http://schemas.openxmlformats.org/officeDocument/2006/relationships/image" Target="../media/image152.png"/><Relationship Id="rId117" Type="http://schemas.openxmlformats.org/officeDocument/2006/relationships/customXml" Target="../ink/ink132.xml"/><Relationship Id="rId116" Type="http://schemas.openxmlformats.org/officeDocument/2006/relationships/image" Target="../media/image151.png"/><Relationship Id="rId115" Type="http://schemas.openxmlformats.org/officeDocument/2006/relationships/customXml" Target="../ink/ink131.xml"/><Relationship Id="rId114" Type="http://schemas.openxmlformats.org/officeDocument/2006/relationships/image" Target="../media/image150.png"/><Relationship Id="rId113" Type="http://schemas.openxmlformats.org/officeDocument/2006/relationships/customXml" Target="../ink/ink130.xml"/><Relationship Id="rId112" Type="http://schemas.openxmlformats.org/officeDocument/2006/relationships/image" Target="../media/image149.png"/><Relationship Id="rId111" Type="http://schemas.openxmlformats.org/officeDocument/2006/relationships/customXml" Target="../ink/ink129.xml"/><Relationship Id="rId110" Type="http://schemas.openxmlformats.org/officeDocument/2006/relationships/image" Target="../media/image148.png"/><Relationship Id="rId11" Type="http://schemas.openxmlformats.org/officeDocument/2006/relationships/customXml" Target="../ink/ink79.xml"/><Relationship Id="rId109" Type="http://schemas.openxmlformats.org/officeDocument/2006/relationships/customXml" Target="../ink/ink128.xml"/><Relationship Id="rId108" Type="http://schemas.openxmlformats.org/officeDocument/2006/relationships/image" Target="../media/image147.png"/><Relationship Id="rId107" Type="http://schemas.openxmlformats.org/officeDocument/2006/relationships/customXml" Target="../ink/ink127.xml"/><Relationship Id="rId106" Type="http://schemas.openxmlformats.org/officeDocument/2006/relationships/image" Target="../media/image146.png"/><Relationship Id="rId105" Type="http://schemas.openxmlformats.org/officeDocument/2006/relationships/customXml" Target="../ink/ink126.xml"/><Relationship Id="rId104" Type="http://schemas.openxmlformats.org/officeDocument/2006/relationships/image" Target="../media/image145.png"/><Relationship Id="rId103" Type="http://schemas.openxmlformats.org/officeDocument/2006/relationships/customXml" Target="../ink/ink125.xml"/><Relationship Id="rId102" Type="http://schemas.openxmlformats.org/officeDocument/2006/relationships/image" Target="../media/image144.png"/><Relationship Id="rId101" Type="http://schemas.openxmlformats.org/officeDocument/2006/relationships/customXml" Target="../ink/ink124.xml"/><Relationship Id="rId100" Type="http://schemas.openxmlformats.org/officeDocument/2006/relationships/image" Target="../media/image143.png"/><Relationship Id="rId10" Type="http://schemas.openxmlformats.org/officeDocument/2006/relationships/image" Target="../media/image98.png"/><Relationship Id="rId1" Type="http://schemas.openxmlformats.org/officeDocument/2006/relationships/customXml" Target="../ink/ink7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customXml" Target="../ink/ink152.xml"/><Relationship Id="rId8" Type="http://schemas.openxmlformats.org/officeDocument/2006/relationships/image" Target="../media/image171.png"/><Relationship Id="rId7" Type="http://schemas.openxmlformats.org/officeDocument/2006/relationships/customXml" Target="../ink/ink151.xml"/><Relationship Id="rId6" Type="http://schemas.openxmlformats.org/officeDocument/2006/relationships/image" Target="../media/image170.png"/><Relationship Id="rId5" Type="http://schemas.openxmlformats.org/officeDocument/2006/relationships/customXml" Target="../ink/ink150.xml"/><Relationship Id="rId45" Type="http://schemas.openxmlformats.org/officeDocument/2006/relationships/slideLayout" Target="../slideLayouts/slideLayout2.xml"/><Relationship Id="rId44" Type="http://schemas.openxmlformats.org/officeDocument/2006/relationships/image" Target="../media/image189.png"/><Relationship Id="rId43" Type="http://schemas.openxmlformats.org/officeDocument/2006/relationships/customXml" Target="../ink/ink169.xml"/><Relationship Id="rId42" Type="http://schemas.openxmlformats.org/officeDocument/2006/relationships/image" Target="../media/image188.png"/><Relationship Id="rId41" Type="http://schemas.openxmlformats.org/officeDocument/2006/relationships/customXml" Target="../ink/ink168.xml"/><Relationship Id="rId40" Type="http://schemas.openxmlformats.org/officeDocument/2006/relationships/image" Target="../media/image187.png"/><Relationship Id="rId4" Type="http://schemas.openxmlformats.org/officeDocument/2006/relationships/image" Target="../media/image169.png"/><Relationship Id="rId39" Type="http://schemas.openxmlformats.org/officeDocument/2006/relationships/customXml" Target="../ink/ink167.xml"/><Relationship Id="rId38" Type="http://schemas.openxmlformats.org/officeDocument/2006/relationships/image" Target="../media/image186.png"/><Relationship Id="rId37" Type="http://schemas.openxmlformats.org/officeDocument/2006/relationships/customXml" Target="../ink/ink166.xml"/><Relationship Id="rId36" Type="http://schemas.openxmlformats.org/officeDocument/2006/relationships/image" Target="../media/image185.png"/><Relationship Id="rId35" Type="http://schemas.openxmlformats.org/officeDocument/2006/relationships/customXml" Target="../ink/ink165.xml"/><Relationship Id="rId34" Type="http://schemas.openxmlformats.org/officeDocument/2006/relationships/image" Target="../media/image184.png"/><Relationship Id="rId33" Type="http://schemas.openxmlformats.org/officeDocument/2006/relationships/customXml" Target="../ink/ink164.xml"/><Relationship Id="rId32" Type="http://schemas.openxmlformats.org/officeDocument/2006/relationships/image" Target="../media/image183.png"/><Relationship Id="rId31" Type="http://schemas.openxmlformats.org/officeDocument/2006/relationships/customXml" Target="../ink/ink163.xml"/><Relationship Id="rId30" Type="http://schemas.openxmlformats.org/officeDocument/2006/relationships/image" Target="../media/image182.png"/><Relationship Id="rId3" Type="http://schemas.openxmlformats.org/officeDocument/2006/relationships/customXml" Target="../ink/ink149.xml"/><Relationship Id="rId29" Type="http://schemas.openxmlformats.org/officeDocument/2006/relationships/customXml" Target="../ink/ink162.xml"/><Relationship Id="rId28" Type="http://schemas.openxmlformats.org/officeDocument/2006/relationships/image" Target="../media/image181.png"/><Relationship Id="rId27" Type="http://schemas.openxmlformats.org/officeDocument/2006/relationships/customXml" Target="../ink/ink161.xml"/><Relationship Id="rId26" Type="http://schemas.openxmlformats.org/officeDocument/2006/relationships/image" Target="../media/image180.png"/><Relationship Id="rId25" Type="http://schemas.openxmlformats.org/officeDocument/2006/relationships/customXml" Target="../ink/ink160.xml"/><Relationship Id="rId24" Type="http://schemas.openxmlformats.org/officeDocument/2006/relationships/image" Target="../media/image179.png"/><Relationship Id="rId23" Type="http://schemas.openxmlformats.org/officeDocument/2006/relationships/customXml" Target="../ink/ink159.xml"/><Relationship Id="rId22" Type="http://schemas.openxmlformats.org/officeDocument/2006/relationships/image" Target="../media/image178.png"/><Relationship Id="rId21" Type="http://schemas.openxmlformats.org/officeDocument/2006/relationships/customXml" Target="../ink/ink158.xml"/><Relationship Id="rId20" Type="http://schemas.openxmlformats.org/officeDocument/2006/relationships/image" Target="../media/image177.png"/><Relationship Id="rId2" Type="http://schemas.openxmlformats.org/officeDocument/2006/relationships/image" Target="../media/image168.png"/><Relationship Id="rId19" Type="http://schemas.openxmlformats.org/officeDocument/2006/relationships/customXml" Target="../ink/ink157.xml"/><Relationship Id="rId18" Type="http://schemas.openxmlformats.org/officeDocument/2006/relationships/image" Target="../media/image176.png"/><Relationship Id="rId17" Type="http://schemas.openxmlformats.org/officeDocument/2006/relationships/customXml" Target="../ink/ink156.xml"/><Relationship Id="rId16" Type="http://schemas.openxmlformats.org/officeDocument/2006/relationships/image" Target="../media/image175.png"/><Relationship Id="rId15" Type="http://schemas.openxmlformats.org/officeDocument/2006/relationships/customXml" Target="../ink/ink155.xml"/><Relationship Id="rId14" Type="http://schemas.openxmlformats.org/officeDocument/2006/relationships/image" Target="../media/image174.png"/><Relationship Id="rId13" Type="http://schemas.openxmlformats.org/officeDocument/2006/relationships/customXml" Target="../ink/ink154.xml"/><Relationship Id="rId12" Type="http://schemas.openxmlformats.org/officeDocument/2006/relationships/image" Target="../media/image173.png"/><Relationship Id="rId11" Type="http://schemas.openxmlformats.org/officeDocument/2006/relationships/customXml" Target="../ink/ink153.xml"/><Relationship Id="rId10" Type="http://schemas.openxmlformats.org/officeDocument/2006/relationships/image" Target="../media/image172.png"/><Relationship Id="rId1" Type="http://schemas.openxmlformats.org/officeDocument/2006/relationships/customXml" Target="../ink/ink14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customXml" Target="../ink/ink174.xml"/><Relationship Id="rId8" Type="http://schemas.openxmlformats.org/officeDocument/2006/relationships/image" Target="../media/image193.png"/><Relationship Id="rId7" Type="http://schemas.openxmlformats.org/officeDocument/2006/relationships/customXml" Target="../ink/ink173.xml"/><Relationship Id="rId6" Type="http://schemas.openxmlformats.org/officeDocument/2006/relationships/image" Target="../media/image192.png"/><Relationship Id="rId53" Type="http://schemas.openxmlformats.org/officeDocument/2006/relationships/slideLayout" Target="../slideLayouts/slideLayout2.xml"/><Relationship Id="rId52" Type="http://schemas.openxmlformats.org/officeDocument/2006/relationships/image" Target="../media/image214.png"/><Relationship Id="rId51" Type="http://schemas.openxmlformats.org/officeDocument/2006/relationships/customXml" Target="../ink/ink195.xml"/><Relationship Id="rId50" Type="http://schemas.openxmlformats.org/officeDocument/2006/relationships/image" Target="../media/image213.png"/><Relationship Id="rId5" Type="http://schemas.openxmlformats.org/officeDocument/2006/relationships/customXml" Target="../ink/ink172.xml"/><Relationship Id="rId49" Type="http://schemas.openxmlformats.org/officeDocument/2006/relationships/customXml" Target="../ink/ink194.xml"/><Relationship Id="rId48" Type="http://schemas.openxmlformats.org/officeDocument/2006/relationships/image" Target="../media/image212.png"/><Relationship Id="rId47" Type="http://schemas.openxmlformats.org/officeDocument/2006/relationships/customXml" Target="../ink/ink193.xml"/><Relationship Id="rId46" Type="http://schemas.openxmlformats.org/officeDocument/2006/relationships/image" Target="../media/image211.png"/><Relationship Id="rId45" Type="http://schemas.openxmlformats.org/officeDocument/2006/relationships/customXml" Target="../ink/ink192.xml"/><Relationship Id="rId44" Type="http://schemas.openxmlformats.org/officeDocument/2006/relationships/image" Target="../media/image210.png"/><Relationship Id="rId43" Type="http://schemas.openxmlformats.org/officeDocument/2006/relationships/customXml" Target="../ink/ink191.xml"/><Relationship Id="rId42" Type="http://schemas.openxmlformats.org/officeDocument/2006/relationships/image" Target="../media/image209.png"/><Relationship Id="rId41" Type="http://schemas.openxmlformats.org/officeDocument/2006/relationships/customXml" Target="../ink/ink190.xml"/><Relationship Id="rId40" Type="http://schemas.openxmlformats.org/officeDocument/2006/relationships/image" Target="../media/image208.png"/><Relationship Id="rId4" Type="http://schemas.openxmlformats.org/officeDocument/2006/relationships/image" Target="../media/image191.png"/><Relationship Id="rId39" Type="http://schemas.openxmlformats.org/officeDocument/2006/relationships/customXml" Target="../ink/ink189.xml"/><Relationship Id="rId38" Type="http://schemas.openxmlformats.org/officeDocument/2006/relationships/image" Target="../media/image207.png"/><Relationship Id="rId37" Type="http://schemas.openxmlformats.org/officeDocument/2006/relationships/customXml" Target="../ink/ink188.xml"/><Relationship Id="rId36" Type="http://schemas.openxmlformats.org/officeDocument/2006/relationships/image" Target="../media/image206.png"/><Relationship Id="rId35" Type="http://schemas.openxmlformats.org/officeDocument/2006/relationships/customXml" Target="../ink/ink187.xml"/><Relationship Id="rId34" Type="http://schemas.openxmlformats.org/officeDocument/2006/relationships/image" Target="../media/image205.png"/><Relationship Id="rId33" Type="http://schemas.openxmlformats.org/officeDocument/2006/relationships/customXml" Target="../ink/ink186.xml"/><Relationship Id="rId32" Type="http://schemas.openxmlformats.org/officeDocument/2006/relationships/image" Target="../media/image204.png"/><Relationship Id="rId31" Type="http://schemas.openxmlformats.org/officeDocument/2006/relationships/customXml" Target="../ink/ink185.xml"/><Relationship Id="rId30" Type="http://schemas.openxmlformats.org/officeDocument/2006/relationships/image" Target="../media/image203.png"/><Relationship Id="rId3" Type="http://schemas.openxmlformats.org/officeDocument/2006/relationships/customXml" Target="../ink/ink171.xml"/><Relationship Id="rId29" Type="http://schemas.openxmlformats.org/officeDocument/2006/relationships/customXml" Target="../ink/ink184.xml"/><Relationship Id="rId28" Type="http://schemas.openxmlformats.org/officeDocument/2006/relationships/image" Target="../media/image202.png"/><Relationship Id="rId27" Type="http://schemas.openxmlformats.org/officeDocument/2006/relationships/customXml" Target="../ink/ink183.xml"/><Relationship Id="rId26" Type="http://schemas.openxmlformats.org/officeDocument/2006/relationships/image" Target="../media/image201.png"/><Relationship Id="rId25" Type="http://schemas.openxmlformats.org/officeDocument/2006/relationships/customXml" Target="../ink/ink182.xml"/><Relationship Id="rId24" Type="http://schemas.openxmlformats.org/officeDocument/2006/relationships/image" Target="../media/image200.png"/><Relationship Id="rId23" Type="http://schemas.openxmlformats.org/officeDocument/2006/relationships/customXml" Target="../ink/ink181.xml"/><Relationship Id="rId22" Type="http://schemas.openxmlformats.org/officeDocument/2006/relationships/image" Target="../media/image9.png"/><Relationship Id="rId21" Type="http://schemas.openxmlformats.org/officeDocument/2006/relationships/customXml" Target="../ink/ink180.xml"/><Relationship Id="rId20" Type="http://schemas.openxmlformats.org/officeDocument/2006/relationships/image" Target="../media/image199.png"/><Relationship Id="rId2" Type="http://schemas.openxmlformats.org/officeDocument/2006/relationships/image" Target="../media/image190.png"/><Relationship Id="rId19" Type="http://schemas.openxmlformats.org/officeDocument/2006/relationships/customXml" Target="../ink/ink179.xml"/><Relationship Id="rId18" Type="http://schemas.openxmlformats.org/officeDocument/2006/relationships/image" Target="../media/image198.png"/><Relationship Id="rId17" Type="http://schemas.openxmlformats.org/officeDocument/2006/relationships/customXml" Target="../ink/ink178.xml"/><Relationship Id="rId16" Type="http://schemas.openxmlformats.org/officeDocument/2006/relationships/image" Target="../media/image197.png"/><Relationship Id="rId15" Type="http://schemas.openxmlformats.org/officeDocument/2006/relationships/customXml" Target="../ink/ink177.xml"/><Relationship Id="rId14" Type="http://schemas.openxmlformats.org/officeDocument/2006/relationships/image" Target="../media/image196.png"/><Relationship Id="rId13" Type="http://schemas.openxmlformats.org/officeDocument/2006/relationships/customXml" Target="../ink/ink176.xml"/><Relationship Id="rId12" Type="http://schemas.openxmlformats.org/officeDocument/2006/relationships/image" Target="../media/image195.png"/><Relationship Id="rId11" Type="http://schemas.openxmlformats.org/officeDocument/2006/relationships/customXml" Target="../ink/ink175.xml"/><Relationship Id="rId10" Type="http://schemas.openxmlformats.org/officeDocument/2006/relationships/image" Target="../media/image194.png"/><Relationship Id="rId1" Type="http://schemas.openxmlformats.org/officeDocument/2006/relationships/customXml" Target="../ink/ink17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customXml" Target="../ink/ink200.xml"/><Relationship Id="rId8" Type="http://schemas.openxmlformats.org/officeDocument/2006/relationships/image" Target="../media/image218.png"/><Relationship Id="rId7" Type="http://schemas.openxmlformats.org/officeDocument/2006/relationships/customXml" Target="../ink/ink199.xml"/><Relationship Id="rId6" Type="http://schemas.openxmlformats.org/officeDocument/2006/relationships/image" Target="../media/image217.png"/><Relationship Id="rId5" Type="http://schemas.openxmlformats.org/officeDocument/2006/relationships/customXml" Target="../ink/ink198.xml"/><Relationship Id="rId4" Type="http://schemas.openxmlformats.org/officeDocument/2006/relationships/image" Target="../media/image216.png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230.png"/><Relationship Id="rId31" Type="http://schemas.openxmlformats.org/officeDocument/2006/relationships/customXml" Target="../ink/ink211.xml"/><Relationship Id="rId30" Type="http://schemas.openxmlformats.org/officeDocument/2006/relationships/image" Target="../media/image229.png"/><Relationship Id="rId3" Type="http://schemas.openxmlformats.org/officeDocument/2006/relationships/customXml" Target="../ink/ink197.xml"/><Relationship Id="rId29" Type="http://schemas.openxmlformats.org/officeDocument/2006/relationships/customXml" Target="../ink/ink210.xml"/><Relationship Id="rId28" Type="http://schemas.openxmlformats.org/officeDocument/2006/relationships/image" Target="../media/image228.png"/><Relationship Id="rId27" Type="http://schemas.openxmlformats.org/officeDocument/2006/relationships/customXml" Target="../ink/ink209.xml"/><Relationship Id="rId26" Type="http://schemas.openxmlformats.org/officeDocument/2006/relationships/image" Target="../media/image227.png"/><Relationship Id="rId25" Type="http://schemas.openxmlformats.org/officeDocument/2006/relationships/customXml" Target="../ink/ink208.xml"/><Relationship Id="rId24" Type="http://schemas.openxmlformats.org/officeDocument/2006/relationships/image" Target="../media/image226.png"/><Relationship Id="rId23" Type="http://schemas.openxmlformats.org/officeDocument/2006/relationships/customXml" Target="../ink/ink207.xml"/><Relationship Id="rId22" Type="http://schemas.openxmlformats.org/officeDocument/2006/relationships/image" Target="../media/image225.png"/><Relationship Id="rId21" Type="http://schemas.openxmlformats.org/officeDocument/2006/relationships/customXml" Target="../ink/ink206.xml"/><Relationship Id="rId20" Type="http://schemas.openxmlformats.org/officeDocument/2006/relationships/image" Target="../media/image224.png"/><Relationship Id="rId2" Type="http://schemas.openxmlformats.org/officeDocument/2006/relationships/image" Target="../media/image215.png"/><Relationship Id="rId19" Type="http://schemas.openxmlformats.org/officeDocument/2006/relationships/customXml" Target="../ink/ink205.xml"/><Relationship Id="rId18" Type="http://schemas.openxmlformats.org/officeDocument/2006/relationships/image" Target="../media/image223.png"/><Relationship Id="rId17" Type="http://schemas.openxmlformats.org/officeDocument/2006/relationships/customXml" Target="../ink/ink204.xml"/><Relationship Id="rId16" Type="http://schemas.openxmlformats.org/officeDocument/2006/relationships/image" Target="../media/image222.png"/><Relationship Id="rId15" Type="http://schemas.openxmlformats.org/officeDocument/2006/relationships/customXml" Target="../ink/ink203.xml"/><Relationship Id="rId14" Type="http://schemas.openxmlformats.org/officeDocument/2006/relationships/image" Target="../media/image221.png"/><Relationship Id="rId13" Type="http://schemas.openxmlformats.org/officeDocument/2006/relationships/customXml" Target="../ink/ink202.xml"/><Relationship Id="rId12" Type="http://schemas.openxmlformats.org/officeDocument/2006/relationships/image" Target="../media/image220.png"/><Relationship Id="rId11" Type="http://schemas.openxmlformats.org/officeDocument/2006/relationships/customXml" Target="../ink/ink201.xml"/><Relationship Id="rId10" Type="http://schemas.openxmlformats.org/officeDocument/2006/relationships/image" Target="../media/image219.png"/><Relationship Id="rId1" Type="http://schemas.openxmlformats.org/officeDocument/2006/relationships/customXml" Target="../ink/ink19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5.png"/><Relationship Id="rId3" Type="http://schemas.openxmlformats.org/officeDocument/2006/relationships/image" Target="../media/image234.png"/><Relationship Id="rId2" Type="http://schemas.openxmlformats.org/officeDocument/2006/relationships/image" Target="../media/image233.png"/><Relationship Id="rId1" Type="http://schemas.openxmlformats.org/officeDocument/2006/relationships/image" Target="../media/image23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6.png"/><Relationship Id="rId1" Type="http://schemas.openxmlformats.org/officeDocument/2006/relationships/customXml" Target="../ink/ink2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7.png"/><Relationship Id="rId1" Type="http://schemas.openxmlformats.org/officeDocument/2006/relationships/customXml" Target="../ink/ink213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customXml" Target="../ink/ink217.xml"/><Relationship Id="rId8" Type="http://schemas.openxmlformats.org/officeDocument/2006/relationships/image" Target="../media/image242.png"/><Relationship Id="rId7" Type="http://schemas.openxmlformats.org/officeDocument/2006/relationships/customXml" Target="../ink/ink216.xml"/><Relationship Id="rId6" Type="http://schemas.openxmlformats.org/officeDocument/2006/relationships/image" Target="../media/image241.png"/><Relationship Id="rId5" Type="http://schemas.openxmlformats.org/officeDocument/2006/relationships/customXml" Target="../ink/ink215.xml"/><Relationship Id="rId4" Type="http://schemas.openxmlformats.org/officeDocument/2006/relationships/image" Target="../media/image240.png"/><Relationship Id="rId3" Type="http://schemas.openxmlformats.org/officeDocument/2006/relationships/customXml" Target="../ink/ink214.xml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252.png"/><Relationship Id="rId27" Type="http://schemas.openxmlformats.org/officeDocument/2006/relationships/customXml" Target="../ink/ink226.xml"/><Relationship Id="rId26" Type="http://schemas.openxmlformats.org/officeDocument/2006/relationships/image" Target="../media/image251.png"/><Relationship Id="rId25" Type="http://schemas.openxmlformats.org/officeDocument/2006/relationships/customXml" Target="../ink/ink225.xml"/><Relationship Id="rId24" Type="http://schemas.openxmlformats.org/officeDocument/2006/relationships/image" Target="../media/image250.png"/><Relationship Id="rId23" Type="http://schemas.openxmlformats.org/officeDocument/2006/relationships/customXml" Target="../ink/ink224.xml"/><Relationship Id="rId22" Type="http://schemas.openxmlformats.org/officeDocument/2006/relationships/image" Target="../media/image249.png"/><Relationship Id="rId21" Type="http://schemas.openxmlformats.org/officeDocument/2006/relationships/customXml" Target="../ink/ink223.xml"/><Relationship Id="rId20" Type="http://schemas.openxmlformats.org/officeDocument/2006/relationships/image" Target="../media/image248.png"/><Relationship Id="rId2" Type="http://schemas.openxmlformats.org/officeDocument/2006/relationships/image" Target="../media/image239.png"/><Relationship Id="rId19" Type="http://schemas.openxmlformats.org/officeDocument/2006/relationships/customXml" Target="../ink/ink222.xml"/><Relationship Id="rId18" Type="http://schemas.openxmlformats.org/officeDocument/2006/relationships/image" Target="../media/image247.png"/><Relationship Id="rId17" Type="http://schemas.openxmlformats.org/officeDocument/2006/relationships/customXml" Target="../ink/ink221.xml"/><Relationship Id="rId16" Type="http://schemas.openxmlformats.org/officeDocument/2006/relationships/image" Target="../media/image246.png"/><Relationship Id="rId15" Type="http://schemas.openxmlformats.org/officeDocument/2006/relationships/customXml" Target="../ink/ink220.xml"/><Relationship Id="rId14" Type="http://schemas.openxmlformats.org/officeDocument/2006/relationships/image" Target="../media/image245.png"/><Relationship Id="rId13" Type="http://schemas.openxmlformats.org/officeDocument/2006/relationships/customXml" Target="../ink/ink219.xml"/><Relationship Id="rId12" Type="http://schemas.openxmlformats.org/officeDocument/2006/relationships/image" Target="../media/image244.png"/><Relationship Id="rId11" Type="http://schemas.openxmlformats.org/officeDocument/2006/relationships/customXml" Target="../ink/ink218.xml"/><Relationship Id="rId10" Type="http://schemas.openxmlformats.org/officeDocument/2006/relationships/image" Target="../media/image243.png"/><Relationship Id="rId1" Type="http://schemas.openxmlformats.org/officeDocument/2006/relationships/image" Target="../media/image238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3.png"/><Relationship Id="rId3" Type="http://schemas.openxmlformats.org/officeDocument/2006/relationships/customXml" Target="../ink/ink228.xml"/><Relationship Id="rId2" Type="http://schemas.openxmlformats.org/officeDocument/2006/relationships/image" Target="../media/image9.png"/><Relationship Id="rId1" Type="http://schemas.openxmlformats.org/officeDocument/2006/relationships/customXml" Target="../ink/ink227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5.png"/><Relationship Id="rId3" Type="http://schemas.openxmlformats.org/officeDocument/2006/relationships/customXml" Target="../ink/ink230.xml"/><Relationship Id="rId2" Type="http://schemas.openxmlformats.org/officeDocument/2006/relationships/image" Target="../media/image254.png"/><Relationship Id="rId1" Type="http://schemas.openxmlformats.org/officeDocument/2006/relationships/customXml" Target="../ink/ink22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image" Target="../media/image25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章存储器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1" y="2409092"/>
            <a:ext cx="9601196" cy="3466776"/>
          </a:xfrm>
        </p:spPr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本章重点：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存储器的层次结构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主存与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的连接</a:t>
            </a:r>
            <a:endParaRPr lang="en-US" altLang="zh-CN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多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模块存储器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endParaRPr lang="en-US" altLang="zh-CN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虚拟存储器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55783" y="633045"/>
            <a:ext cx="10386647" cy="5767754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存储器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的层次结构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寄存器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-&gt;Cache-&gt;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主存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-&gt;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辅存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-&gt;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外存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Cache-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主存：解决了主存与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速度不匹配的问题。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主存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辅存：实现虚拟存储系统，解决了主存容量不够的问题。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注意：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辅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存中的数据要调入到主存才能被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访问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存储器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的分类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按照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存取方式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随机存取存储器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RAM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），如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内存</a:t>
            </a:r>
            <a:endParaRPr lang="en-US" altLang="zh-CN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顺序存取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存储器（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SAM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），如磁带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直接存取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存储器（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DAM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），如磁盘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相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联存储器（可按内容访问的存储器，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CAM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），如快表。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按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信息是否可改：分为读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写存储器和只读存储器（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ROM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断电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后是否消失：分为易失性存储器，如内存、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；非易失性存储器，如磁盘、光盘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存储器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的性能指标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存储容量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：存储字数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字长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单位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成本：每位价格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总成本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总容量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存储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速度：数据传输率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数据的宽带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存储周期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存储周期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存取时间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恢复时间</a:t>
            </a:r>
            <a:b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1836420" y="2068830"/>
              <a:ext cx="2452370" cy="7810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1836420" y="2068830"/>
                <a:ext cx="2452370" cy="78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5036820" y="2091690"/>
              <a:ext cx="1242695" cy="3175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5036820" y="2091690"/>
                <a:ext cx="1242695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7711440" y="4926330"/>
              <a:ext cx="635" cy="63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7711440" y="492633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6477" y="732692"/>
            <a:ext cx="10070120" cy="5533292"/>
          </a:xfrm>
        </p:spPr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主存储器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SRAM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的特点；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的刷新方式；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主存储器与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位扩展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法：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的数据线与存储芯片的数据位数不相等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，使用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多个存储器件对字长进行扩位。每个存储器的数据线都并行连接在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的数据总线上，而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地址线则是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串行相连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。由信号</a:t>
            </a:r>
            <a:r>
              <a:rPr lang="en-US" altLang="zh-CN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来控制使用哪个存储芯片。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br>
              <a:rPr lang="zh-CN" altLang="en-US" dirty="0"/>
            </a:br>
            <a:br>
              <a:rPr lang="zh-CN" altLang="en-US" dirty="0"/>
            </a:b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9337" y="2801816"/>
            <a:ext cx="6570785" cy="34172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1485900" y="1587500"/>
              <a:ext cx="2170430" cy="10922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1485900" y="1587500"/>
                <a:ext cx="2170430" cy="1092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墨迹 5"/>
              <p14:cNvContentPartPr/>
              <p14:nvPr/>
            </p14:nvContentPartPr>
            <p14:xfrm>
              <a:off x="3878580" y="1626870"/>
              <a:ext cx="2049780" cy="9715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5"/>
            </p:blipFill>
            <p:spPr>
              <a:xfrm>
                <a:off x="3878580" y="1626870"/>
                <a:ext cx="2049780" cy="97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墨迹 6"/>
              <p14:cNvContentPartPr/>
              <p14:nvPr/>
            </p14:nvContentPartPr>
            <p14:xfrm>
              <a:off x="1911350" y="2137410"/>
              <a:ext cx="1030605" cy="31305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7"/>
            </p:blipFill>
            <p:spPr>
              <a:xfrm>
                <a:off x="1911350" y="2137410"/>
                <a:ext cx="1030605" cy="31305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7506" y="650631"/>
            <a:ext cx="10410093" cy="5486400"/>
          </a:xfrm>
        </p:spPr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字扩展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法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原理：当主存储器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位数够而字数不够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，通过字扩展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的方法来扩展主存储器，将多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个位数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相同的存储芯片并联起来，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增加字数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，并且存储空间是连续的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。可能需要译码器来控制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存储器的个数，如有两位地址线连接了译码器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译码器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可以控制 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2^2 </a:t>
            </a:r>
            <a:r>
              <a:rPr lang="zh-CN" altLang="en-US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）个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存储器。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注意：地址译码的方案（线选法；门电路；译码器；可编程逻辑器件）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4615" y="2551600"/>
            <a:ext cx="6858000" cy="3114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99" y="667443"/>
            <a:ext cx="10961077" cy="5225237"/>
          </a:xfrm>
        </p:spPr>
        <p:txBody>
          <a:bodyPr>
            <a:norm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多模块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存储器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双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端口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RAM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；单体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多字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存储器；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</a:t>
            </a:r>
            <a:r>
              <a:rPr lang="zh-CN" altLang="en-US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体交叉存储器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（重点</a:t>
            </a:r>
            <a:r>
              <a:rPr lang="zh-CN" altLang="en-US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每个模块都有相同的容量和存取速度，各模块都有独立的读写控制电路，地址寄存器，和数据寄存器，既能并行工作，又能交叉工作（一个模块进入恢复时间，另一个模块进行存取）</a:t>
            </a:r>
            <a:r>
              <a:rPr lang="zh-CN" altLang="en-US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4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高位交叉中，由于下一个访问的地址还是在这个存储体上，所以必须等到恢复时间结束后才能继续访问，故不能并行访问。效果也仅仅是扩容。而在低位交叉编制中，下一个访问地址不在同一个存储体上，所以可以交叉访问，不仅扩容还加快了访问速度</a:t>
            </a:r>
            <a:r>
              <a:rPr lang="zh-CN" altLang="en-US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。当块数</a:t>
            </a:r>
            <a:r>
              <a:rPr lang="en-US" altLang="zh-CN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 ≥ T/r</a:t>
            </a:r>
            <a:r>
              <a:rPr lang="zh-CN" altLang="en-US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时，能达到最佳存储效率。</a:t>
            </a:r>
            <a:r>
              <a:rPr lang="en-US" altLang="zh-CN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为存取周期，</a:t>
            </a:r>
            <a:r>
              <a:rPr lang="en-US" altLang="zh-CN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14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为存取时间。</a:t>
            </a:r>
            <a:endParaRPr lang="zh-CN" altLang="en-US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815" y="3280061"/>
            <a:ext cx="7397264" cy="30707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339" y="4636477"/>
            <a:ext cx="4032738" cy="13089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967740" y="986155"/>
              <a:ext cx="1384935" cy="11620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967740" y="986155"/>
                <a:ext cx="138493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1386840" y="1443355"/>
              <a:ext cx="988695" cy="10795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1386840" y="1443355"/>
                <a:ext cx="98869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2773680" y="1451610"/>
              <a:ext cx="1012825" cy="317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2773680" y="1451610"/>
                <a:ext cx="1012825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8" name="墨迹 7"/>
              <p14:cNvContentPartPr/>
              <p14:nvPr/>
            </p14:nvContentPartPr>
            <p14:xfrm>
              <a:off x="4991100" y="2068830"/>
              <a:ext cx="6283325" cy="8445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0"/>
            </p:blipFill>
            <p:spPr>
              <a:xfrm>
                <a:off x="4991100" y="2068830"/>
                <a:ext cx="6283325" cy="844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9" name="墨迹 8"/>
              <p14:cNvContentPartPr/>
              <p14:nvPr/>
            </p14:nvContentPartPr>
            <p14:xfrm>
              <a:off x="1889760" y="2289810"/>
              <a:ext cx="4366260" cy="1587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2"/>
            </p:blipFill>
            <p:spPr>
              <a:xfrm>
                <a:off x="1889760" y="2289810"/>
                <a:ext cx="4366260" cy="15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0" name="墨迹 9"/>
              <p14:cNvContentPartPr/>
              <p14:nvPr/>
            </p14:nvContentPartPr>
            <p14:xfrm>
              <a:off x="1874520" y="2546985"/>
              <a:ext cx="9130665" cy="26289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4"/>
            </p:blipFill>
            <p:spPr>
              <a:xfrm>
                <a:off x="1874520" y="2546985"/>
                <a:ext cx="9130665" cy="262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1" name="墨迹 10"/>
              <p14:cNvContentPartPr/>
              <p14:nvPr/>
            </p14:nvContentPartPr>
            <p14:xfrm>
              <a:off x="1934845" y="2807970"/>
              <a:ext cx="1852930" cy="3937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6"/>
            </p:blipFill>
            <p:spPr>
              <a:xfrm>
                <a:off x="1934845" y="2807970"/>
                <a:ext cx="1852930" cy="3937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9923" y="550985"/>
            <a:ext cx="10515600" cy="5324883"/>
          </a:xfrm>
        </p:spPr>
        <p:txBody>
          <a:bodyPr/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Cache-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高速缓冲存储器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（重点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为什么要引入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程序的局部性原理：（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的）时间局部性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原理和空间局部性原理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时间局部性：如果一个数据现在被访问了，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那么此后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很有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可能再次被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空间局部性：如果一个数据现在被访问了，那么它周围的数据在以后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可能会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被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和主存的数据</a:t>
            </a:r>
            <a:r>
              <a:rPr lang="zh-CN" altLang="en-US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块的对应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关系：每次被访问的主存块，一定会被立即调入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，而且是以块为单位进行调入。</a:t>
            </a:r>
            <a:endParaRPr lang="zh-CN" altLang="en-US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23" y="3213426"/>
            <a:ext cx="6858000" cy="2952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805" y="4337538"/>
            <a:ext cx="3540369" cy="10002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199" y="3658565"/>
            <a:ext cx="2956649" cy="6789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2" name="墨迹 1"/>
              <p14:cNvContentPartPr/>
              <p14:nvPr/>
            </p14:nvContentPartPr>
            <p14:xfrm>
              <a:off x="2141220" y="2022475"/>
              <a:ext cx="984250" cy="5524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5"/>
            </p:blipFill>
            <p:spPr>
              <a:xfrm>
                <a:off x="2141220" y="2022475"/>
                <a:ext cx="984250" cy="55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墨迹 6"/>
              <p14:cNvContentPartPr/>
              <p14:nvPr/>
            </p14:nvContentPartPr>
            <p14:xfrm>
              <a:off x="2225040" y="2426335"/>
              <a:ext cx="944245" cy="9271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7"/>
            </p:blipFill>
            <p:spPr>
              <a:xfrm>
                <a:off x="2225040" y="2426335"/>
                <a:ext cx="944245" cy="927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墨迹 7"/>
              <p14:cNvContentPartPr/>
              <p14:nvPr/>
            </p14:nvContentPartPr>
            <p14:xfrm>
              <a:off x="3318510" y="2418715"/>
              <a:ext cx="5979160" cy="5461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9"/>
            </p:blipFill>
            <p:spPr>
              <a:xfrm>
                <a:off x="3318510" y="2418715"/>
                <a:ext cx="5979160" cy="546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9" name="墨迹 8"/>
              <p14:cNvContentPartPr/>
              <p14:nvPr/>
            </p14:nvContentPartPr>
            <p14:xfrm>
              <a:off x="3390900" y="2091055"/>
              <a:ext cx="5134610" cy="2413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1"/>
            </p:blipFill>
            <p:spPr>
              <a:xfrm>
                <a:off x="3390900" y="2091055"/>
                <a:ext cx="5134610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0" name="墨迹 9"/>
              <p14:cNvContentPartPr/>
              <p14:nvPr/>
            </p14:nvContentPartPr>
            <p14:xfrm>
              <a:off x="5015230" y="2434590"/>
              <a:ext cx="479425" cy="35115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3"/>
            </p:blipFill>
            <p:spPr>
              <a:xfrm>
                <a:off x="5015230" y="2434590"/>
                <a:ext cx="479425" cy="351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1" name="墨迹 10"/>
              <p14:cNvContentPartPr/>
              <p14:nvPr/>
            </p14:nvContentPartPr>
            <p14:xfrm>
              <a:off x="3562985" y="2891790"/>
              <a:ext cx="369570" cy="32067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5"/>
            </p:blipFill>
            <p:spPr>
              <a:xfrm>
                <a:off x="3562985" y="2891790"/>
                <a:ext cx="369570" cy="320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2" name="墨迹 11"/>
              <p14:cNvContentPartPr/>
              <p14:nvPr/>
            </p14:nvContentPartPr>
            <p14:xfrm>
              <a:off x="5187315" y="3188970"/>
              <a:ext cx="2533650" cy="61849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7"/>
            </p:blipFill>
            <p:spPr>
              <a:xfrm>
                <a:off x="5187315" y="3188970"/>
                <a:ext cx="2533650" cy="61849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7185" y="637736"/>
            <a:ext cx="4744798" cy="1824110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主存与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的映射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全相联映射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主存块可以放在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的任意</a:t>
            </a:r>
            <a:r>
              <a:rPr lang="zh-CN" altLang="en-US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</a:t>
            </a:r>
            <a:endParaRPr lang="en-US" altLang="zh-CN" sz="1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</a:t>
            </a:r>
            <a:r>
              <a:rPr lang="en-US" altLang="zh-CN" sz="1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在访问主存时，会先对比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所有块中的标记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Tag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Tag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就是在主存中的主存块号，占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6210652" y="637736"/>
            <a:ext cx="4718304" cy="1783079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直接映射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每个主存块只能放在一个特定的位置。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块号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主存块号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%Cache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块总数</a:t>
            </a:r>
            <a:endParaRPr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53" y="2942492"/>
            <a:ext cx="5700699" cy="341988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652" y="2942492"/>
            <a:ext cx="5442086" cy="33435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墨迹 4"/>
              <p14:cNvContentPartPr/>
              <p14:nvPr/>
            </p14:nvContentPartPr>
            <p14:xfrm>
              <a:off x="1493520" y="1276350"/>
              <a:ext cx="3513455" cy="24638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4"/>
            </p:blipFill>
            <p:spPr>
              <a:xfrm>
                <a:off x="1493520" y="1276350"/>
                <a:ext cx="3513455" cy="246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8" name="墨迹 7"/>
              <p14:cNvContentPartPr/>
              <p14:nvPr/>
            </p14:nvContentPartPr>
            <p14:xfrm>
              <a:off x="1531620" y="1534795"/>
              <a:ext cx="647700" cy="317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6"/>
            </p:blipFill>
            <p:spPr>
              <a:xfrm>
                <a:off x="1531620" y="1534795"/>
                <a:ext cx="647700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9" name="墨迹 8"/>
              <p14:cNvContentPartPr/>
              <p14:nvPr/>
            </p14:nvContentPartPr>
            <p14:xfrm>
              <a:off x="6492240" y="941070"/>
              <a:ext cx="1080135" cy="1651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8"/>
            </p:blipFill>
            <p:spPr>
              <a:xfrm>
                <a:off x="6492240" y="941070"/>
                <a:ext cx="1080135" cy="1651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5696" y="609204"/>
            <a:ext cx="4718304" cy="1829196"/>
          </a:xfrm>
        </p:spPr>
        <p:txBody>
          <a:bodyPr>
            <a:norm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组相联映射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sz="1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块分为若干组，每个主存块可以放到特定分组中的任意一个位置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8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号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主存块号</a:t>
            </a:r>
            <a:r>
              <a:rPr lang="en-US" altLang="zh-CN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分组数</a:t>
            </a:r>
            <a:endParaRPr lang="zh-CN" altLang="en-US" sz="1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>
          <a:xfrm>
            <a:off x="7315201" y="1910862"/>
            <a:ext cx="3983032" cy="486507"/>
          </a:xfrm>
        </p:spPr>
        <p:txBody>
          <a:bodyPr/>
          <a:lstStyle/>
          <a:p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三种映射方法对比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232" y="2438400"/>
            <a:ext cx="6816969" cy="394444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1" y="2438400"/>
            <a:ext cx="4372707" cy="2077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8554" y="662354"/>
            <a:ext cx="10849708" cy="5609492"/>
          </a:xfrm>
        </p:spPr>
        <p:txBody>
          <a:bodyPr>
            <a:normAutofit/>
          </a:bodyPr>
          <a:lstStyle/>
          <a:p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虚拟存储器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操作系统的管理下，只把当前需要的部分数据调入主存，暂不需要的部分留在辅存中。在用户看来，似乎获得了一个超大的主存。（虚拟性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页式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虚拟存储器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执行的机器指令中，使用的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是“逻辑地址”，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因此需要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通过“页表”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将逻辑地址转为物理地址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。程序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在逻辑上被分为若干个大小相等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的“页面”，“页面”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大小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与“块”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的大小相同。每个页面可以离散的存放在不同主存块中</a:t>
            </a:r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2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2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页表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的作用：记录了每个逻辑页面存放在哪个主存块中。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逻辑地址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逻辑页号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页内</a:t>
            </a:r>
            <a:r>
              <a:rPr lang="zh-CN" altLang="en-US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地址；物理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主存块号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页内</a:t>
            </a:r>
            <a:r>
              <a:rPr lang="zh-CN" altLang="en-US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endParaRPr lang="en-US" altLang="zh-CN" sz="12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无快表</a:t>
            </a:r>
            <a:r>
              <a:rPr lang="en-US" altLang="zh-CN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							   </a:t>
            </a:r>
            <a:r>
              <a:rPr lang="zh-CN" altLang="en-US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快表：快</a:t>
            </a:r>
            <a:r>
              <a:rPr lang="zh-CN" altLang="en-US" sz="12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表存放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中，先访问快表，若未命中，则去访问主存中的慢表</a:t>
            </a:r>
            <a:endParaRPr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461" y="2731476"/>
            <a:ext cx="5457748" cy="35168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373" y="2731476"/>
            <a:ext cx="5249889" cy="35168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1120140" y="918210"/>
              <a:ext cx="1106805" cy="9271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1120140" y="918210"/>
                <a:ext cx="1106805" cy="927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975360" y="1642110"/>
              <a:ext cx="1739900" cy="825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975360" y="1642110"/>
                <a:ext cx="173990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7322820" y="2091690"/>
              <a:ext cx="199390" cy="42735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7322820" y="2091690"/>
                <a:ext cx="199390" cy="42735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6814" y="609600"/>
            <a:ext cx="10204939" cy="5266268"/>
          </a:xfrm>
        </p:spPr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虚拟存储器与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的比较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266" y="1187341"/>
            <a:ext cx="8642034" cy="27926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97169" y="597877"/>
            <a:ext cx="10644553" cy="5632937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、计算机的存储器采用分级方式是为了（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、方便编程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		B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、解决容量、速度、价格三者之间的矛盾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、保存大量数据方便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D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、操作方便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、计算机的存储系统是指（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RAM			</a:t>
            </a:r>
            <a:r>
              <a:rPr lang="en-US" altLang="zh-CN" sz="2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	B</a:t>
            </a:r>
            <a:r>
              <a:rPr lang="zh-CN" altLang="zh-CN" sz="2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ROM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、主存储器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		D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、主存储器和外存储器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、下列关于多级</a:t>
            </a:r>
            <a:r>
              <a:rPr lang="zh-CN" altLang="zh-CN" sz="2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存储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r>
              <a:rPr lang="zh-CN" altLang="zh-CN" sz="2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说法中，正确的有（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、多级</a:t>
            </a:r>
            <a:r>
              <a:rPr lang="zh-CN" altLang="zh-CN" sz="2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存储</a:t>
            </a:r>
            <a:r>
              <a:rPr lang="zh-CN" altLang="en-US" sz="2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r>
              <a:rPr lang="zh-CN" altLang="zh-CN" sz="2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为了降低存储成本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II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、虚拟存储器中主存和辅存之间的数据调动对任何程序员是透明的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III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只能与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直接交换信息，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与主存交换信息也需要经过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Cache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、仅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	</a:t>
            </a:r>
            <a:r>
              <a:rPr lang="en-US" altLang="zh-CN" sz="2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B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、仅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Ⅱ	C.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Ⅱ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III	D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、仅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Ⅱ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、某一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芯片，其容量为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1024x8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位，除电源和接地端外，该芯片的引脚的最小数目为（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A. 21 </a:t>
            </a:r>
            <a:r>
              <a:rPr lang="en-US" altLang="zh-CN" sz="2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B. 22 		C. 23 		D. 24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、某存储器容量为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32K×16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位，则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(		)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地址线为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16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根，数据线为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B.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地址线为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根，数据线为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16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C.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地址线为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15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根，数据线为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16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	D.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地址线为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15 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根，数据线为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32</a:t>
            </a:r>
            <a:r>
              <a:rPr lang="zh-CN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根</a:t>
            </a:r>
            <a:endParaRPr lang="zh-CN" altLang="zh-CN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520440" y="887095"/>
              <a:ext cx="716915" cy="31369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520440" y="887095"/>
                <a:ext cx="716915" cy="3136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3527425" y="2237740"/>
              <a:ext cx="601345" cy="25082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3527425" y="2237740"/>
                <a:ext cx="601345" cy="250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4640580" y="2748915"/>
              <a:ext cx="410210" cy="30988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4640580" y="2748915"/>
                <a:ext cx="410210" cy="309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8503920" y="3524250"/>
              <a:ext cx="206375" cy="19875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8503920" y="3524250"/>
                <a:ext cx="206375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墨迹 6"/>
              <p14:cNvContentPartPr/>
              <p14:nvPr/>
            </p14:nvContentPartPr>
            <p14:xfrm>
              <a:off x="8345170" y="3470910"/>
              <a:ext cx="395605" cy="30416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0"/>
            </p:blipFill>
            <p:spPr>
              <a:xfrm>
                <a:off x="8345170" y="3470910"/>
                <a:ext cx="395605" cy="304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8" name="墨迹 7"/>
              <p14:cNvContentPartPr/>
              <p14:nvPr/>
            </p14:nvContentPartPr>
            <p14:xfrm>
              <a:off x="3550920" y="3806190"/>
              <a:ext cx="297815" cy="24447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2"/>
            </p:blipFill>
            <p:spPr>
              <a:xfrm>
                <a:off x="3550920" y="3806190"/>
                <a:ext cx="297815" cy="2444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9" name="墨迹 8"/>
              <p14:cNvContentPartPr/>
              <p14:nvPr/>
            </p14:nvContentPartPr>
            <p14:xfrm>
              <a:off x="7498080" y="3129915"/>
              <a:ext cx="936625" cy="34988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4"/>
            </p:blipFill>
            <p:spPr>
              <a:xfrm>
                <a:off x="7498080" y="3129915"/>
                <a:ext cx="936625" cy="3498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" name="墨迹 9"/>
              <p14:cNvContentPartPr/>
              <p14:nvPr/>
            </p14:nvContentPartPr>
            <p14:xfrm>
              <a:off x="2034540" y="3744595"/>
              <a:ext cx="458470" cy="26098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6"/>
            </p:blipFill>
            <p:spPr>
              <a:xfrm>
                <a:off x="2034540" y="3744595"/>
                <a:ext cx="458470" cy="260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1" name="墨迹 10"/>
              <p14:cNvContentPartPr/>
              <p14:nvPr/>
            </p14:nvContentPartPr>
            <p14:xfrm>
              <a:off x="4015740" y="4316730"/>
              <a:ext cx="1021715" cy="6921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8"/>
            </p:blipFill>
            <p:spPr>
              <a:xfrm>
                <a:off x="4015740" y="4316730"/>
                <a:ext cx="1021715" cy="692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2" name="墨迹 11"/>
              <p14:cNvContentPartPr/>
              <p14:nvPr/>
            </p14:nvContentPartPr>
            <p14:xfrm>
              <a:off x="5257800" y="4300855"/>
              <a:ext cx="1477010" cy="10795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0"/>
            </p:blipFill>
            <p:spPr>
              <a:xfrm>
                <a:off x="5257800" y="4300855"/>
                <a:ext cx="147701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3" name="墨迹 12"/>
              <p14:cNvContentPartPr/>
              <p14:nvPr/>
            </p14:nvContentPartPr>
            <p14:xfrm>
              <a:off x="1988820" y="4315460"/>
              <a:ext cx="969010" cy="8572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2"/>
            </p:blipFill>
            <p:spPr>
              <a:xfrm>
                <a:off x="1988820" y="4315460"/>
                <a:ext cx="969010" cy="85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4" name="墨迹 13"/>
              <p14:cNvContentPartPr/>
              <p14:nvPr/>
            </p14:nvContentPartPr>
            <p14:xfrm>
              <a:off x="1006475" y="4408170"/>
              <a:ext cx="244475" cy="31369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4"/>
            </p:blipFill>
            <p:spPr>
              <a:xfrm>
                <a:off x="1006475" y="4408170"/>
                <a:ext cx="244475" cy="3136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5" name="墨迹 14"/>
              <p14:cNvContentPartPr/>
              <p14:nvPr/>
            </p14:nvContentPartPr>
            <p14:xfrm>
              <a:off x="7397750" y="4339590"/>
              <a:ext cx="70485" cy="2603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6"/>
            </p:blipFill>
            <p:spPr>
              <a:xfrm>
                <a:off x="7397750" y="4339590"/>
                <a:ext cx="70485" cy="260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6" name="墨迹 15"/>
              <p14:cNvContentPartPr/>
              <p14:nvPr/>
            </p14:nvContentPartPr>
            <p14:xfrm>
              <a:off x="7597140" y="4348480"/>
              <a:ext cx="138430" cy="32766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8"/>
            </p:blipFill>
            <p:spPr>
              <a:xfrm>
                <a:off x="7597140" y="4348480"/>
                <a:ext cx="138430" cy="3276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7" name="墨迹 16"/>
              <p14:cNvContentPartPr/>
              <p14:nvPr/>
            </p14:nvContentPartPr>
            <p14:xfrm>
              <a:off x="8001000" y="4522470"/>
              <a:ext cx="233045" cy="3873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0"/>
            </p:blipFill>
            <p:spPr>
              <a:xfrm>
                <a:off x="8001000" y="4522470"/>
                <a:ext cx="233045" cy="38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8" name="墨迹 17"/>
              <p14:cNvContentPartPr/>
              <p14:nvPr/>
            </p14:nvContentPartPr>
            <p14:xfrm>
              <a:off x="8122920" y="4461510"/>
              <a:ext cx="8255" cy="11366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2"/>
            </p:blipFill>
            <p:spPr>
              <a:xfrm>
                <a:off x="8122920" y="4461510"/>
                <a:ext cx="8255" cy="113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9" name="墨迹 18"/>
              <p14:cNvContentPartPr/>
              <p14:nvPr/>
            </p14:nvContentPartPr>
            <p14:xfrm>
              <a:off x="8122920" y="4560570"/>
              <a:ext cx="8255" cy="9017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4"/>
            </p:blipFill>
            <p:spPr>
              <a:xfrm>
                <a:off x="8122920" y="4560570"/>
                <a:ext cx="8255" cy="901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0" name="墨迹 19"/>
              <p14:cNvContentPartPr/>
              <p14:nvPr/>
            </p14:nvContentPartPr>
            <p14:xfrm>
              <a:off x="7665720" y="4354830"/>
              <a:ext cx="83820" cy="1587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6"/>
            </p:blipFill>
            <p:spPr>
              <a:xfrm>
                <a:off x="7665720" y="4354830"/>
                <a:ext cx="83820" cy="15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1" name="墨迹 20"/>
              <p14:cNvContentPartPr/>
              <p14:nvPr/>
            </p14:nvContentPartPr>
            <p14:xfrm>
              <a:off x="8526145" y="4370070"/>
              <a:ext cx="77470" cy="34925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8"/>
            </p:blipFill>
            <p:spPr>
              <a:xfrm>
                <a:off x="8526145" y="4370070"/>
                <a:ext cx="77470" cy="349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2" name="墨迹 21"/>
              <p14:cNvContentPartPr/>
              <p14:nvPr/>
            </p14:nvContentPartPr>
            <p14:xfrm>
              <a:off x="8892540" y="4514850"/>
              <a:ext cx="212090" cy="825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0"/>
            </p:blipFill>
            <p:spPr>
              <a:xfrm>
                <a:off x="8892540" y="4514850"/>
                <a:ext cx="21209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3" name="墨迹 22"/>
              <p14:cNvContentPartPr/>
              <p14:nvPr/>
            </p14:nvContentPartPr>
            <p14:xfrm>
              <a:off x="8990330" y="4453890"/>
              <a:ext cx="70485" cy="20574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2"/>
            </p:blipFill>
            <p:spPr>
              <a:xfrm>
                <a:off x="8990330" y="4453890"/>
                <a:ext cx="70485" cy="2057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4" name="墨迹 23"/>
              <p14:cNvContentPartPr/>
              <p14:nvPr/>
            </p14:nvContentPartPr>
            <p14:xfrm>
              <a:off x="9306560" y="4469130"/>
              <a:ext cx="334010" cy="19113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4"/>
            </p:blipFill>
            <p:spPr>
              <a:xfrm>
                <a:off x="9306560" y="4469130"/>
                <a:ext cx="334010" cy="191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25" name="墨迹 24"/>
              <p14:cNvContentPartPr/>
              <p14:nvPr/>
            </p14:nvContentPartPr>
            <p14:xfrm>
              <a:off x="2194560" y="5612765"/>
              <a:ext cx="671195" cy="6096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6"/>
            </p:blipFill>
            <p:spPr>
              <a:xfrm>
                <a:off x="2194560" y="5612765"/>
                <a:ext cx="671195" cy="60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26" name="墨迹 25"/>
              <p14:cNvContentPartPr/>
              <p14:nvPr/>
            </p14:nvContentPartPr>
            <p14:xfrm>
              <a:off x="3253740" y="5642610"/>
              <a:ext cx="1105535" cy="13081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8"/>
            </p:blipFill>
            <p:spPr>
              <a:xfrm>
                <a:off x="3253740" y="5642610"/>
                <a:ext cx="1105535" cy="1308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27" name="墨迹 26"/>
              <p14:cNvContentPartPr/>
              <p14:nvPr/>
            </p14:nvContentPartPr>
            <p14:xfrm>
              <a:off x="956945" y="5368290"/>
              <a:ext cx="548640" cy="35242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50"/>
            </p:blipFill>
            <p:spPr>
              <a:xfrm>
                <a:off x="956945" y="5368290"/>
                <a:ext cx="548640" cy="352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28" name="墨迹 27"/>
              <p14:cNvContentPartPr/>
              <p14:nvPr/>
            </p14:nvContentPartPr>
            <p14:xfrm>
              <a:off x="5165090" y="3107055"/>
              <a:ext cx="872490" cy="39941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2"/>
            </p:blipFill>
            <p:spPr>
              <a:xfrm>
                <a:off x="5165090" y="3107055"/>
                <a:ext cx="872490" cy="3994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29" name="墨迹 28"/>
              <p14:cNvContentPartPr/>
              <p14:nvPr/>
            </p14:nvContentPartPr>
            <p14:xfrm>
              <a:off x="5440680" y="2819400"/>
              <a:ext cx="1188085" cy="173037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4"/>
            </p:blipFill>
            <p:spPr>
              <a:xfrm>
                <a:off x="5440680" y="2819400"/>
                <a:ext cx="1188085" cy="17303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30" name="墨迹 29"/>
              <p14:cNvContentPartPr/>
              <p14:nvPr/>
            </p14:nvContentPartPr>
            <p14:xfrm>
              <a:off x="5151120" y="2788920"/>
              <a:ext cx="1219835" cy="147701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6"/>
            </p:blipFill>
            <p:spPr>
              <a:xfrm>
                <a:off x="5151120" y="2788920"/>
                <a:ext cx="1219835" cy="147701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7169" y="568326"/>
            <a:ext cx="10656277" cy="628967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中每个存储单元为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16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位，则下面所述正确的是（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地址线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数据线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	C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指令长度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	D.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以上说法都不正确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7. DRAM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的刷新是以（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）为单位的。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存储单元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B.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C.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D.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存储字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动态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采用下列哪种刷新方式时，不存在死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区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时间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集中刷新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B.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分散刷新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C.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异步刷新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D.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都不对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9.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下面是有关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DRAM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存储器芯片的叙述：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I. DRAM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芯片的集成度比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芯片的高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II. DRAM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芯片的成本比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芯片的高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III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. DRAM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芯片的速度比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芯片的快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IV. DRAM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芯片工作时需要刷新，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SRAM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芯片工作时不需要刷新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通常情况下，错误的是（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	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II	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II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III	C.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III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IV	D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IV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10.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2014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统考真题】某容量为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256MB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的存储器由若干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4M×8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DRAM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芯片构成，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芯片的地址引脚和数据引脚总数是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(		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 19 		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B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. 22		C. 30		D. 36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703320" y="551815"/>
              <a:ext cx="435610" cy="41148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703320" y="551815"/>
                <a:ext cx="435610" cy="411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3001010" y="818515"/>
              <a:ext cx="807085" cy="47561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3001010" y="818515"/>
                <a:ext cx="807085" cy="4756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2545080" y="1643380"/>
              <a:ext cx="601980" cy="4038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2545080" y="1643380"/>
                <a:ext cx="601980" cy="4038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4662805" y="2067560"/>
              <a:ext cx="443865" cy="39179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4662805" y="2067560"/>
                <a:ext cx="443865" cy="3917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墨迹 6"/>
              <p14:cNvContentPartPr/>
              <p14:nvPr/>
            </p14:nvContentPartPr>
            <p14:xfrm>
              <a:off x="2651760" y="2350135"/>
              <a:ext cx="588645" cy="4064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0"/>
            </p:blipFill>
            <p:spPr>
              <a:xfrm>
                <a:off x="2651760" y="2350135"/>
                <a:ext cx="588645" cy="406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8" name="墨迹 7"/>
              <p14:cNvContentPartPr/>
              <p14:nvPr/>
            </p14:nvContentPartPr>
            <p14:xfrm>
              <a:off x="5028565" y="3042920"/>
              <a:ext cx="772160" cy="47498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2"/>
            </p:blipFill>
            <p:spPr>
              <a:xfrm>
                <a:off x="5028565" y="3042920"/>
                <a:ext cx="772160" cy="4749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9" name="墨迹 8"/>
              <p14:cNvContentPartPr/>
              <p14:nvPr/>
            </p14:nvContentPartPr>
            <p14:xfrm>
              <a:off x="5204460" y="3531870"/>
              <a:ext cx="343535" cy="26733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4"/>
            </p:blipFill>
            <p:spPr>
              <a:xfrm>
                <a:off x="5204460" y="3531870"/>
                <a:ext cx="343535" cy="2673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" name="墨迹 9"/>
              <p14:cNvContentPartPr/>
              <p14:nvPr/>
            </p14:nvContentPartPr>
            <p14:xfrm>
              <a:off x="4968240" y="3441065"/>
              <a:ext cx="617855" cy="2667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6"/>
            </p:blipFill>
            <p:spPr>
              <a:xfrm>
                <a:off x="4968240" y="3441065"/>
                <a:ext cx="617855" cy="266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1" name="墨迹 10"/>
              <p14:cNvContentPartPr/>
              <p14:nvPr/>
            </p14:nvContentPartPr>
            <p14:xfrm>
              <a:off x="6819900" y="4141470"/>
              <a:ext cx="671195" cy="49657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8"/>
            </p:blipFill>
            <p:spPr>
              <a:xfrm>
                <a:off x="6819900" y="4141470"/>
                <a:ext cx="671195" cy="4965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2" name="墨迹 11"/>
              <p14:cNvContentPartPr/>
              <p14:nvPr/>
            </p14:nvContentPartPr>
            <p14:xfrm>
              <a:off x="5204460" y="3905250"/>
              <a:ext cx="207010" cy="33528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0"/>
            </p:blipFill>
            <p:spPr>
              <a:xfrm>
                <a:off x="5204460" y="3905250"/>
                <a:ext cx="207010" cy="335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3" name="墨迹 12"/>
              <p14:cNvContentPartPr/>
              <p14:nvPr/>
            </p14:nvContentPartPr>
            <p14:xfrm>
              <a:off x="5015230" y="3916680"/>
              <a:ext cx="487045" cy="22987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2"/>
            </p:blipFill>
            <p:spPr>
              <a:xfrm>
                <a:off x="5015230" y="3916680"/>
                <a:ext cx="487045" cy="229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4" name="墨迹 13"/>
              <p14:cNvContentPartPr/>
              <p14:nvPr/>
            </p14:nvContentPartPr>
            <p14:xfrm>
              <a:off x="2651125" y="4941570"/>
              <a:ext cx="520065" cy="45021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4"/>
            </p:blipFill>
            <p:spPr>
              <a:xfrm>
                <a:off x="2651125" y="4941570"/>
                <a:ext cx="520065" cy="4502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5" name="墨迹 14"/>
              <p14:cNvContentPartPr/>
              <p14:nvPr/>
            </p14:nvContentPartPr>
            <p14:xfrm>
              <a:off x="6324600" y="5650230"/>
              <a:ext cx="236220" cy="63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6"/>
            </p:blipFill>
            <p:spPr>
              <a:xfrm>
                <a:off x="6324600" y="5650230"/>
                <a:ext cx="23622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6" name="墨迹 15"/>
              <p14:cNvContentPartPr/>
              <p14:nvPr/>
            </p14:nvContentPartPr>
            <p14:xfrm>
              <a:off x="8965565" y="5718810"/>
              <a:ext cx="194310" cy="42481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8"/>
            </p:blipFill>
            <p:spPr>
              <a:xfrm>
                <a:off x="8965565" y="5718810"/>
                <a:ext cx="194310" cy="4248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7" name="墨迹 16"/>
              <p14:cNvContentPartPr/>
              <p14:nvPr/>
            </p14:nvContentPartPr>
            <p14:xfrm>
              <a:off x="8996680" y="5734050"/>
              <a:ext cx="422275" cy="68262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0"/>
            </p:blipFill>
            <p:spPr>
              <a:xfrm>
                <a:off x="8996680" y="5734050"/>
                <a:ext cx="422275" cy="682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8" name="墨迹 17"/>
              <p14:cNvContentPartPr/>
              <p14:nvPr/>
            </p14:nvContentPartPr>
            <p14:xfrm>
              <a:off x="10650855" y="5726430"/>
              <a:ext cx="322580" cy="43497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2"/>
            </p:blipFill>
            <p:spPr>
              <a:xfrm>
                <a:off x="10650855" y="5726430"/>
                <a:ext cx="322580" cy="434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9" name="墨迹 18"/>
              <p14:cNvContentPartPr/>
              <p14:nvPr/>
            </p14:nvContentPartPr>
            <p14:xfrm>
              <a:off x="9898380" y="5840095"/>
              <a:ext cx="224790" cy="1651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4"/>
            </p:blipFill>
            <p:spPr>
              <a:xfrm>
                <a:off x="9898380" y="5840095"/>
                <a:ext cx="22479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0" name="墨迹 19"/>
              <p14:cNvContentPartPr/>
              <p14:nvPr/>
            </p14:nvContentPartPr>
            <p14:xfrm>
              <a:off x="9815830" y="5764530"/>
              <a:ext cx="296545" cy="50101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6"/>
            </p:blipFill>
            <p:spPr>
              <a:xfrm>
                <a:off x="9815830" y="5764530"/>
                <a:ext cx="296545" cy="5010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1" name="墨迹 20"/>
              <p14:cNvContentPartPr/>
              <p14:nvPr/>
            </p14:nvContentPartPr>
            <p14:xfrm>
              <a:off x="922655" y="5985510"/>
              <a:ext cx="1405890" cy="50736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8"/>
            </p:blipFill>
            <p:spPr>
              <a:xfrm>
                <a:off x="922655" y="5985510"/>
                <a:ext cx="1405890" cy="50736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6138" y="644038"/>
            <a:ext cx="10626970" cy="5699125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11.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2010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统考真题】下列有关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的叙述中，正确的是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(		)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I.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是易失性存储器，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是非易失性存储器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II.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都采用随机存取方式进行信息访问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III.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都可用作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Cache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IV.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都需要进行刷新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Ⅱ	B.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Ⅱ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Ⅲ	C.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II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III 	D.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仅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Ⅱ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III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IV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12.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2012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统考真题】下列关于闪存的叙述中，错误的是（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信息可读可写，并且读、写速度一样快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B.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存储元由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MOS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管组成，是一种半导体存储器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C.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掉电后信息不丢失，是一种非易失性存储器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D.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采用随机访问方式，可替代计算机外部存储器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13.U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盘属于（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）类型的存储器。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高速缓存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B.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主存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C.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只读存储器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D.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随机存取存储器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14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、【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2009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统考真题】某计算机主存容量为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64KB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，其中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区为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4KB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，其余为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区， 按字节编址。现要用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2K×8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4Kx4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芯片来设计该存储器，需要上述规格的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芯片数和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芯片数分别是（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 1, 15		B. 2,15		C. 1,30		D. 2,30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、【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2010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统考真题】假定用若干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2Kx4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位的芯片组成一个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8Kx8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位的存储器，则地址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0B1FH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所在芯片的最小地址是（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 0000H	B. 0600H		C. 0700H		D.0800H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1379220" y="1115695"/>
              <a:ext cx="1593215" cy="6223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1379220" y="1115695"/>
                <a:ext cx="1593215" cy="622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3215640" y="1138555"/>
              <a:ext cx="1715135" cy="11747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3215640" y="1138555"/>
                <a:ext cx="1715135" cy="1174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5212080" y="940435"/>
              <a:ext cx="290195" cy="20701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5212080" y="940435"/>
                <a:ext cx="290195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3947160" y="1824990"/>
              <a:ext cx="147955" cy="16891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3947160" y="1824990"/>
                <a:ext cx="147955" cy="168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墨迹 6"/>
              <p14:cNvContentPartPr/>
              <p14:nvPr/>
            </p14:nvContentPartPr>
            <p14:xfrm>
              <a:off x="3754120" y="1832610"/>
              <a:ext cx="384175" cy="18542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0"/>
            </p:blipFill>
            <p:spPr>
              <a:xfrm>
                <a:off x="3754120" y="1832610"/>
                <a:ext cx="384175" cy="185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8" name="墨迹 7"/>
              <p14:cNvContentPartPr/>
              <p14:nvPr/>
            </p14:nvContentPartPr>
            <p14:xfrm>
              <a:off x="5067935" y="1910080"/>
              <a:ext cx="61595" cy="43370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2"/>
            </p:blipFill>
            <p:spPr>
              <a:xfrm>
                <a:off x="5067935" y="1910080"/>
                <a:ext cx="61595" cy="433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9" name="墨迹 8"/>
              <p14:cNvContentPartPr/>
              <p14:nvPr/>
            </p14:nvContentPartPr>
            <p14:xfrm>
              <a:off x="4636770" y="1969770"/>
              <a:ext cx="644525" cy="32893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4"/>
            </p:blipFill>
            <p:spPr>
              <a:xfrm>
                <a:off x="4636770" y="1969770"/>
                <a:ext cx="644525" cy="328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" name="墨迹 9"/>
              <p14:cNvContentPartPr/>
              <p14:nvPr/>
            </p14:nvContentPartPr>
            <p14:xfrm>
              <a:off x="5372100" y="1050925"/>
              <a:ext cx="867410" cy="55435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6"/>
            </p:blipFill>
            <p:spPr>
              <a:xfrm>
                <a:off x="5372100" y="1050925"/>
                <a:ext cx="867410" cy="5543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1" name="墨迹 10"/>
              <p14:cNvContentPartPr/>
              <p14:nvPr/>
            </p14:nvContentPartPr>
            <p14:xfrm>
              <a:off x="6797040" y="411480"/>
              <a:ext cx="657225" cy="68707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8"/>
            </p:blipFill>
            <p:spPr>
              <a:xfrm>
                <a:off x="6797040" y="411480"/>
                <a:ext cx="657225" cy="687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2" name="墨迹 11"/>
              <p14:cNvContentPartPr/>
              <p14:nvPr/>
            </p14:nvContentPartPr>
            <p14:xfrm>
              <a:off x="6979920" y="826770"/>
              <a:ext cx="351790" cy="825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0"/>
            </p:blipFill>
            <p:spPr>
              <a:xfrm>
                <a:off x="6979920" y="826770"/>
                <a:ext cx="35179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3" name="墨迹 12"/>
              <p14:cNvContentPartPr/>
              <p14:nvPr/>
            </p14:nvContentPartPr>
            <p14:xfrm>
              <a:off x="5265420" y="2731770"/>
              <a:ext cx="13970" cy="63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2"/>
            </p:blipFill>
            <p:spPr>
              <a:xfrm>
                <a:off x="5265420" y="2731770"/>
                <a:ext cx="1397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4" name="墨迹 13"/>
              <p14:cNvContentPartPr/>
              <p14:nvPr/>
            </p14:nvContentPartPr>
            <p14:xfrm>
              <a:off x="5463540" y="2051050"/>
              <a:ext cx="894080" cy="98552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4"/>
            </p:blipFill>
            <p:spPr>
              <a:xfrm>
                <a:off x="5463540" y="2051050"/>
                <a:ext cx="894080" cy="9855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5" name="墨迹 14"/>
              <p14:cNvContentPartPr/>
              <p14:nvPr/>
            </p14:nvContentPartPr>
            <p14:xfrm>
              <a:off x="5829300" y="2632710"/>
              <a:ext cx="275590" cy="825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6"/>
            </p:blipFill>
            <p:spPr>
              <a:xfrm>
                <a:off x="5829300" y="2632710"/>
                <a:ext cx="27559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6" name="墨迹 15"/>
              <p14:cNvContentPartPr/>
              <p14:nvPr/>
            </p14:nvContentPartPr>
            <p14:xfrm>
              <a:off x="3527425" y="4070985"/>
              <a:ext cx="330835" cy="42608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8"/>
            </p:blipFill>
            <p:spPr>
              <a:xfrm>
                <a:off x="3527425" y="4070985"/>
                <a:ext cx="330835" cy="4260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7" name="墨迹 16"/>
              <p14:cNvContentPartPr/>
              <p14:nvPr/>
            </p14:nvContentPartPr>
            <p14:xfrm>
              <a:off x="2651760" y="3721100"/>
              <a:ext cx="782320" cy="46799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0"/>
            </p:blipFill>
            <p:spPr>
              <a:xfrm>
                <a:off x="2651760" y="3721100"/>
                <a:ext cx="782320" cy="467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8" name="墨迹 17"/>
              <p14:cNvContentPartPr/>
              <p14:nvPr/>
            </p14:nvContentPartPr>
            <p14:xfrm>
              <a:off x="4617720" y="4590415"/>
              <a:ext cx="303530" cy="2413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2"/>
            </p:blipFill>
            <p:spPr>
              <a:xfrm>
                <a:off x="4617720" y="4590415"/>
                <a:ext cx="303530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9" name="墨迹 18"/>
              <p14:cNvContentPartPr/>
              <p14:nvPr/>
            </p14:nvContentPartPr>
            <p14:xfrm>
              <a:off x="5059680" y="4261485"/>
              <a:ext cx="3004185" cy="45339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4"/>
            </p:blipFill>
            <p:spPr>
              <a:xfrm>
                <a:off x="5059680" y="4261485"/>
                <a:ext cx="3004185" cy="4533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0" name="墨迹 19"/>
              <p14:cNvContentPartPr/>
              <p14:nvPr/>
            </p14:nvContentPartPr>
            <p14:xfrm>
              <a:off x="8709025" y="3882390"/>
              <a:ext cx="199390" cy="32194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6"/>
            </p:blipFill>
            <p:spPr>
              <a:xfrm>
                <a:off x="8709025" y="3882390"/>
                <a:ext cx="199390" cy="3219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1" name="墨迹 20"/>
              <p14:cNvContentPartPr/>
              <p14:nvPr/>
            </p14:nvContentPartPr>
            <p14:xfrm>
              <a:off x="8848725" y="4041140"/>
              <a:ext cx="175260" cy="10223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8"/>
            </p:blipFill>
            <p:spPr>
              <a:xfrm>
                <a:off x="8848725" y="4041140"/>
                <a:ext cx="175260" cy="1022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2" name="墨迹 21"/>
              <p14:cNvContentPartPr/>
              <p14:nvPr/>
            </p14:nvContentPartPr>
            <p14:xfrm>
              <a:off x="9029065" y="3989070"/>
              <a:ext cx="62230" cy="21336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0"/>
            </p:blipFill>
            <p:spPr>
              <a:xfrm>
                <a:off x="9029065" y="3989070"/>
                <a:ext cx="62230" cy="213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3" name="墨迹 22"/>
              <p14:cNvContentPartPr/>
              <p14:nvPr/>
            </p14:nvContentPartPr>
            <p14:xfrm>
              <a:off x="9060180" y="4081145"/>
              <a:ext cx="191135" cy="4572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2"/>
            </p:blipFill>
            <p:spPr>
              <a:xfrm>
                <a:off x="9060180" y="4081145"/>
                <a:ext cx="191135" cy="457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4" name="墨迹 23"/>
              <p14:cNvContentPartPr/>
              <p14:nvPr/>
            </p14:nvContentPartPr>
            <p14:xfrm>
              <a:off x="9105900" y="4126230"/>
              <a:ext cx="83185" cy="13017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4"/>
            </p:blipFill>
            <p:spPr>
              <a:xfrm>
                <a:off x="9105900" y="4126230"/>
                <a:ext cx="83185" cy="130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25" name="墨迹 24"/>
              <p14:cNvContentPartPr/>
              <p14:nvPr/>
            </p14:nvContentPartPr>
            <p14:xfrm>
              <a:off x="9296400" y="4072890"/>
              <a:ext cx="38735" cy="15303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6"/>
            </p:blipFill>
            <p:spPr>
              <a:xfrm>
                <a:off x="9296400" y="4072890"/>
                <a:ext cx="38735" cy="1530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26" name="墨迹 25"/>
              <p14:cNvContentPartPr/>
              <p14:nvPr/>
            </p14:nvContentPartPr>
            <p14:xfrm>
              <a:off x="9327515" y="4050030"/>
              <a:ext cx="160655" cy="17653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8"/>
            </p:blipFill>
            <p:spPr>
              <a:xfrm>
                <a:off x="9327515" y="4050030"/>
                <a:ext cx="160655" cy="176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27" name="墨迹 26"/>
              <p14:cNvContentPartPr/>
              <p14:nvPr/>
            </p14:nvContentPartPr>
            <p14:xfrm>
              <a:off x="8705850" y="3364230"/>
              <a:ext cx="341630" cy="20701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50"/>
            </p:blipFill>
            <p:spPr>
              <a:xfrm>
                <a:off x="8705850" y="3364230"/>
                <a:ext cx="341630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28" name="墨迹 27"/>
              <p14:cNvContentPartPr/>
              <p14:nvPr/>
            </p14:nvContentPartPr>
            <p14:xfrm>
              <a:off x="8891270" y="3440430"/>
              <a:ext cx="93345" cy="22860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2"/>
            </p:blipFill>
            <p:spPr>
              <a:xfrm>
                <a:off x="8891270" y="3440430"/>
                <a:ext cx="93345" cy="228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29" name="墨迹 28"/>
              <p14:cNvContentPartPr/>
              <p14:nvPr/>
            </p14:nvContentPartPr>
            <p14:xfrm>
              <a:off x="9044305" y="3486150"/>
              <a:ext cx="85090" cy="21463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4"/>
            </p:blipFill>
            <p:spPr>
              <a:xfrm>
                <a:off x="9044305" y="3486150"/>
                <a:ext cx="85090" cy="2146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30" name="墨迹 29"/>
              <p14:cNvContentPartPr/>
              <p14:nvPr/>
            </p14:nvContentPartPr>
            <p14:xfrm>
              <a:off x="9105900" y="3540125"/>
              <a:ext cx="136525" cy="3048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6"/>
            </p:blipFill>
            <p:spPr>
              <a:xfrm>
                <a:off x="9105900" y="3540125"/>
                <a:ext cx="136525" cy="3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31" name="墨迹 30"/>
              <p14:cNvContentPartPr/>
              <p14:nvPr/>
            </p14:nvContentPartPr>
            <p14:xfrm>
              <a:off x="9151620" y="3539490"/>
              <a:ext cx="81280" cy="17272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58"/>
            </p:blipFill>
            <p:spPr>
              <a:xfrm>
                <a:off x="9151620" y="3539490"/>
                <a:ext cx="81280" cy="1727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32" name="墨迹 31"/>
              <p14:cNvContentPartPr/>
              <p14:nvPr/>
            </p14:nvContentPartPr>
            <p14:xfrm>
              <a:off x="9364980" y="3549650"/>
              <a:ext cx="159385" cy="18796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60"/>
            </p:blipFill>
            <p:spPr>
              <a:xfrm>
                <a:off x="9364980" y="3549650"/>
                <a:ext cx="159385" cy="187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33" name="墨迹 32"/>
              <p14:cNvContentPartPr/>
              <p14:nvPr/>
            </p14:nvContentPartPr>
            <p14:xfrm>
              <a:off x="9331960" y="3547110"/>
              <a:ext cx="208915" cy="15430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62"/>
            </p:blipFill>
            <p:spPr>
              <a:xfrm>
                <a:off x="9331960" y="3547110"/>
                <a:ext cx="208915" cy="1543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34" name="墨迹 33"/>
              <p14:cNvContentPartPr/>
              <p14:nvPr/>
            </p14:nvContentPartPr>
            <p14:xfrm>
              <a:off x="9622790" y="3509010"/>
              <a:ext cx="155575" cy="26797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64"/>
            </p:blipFill>
            <p:spPr>
              <a:xfrm>
                <a:off x="9622790" y="3509010"/>
                <a:ext cx="155575" cy="267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35" name="墨迹 34"/>
              <p14:cNvContentPartPr/>
              <p14:nvPr/>
            </p14:nvContentPartPr>
            <p14:xfrm>
              <a:off x="9928860" y="3505200"/>
              <a:ext cx="105410" cy="444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6"/>
            </p:blipFill>
            <p:spPr>
              <a:xfrm>
                <a:off x="9928860" y="3505200"/>
                <a:ext cx="105410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36" name="墨迹 35"/>
              <p14:cNvContentPartPr/>
              <p14:nvPr/>
            </p14:nvContentPartPr>
            <p14:xfrm>
              <a:off x="9982200" y="3524250"/>
              <a:ext cx="38735" cy="22987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8"/>
            </p:blipFill>
            <p:spPr>
              <a:xfrm>
                <a:off x="9982200" y="3524250"/>
                <a:ext cx="38735" cy="229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37" name="墨迹 36"/>
              <p14:cNvContentPartPr/>
              <p14:nvPr/>
            </p14:nvContentPartPr>
            <p14:xfrm>
              <a:off x="10111740" y="3489325"/>
              <a:ext cx="8255" cy="1016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70"/>
            </p:blipFill>
            <p:spPr>
              <a:xfrm>
                <a:off x="10111740" y="3489325"/>
                <a:ext cx="8255" cy="101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38" name="墨迹 37"/>
              <p14:cNvContentPartPr/>
              <p14:nvPr/>
            </p14:nvContentPartPr>
            <p14:xfrm>
              <a:off x="10111740" y="3554730"/>
              <a:ext cx="100965" cy="3175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72"/>
            </p:blipFill>
            <p:spPr>
              <a:xfrm>
                <a:off x="10111740" y="3554730"/>
                <a:ext cx="100965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39" name="墨迹 38"/>
              <p14:cNvContentPartPr/>
              <p14:nvPr/>
            </p14:nvContentPartPr>
            <p14:xfrm>
              <a:off x="10111740" y="3653790"/>
              <a:ext cx="22860" cy="1460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74"/>
            </p:blipFill>
            <p:spPr>
              <a:xfrm>
                <a:off x="10111740" y="3653790"/>
                <a:ext cx="22860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40" name="墨迹 39"/>
              <p14:cNvContentPartPr/>
              <p14:nvPr/>
            </p14:nvContentPartPr>
            <p14:xfrm>
              <a:off x="10180955" y="3661410"/>
              <a:ext cx="22860" cy="3048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76"/>
            </p:blipFill>
            <p:spPr>
              <a:xfrm>
                <a:off x="10180955" y="3661410"/>
                <a:ext cx="22860" cy="30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41" name="墨迹 40"/>
              <p14:cNvContentPartPr/>
              <p14:nvPr/>
            </p14:nvContentPartPr>
            <p14:xfrm>
              <a:off x="10027920" y="3729990"/>
              <a:ext cx="219075" cy="63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78"/>
            </p:blipFill>
            <p:spPr>
              <a:xfrm>
                <a:off x="10027920" y="3729990"/>
                <a:ext cx="21907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42" name="墨迹 41"/>
              <p14:cNvContentPartPr/>
              <p14:nvPr/>
            </p14:nvContentPartPr>
            <p14:xfrm>
              <a:off x="11003280" y="4682490"/>
              <a:ext cx="252095" cy="92075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80"/>
            </p:blipFill>
            <p:spPr>
              <a:xfrm>
                <a:off x="11003280" y="4682490"/>
                <a:ext cx="252095" cy="92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43" name="墨迹 42"/>
              <p14:cNvContentPartPr/>
              <p14:nvPr/>
            </p14:nvContentPartPr>
            <p14:xfrm>
              <a:off x="10919460" y="5323205"/>
              <a:ext cx="197485" cy="237490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82"/>
            </p:blipFill>
            <p:spPr>
              <a:xfrm>
                <a:off x="10919460" y="5323205"/>
                <a:ext cx="197485" cy="2374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3" p14:bwMode="auto">
            <p14:nvContentPartPr>
              <p14:cNvPr id="44" name="墨迹 43"/>
              <p14:cNvContentPartPr/>
              <p14:nvPr/>
            </p14:nvContentPartPr>
            <p14:xfrm>
              <a:off x="10127615" y="5154930"/>
              <a:ext cx="137160" cy="22098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84"/>
            </p:blipFill>
            <p:spPr>
              <a:xfrm>
                <a:off x="10127615" y="5154930"/>
                <a:ext cx="137160" cy="2209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5" p14:bwMode="auto">
            <p14:nvContentPartPr>
              <p14:cNvPr id="45" name="墨迹 44"/>
              <p14:cNvContentPartPr/>
              <p14:nvPr/>
            </p14:nvContentPartPr>
            <p14:xfrm>
              <a:off x="10339070" y="5147310"/>
              <a:ext cx="86360" cy="236855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86"/>
            </p:blipFill>
            <p:spPr>
              <a:xfrm>
                <a:off x="10339070" y="5147310"/>
                <a:ext cx="86360" cy="2368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7" p14:bwMode="auto">
            <p14:nvContentPartPr>
              <p14:cNvPr id="46" name="墨迹 45"/>
              <p14:cNvContentPartPr/>
              <p14:nvPr/>
            </p14:nvContentPartPr>
            <p14:xfrm>
              <a:off x="10408920" y="5184775"/>
              <a:ext cx="135890" cy="3175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88"/>
            </p:blipFill>
            <p:spPr>
              <a:xfrm>
                <a:off x="10408920" y="5184775"/>
                <a:ext cx="135890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9" p14:bwMode="auto">
            <p14:nvContentPartPr>
              <p14:cNvPr id="47" name="墨迹 46"/>
              <p14:cNvContentPartPr/>
              <p14:nvPr/>
            </p14:nvContentPartPr>
            <p14:xfrm>
              <a:off x="10660380" y="5200650"/>
              <a:ext cx="83185" cy="182245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90"/>
            </p:blipFill>
            <p:spPr>
              <a:xfrm>
                <a:off x="10660380" y="5200650"/>
                <a:ext cx="83185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1" p14:bwMode="auto">
            <p14:nvContentPartPr>
              <p14:cNvPr id="48" name="墨迹 47"/>
              <p14:cNvContentPartPr/>
              <p14:nvPr/>
            </p14:nvContentPartPr>
            <p14:xfrm>
              <a:off x="10403205" y="5253990"/>
              <a:ext cx="455930" cy="142875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92"/>
            </p:blipFill>
            <p:spPr>
              <a:xfrm>
                <a:off x="10403205" y="5253990"/>
                <a:ext cx="455930" cy="142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3" p14:bwMode="auto">
            <p14:nvContentPartPr>
              <p14:cNvPr id="49" name="墨迹 48"/>
              <p14:cNvContentPartPr/>
              <p14:nvPr/>
            </p14:nvContentPartPr>
            <p14:xfrm>
              <a:off x="5311140" y="4605655"/>
              <a:ext cx="882650" cy="490855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94"/>
            </p:blipFill>
            <p:spPr>
              <a:xfrm>
                <a:off x="5311140" y="4605655"/>
                <a:ext cx="882650" cy="4908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5" p14:bwMode="auto">
            <p14:nvContentPartPr>
              <p14:cNvPr id="50" name="墨迹 49"/>
              <p14:cNvContentPartPr/>
              <p14:nvPr/>
            </p14:nvContentPartPr>
            <p14:xfrm>
              <a:off x="9088755" y="4629150"/>
              <a:ext cx="147320" cy="44513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96"/>
            </p:blipFill>
            <p:spPr>
              <a:xfrm>
                <a:off x="9088755" y="4629150"/>
                <a:ext cx="147320" cy="445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7" p14:bwMode="auto">
            <p14:nvContentPartPr>
              <p14:cNvPr id="51" name="墨迹 50"/>
              <p14:cNvContentPartPr/>
              <p14:nvPr/>
            </p14:nvContentPartPr>
            <p14:xfrm>
              <a:off x="8950960" y="4636770"/>
              <a:ext cx="958215" cy="49022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98"/>
            </p:blipFill>
            <p:spPr>
              <a:xfrm>
                <a:off x="8950960" y="4636770"/>
                <a:ext cx="958215" cy="4902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9" p14:bwMode="auto">
            <p14:nvContentPartPr>
              <p14:cNvPr id="52" name="墨迹 51"/>
              <p14:cNvContentPartPr/>
              <p14:nvPr/>
            </p14:nvContentPartPr>
            <p14:xfrm>
              <a:off x="5813425" y="5070475"/>
              <a:ext cx="822960" cy="37465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100"/>
            </p:blipFill>
            <p:spPr>
              <a:xfrm>
                <a:off x="5813425" y="5070475"/>
                <a:ext cx="822960" cy="374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1" p14:bwMode="auto">
            <p14:nvContentPartPr>
              <p14:cNvPr id="53" name="墨迹 52"/>
              <p14:cNvContentPartPr/>
              <p14:nvPr/>
            </p14:nvContentPartPr>
            <p14:xfrm>
              <a:off x="4770120" y="5426710"/>
              <a:ext cx="1189990" cy="925195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102"/>
            </p:blipFill>
            <p:spPr>
              <a:xfrm>
                <a:off x="4770120" y="5426710"/>
                <a:ext cx="1189990" cy="925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3" p14:bwMode="auto">
            <p14:nvContentPartPr>
              <p14:cNvPr id="54" name="墨迹 53"/>
              <p14:cNvContentPartPr/>
              <p14:nvPr/>
            </p14:nvContentPartPr>
            <p14:xfrm>
              <a:off x="7269480" y="5574030"/>
              <a:ext cx="62230" cy="108585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104"/>
            </p:blipFill>
            <p:spPr>
              <a:xfrm>
                <a:off x="7269480" y="5574030"/>
                <a:ext cx="62230" cy="1085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5" p14:bwMode="auto">
            <p14:nvContentPartPr>
              <p14:cNvPr id="55" name="墨迹 54"/>
              <p14:cNvContentPartPr/>
              <p14:nvPr/>
            </p14:nvContentPartPr>
            <p14:xfrm>
              <a:off x="7116445" y="5673090"/>
              <a:ext cx="54610" cy="167640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106"/>
            </p:blipFill>
            <p:spPr>
              <a:xfrm>
                <a:off x="7116445" y="5673090"/>
                <a:ext cx="54610" cy="167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7" p14:bwMode="auto">
            <p14:nvContentPartPr>
              <p14:cNvPr id="56" name="墨迹 55"/>
              <p14:cNvContentPartPr/>
              <p14:nvPr/>
            </p14:nvContentPartPr>
            <p14:xfrm>
              <a:off x="7117080" y="5770880"/>
              <a:ext cx="281305" cy="70485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108"/>
            </p:blipFill>
            <p:spPr>
              <a:xfrm>
                <a:off x="7117080" y="5770880"/>
                <a:ext cx="281305" cy="704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9" p14:bwMode="auto">
            <p14:nvContentPartPr>
              <p14:cNvPr id="57" name="墨迹 56"/>
              <p14:cNvContentPartPr/>
              <p14:nvPr/>
            </p14:nvContentPartPr>
            <p14:xfrm>
              <a:off x="7190740" y="5932170"/>
              <a:ext cx="400685" cy="353060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110"/>
            </p:blipFill>
            <p:spPr>
              <a:xfrm>
                <a:off x="7190740" y="5932170"/>
                <a:ext cx="400685" cy="353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1" p14:bwMode="auto">
            <p14:nvContentPartPr>
              <p14:cNvPr id="58" name="墨迹 57"/>
              <p14:cNvContentPartPr/>
              <p14:nvPr/>
            </p14:nvContentPartPr>
            <p14:xfrm>
              <a:off x="7711440" y="5726430"/>
              <a:ext cx="438150" cy="1651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112"/>
            </p:blipFill>
            <p:spPr>
              <a:xfrm>
                <a:off x="7711440" y="5726430"/>
                <a:ext cx="43815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3" p14:bwMode="auto">
            <p14:nvContentPartPr>
              <p14:cNvPr id="59" name="墨迹 58"/>
              <p14:cNvContentPartPr/>
              <p14:nvPr/>
            </p14:nvContentPartPr>
            <p14:xfrm>
              <a:off x="8031480" y="5627370"/>
              <a:ext cx="635" cy="161290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114"/>
            </p:blipFill>
            <p:spPr>
              <a:xfrm>
                <a:off x="8031480" y="5627370"/>
                <a:ext cx="635" cy="1612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5" p14:bwMode="auto">
            <p14:nvContentPartPr>
              <p14:cNvPr id="60" name="墨迹 59"/>
              <p14:cNvContentPartPr/>
              <p14:nvPr/>
            </p14:nvContentPartPr>
            <p14:xfrm>
              <a:off x="8115300" y="5673090"/>
              <a:ext cx="47625" cy="16764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116"/>
            </p:blipFill>
            <p:spPr>
              <a:xfrm>
                <a:off x="8115300" y="5673090"/>
                <a:ext cx="47625" cy="167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7" p14:bwMode="auto">
            <p14:nvContentPartPr>
              <p14:cNvPr id="61" name="墨迹 60"/>
              <p14:cNvContentPartPr/>
              <p14:nvPr/>
            </p14:nvContentPartPr>
            <p14:xfrm>
              <a:off x="8016240" y="5901055"/>
              <a:ext cx="168275" cy="216535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118"/>
            </p:blipFill>
            <p:spPr>
              <a:xfrm>
                <a:off x="8016240" y="5901055"/>
                <a:ext cx="168275" cy="2165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9" p14:bwMode="auto">
            <p14:nvContentPartPr>
              <p14:cNvPr id="62" name="墨迹 61"/>
              <p14:cNvContentPartPr/>
              <p14:nvPr/>
            </p14:nvContentPartPr>
            <p14:xfrm>
              <a:off x="7999730" y="5977890"/>
              <a:ext cx="70485" cy="596265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120"/>
            </p:blipFill>
            <p:spPr>
              <a:xfrm>
                <a:off x="7999730" y="5977890"/>
                <a:ext cx="70485" cy="5962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1" p14:bwMode="auto">
            <p14:nvContentPartPr>
              <p14:cNvPr id="63" name="墨迹 62"/>
              <p14:cNvContentPartPr/>
              <p14:nvPr/>
            </p14:nvContentPartPr>
            <p14:xfrm>
              <a:off x="8458200" y="5734050"/>
              <a:ext cx="105410" cy="367665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122"/>
            </p:blipFill>
            <p:spPr>
              <a:xfrm>
                <a:off x="8458200" y="5734050"/>
                <a:ext cx="105410" cy="367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3" p14:bwMode="auto">
            <p14:nvContentPartPr>
              <p14:cNvPr id="64" name="墨迹 63"/>
              <p14:cNvContentPartPr/>
              <p14:nvPr/>
            </p14:nvContentPartPr>
            <p14:xfrm>
              <a:off x="8460105" y="5895975"/>
              <a:ext cx="143510" cy="342265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124"/>
            </p:blipFill>
            <p:spPr>
              <a:xfrm>
                <a:off x="8460105" y="5895975"/>
                <a:ext cx="143510" cy="3422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5" p14:bwMode="auto">
            <p14:nvContentPartPr>
              <p14:cNvPr id="65" name="墨迹 64"/>
              <p14:cNvContentPartPr/>
              <p14:nvPr/>
            </p14:nvContentPartPr>
            <p14:xfrm>
              <a:off x="8702040" y="5695950"/>
              <a:ext cx="31750" cy="38735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126"/>
            </p:blipFill>
            <p:spPr>
              <a:xfrm>
                <a:off x="8702040" y="5695950"/>
                <a:ext cx="31750" cy="38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7" p14:bwMode="auto">
            <p14:nvContentPartPr>
              <p14:cNvPr id="66" name="墨迹 65"/>
              <p14:cNvContentPartPr/>
              <p14:nvPr/>
            </p14:nvContentPartPr>
            <p14:xfrm>
              <a:off x="8592820" y="5825490"/>
              <a:ext cx="377825" cy="170180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128"/>
            </p:blipFill>
            <p:spPr>
              <a:xfrm>
                <a:off x="8592820" y="5825490"/>
                <a:ext cx="377825" cy="1701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9" p14:bwMode="auto">
            <p14:nvContentPartPr>
              <p14:cNvPr id="67" name="墨迹 66"/>
              <p14:cNvContentPartPr/>
              <p14:nvPr/>
            </p14:nvContentPartPr>
            <p14:xfrm>
              <a:off x="8580120" y="5901690"/>
              <a:ext cx="15240" cy="454660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130"/>
            </p:blipFill>
            <p:spPr>
              <a:xfrm>
                <a:off x="8580120" y="5901690"/>
                <a:ext cx="15240" cy="4546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1" p14:bwMode="auto">
            <p14:nvContentPartPr>
              <p14:cNvPr id="68" name="墨迹 67"/>
              <p14:cNvContentPartPr/>
              <p14:nvPr/>
            </p14:nvContentPartPr>
            <p14:xfrm>
              <a:off x="8610600" y="6021705"/>
              <a:ext cx="289560" cy="271780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132"/>
            </p:blipFill>
            <p:spPr>
              <a:xfrm>
                <a:off x="8610600" y="6021705"/>
                <a:ext cx="289560" cy="271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3" p14:bwMode="auto">
            <p14:nvContentPartPr>
              <p14:cNvPr id="69" name="墨迹 68"/>
              <p14:cNvContentPartPr/>
              <p14:nvPr/>
            </p14:nvContentPartPr>
            <p14:xfrm>
              <a:off x="8732520" y="6076950"/>
              <a:ext cx="69215" cy="191135"/>
            </p14:xfrm>
          </p:contentPart>
        </mc:Choice>
        <mc:Fallback xmlns="">
          <p:pic>
            <p:nvPicPr>
              <p:cNvPr id="69" name="墨迹 68"/>
            </p:nvPicPr>
            <p:blipFill>
              <a:blip r:embed="rId134"/>
            </p:blipFill>
            <p:spPr>
              <a:xfrm>
                <a:off x="8732520" y="6076950"/>
                <a:ext cx="69215" cy="191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5" p14:bwMode="auto">
            <p14:nvContentPartPr>
              <p14:cNvPr id="70" name="墨迹 69"/>
              <p14:cNvContentPartPr/>
              <p14:nvPr/>
            </p14:nvContentPartPr>
            <p14:xfrm>
              <a:off x="8732520" y="6115050"/>
              <a:ext cx="24130" cy="123190"/>
            </p14:xfrm>
          </p:contentPart>
        </mc:Choice>
        <mc:Fallback xmlns="">
          <p:pic>
            <p:nvPicPr>
              <p:cNvPr id="70" name="墨迹 69"/>
            </p:nvPicPr>
            <p:blipFill>
              <a:blip r:embed="rId136"/>
            </p:blipFill>
            <p:spPr>
              <a:xfrm>
                <a:off x="8732520" y="6115050"/>
                <a:ext cx="24130" cy="1231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7" p14:bwMode="auto">
            <p14:nvContentPartPr>
              <p14:cNvPr id="71" name="墨迹 70"/>
              <p14:cNvContentPartPr/>
              <p14:nvPr/>
            </p14:nvContentPartPr>
            <p14:xfrm>
              <a:off x="8740140" y="6130925"/>
              <a:ext cx="175260" cy="83820"/>
            </p14:xfrm>
          </p:contentPart>
        </mc:Choice>
        <mc:Fallback xmlns="">
          <p:pic>
            <p:nvPicPr>
              <p:cNvPr id="71" name="墨迹 70"/>
            </p:nvPicPr>
            <p:blipFill>
              <a:blip r:embed="rId138"/>
            </p:blipFill>
            <p:spPr>
              <a:xfrm>
                <a:off x="8740140" y="6130925"/>
                <a:ext cx="175260" cy="838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9" p14:bwMode="auto">
            <p14:nvContentPartPr>
              <p14:cNvPr id="72" name="墨迹 71"/>
              <p14:cNvContentPartPr/>
              <p14:nvPr/>
            </p14:nvContentPartPr>
            <p14:xfrm>
              <a:off x="8930640" y="6000750"/>
              <a:ext cx="167640" cy="46355"/>
            </p14:xfrm>
          </p:contentPart>
        </mc:Choice>
        <mc:Fallback xmlns="">
          <p:pic>
            <p:nvPicPr>
              <p:cNvPr id="72" name="墨迹 71"/>
            </p:nvPicPr>
            <p:blipFill>
              <a:blip r:embed="rId140"/>
            </p:blipFill>
            <p:spPr>
              <a:xfrm>
                <a:off x="8930640" y="6000750"/>
                <a:ext cx="167640" cy="463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1" p14:bwMode="auto">
            <p14:nvContentPartPr>
              <p14:cNvPr id="73" name="墨迹 72"/>
              <p14:cNvContentPartPr/>
              <p14:nvPr/>
            </p14:nvContentPartPr>
            <p14:xfrm>
              <a:off x="9098280" y="5977890"/>
              <a:ext cx="83820" cy="237490"/>
            </p14:xfrm>
          </p:contentPart>
        </mc:Choice>
        <mc:Fallback xmlns="">
          <p:pic>
            <p:nvPicPr>
              <p:cNvPr id="73" name="墨迹 72"/>
            </p:nvPicPr>
            <p:blipFill>
              <a:blip r:embed="rId142"/>
            </p:blipFill>
            <p:spPr>
              <a:xfrm>
                <a:off x="9098280" y="5977890"/>
                <a:ext cx="83820" cy="2374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3" p14:bwMode="auto">
            <p14:nvContentPartPr>
              <p14:cNvPr id="74" name="墨迹 73"/>
              <p14:cNvContentPartPr/>
              <p14:nvPr/>
            </p14:nvContentPartPr>
            <p14:xfrm>
              <a:off x="9243060" y="5924550"/>
              <a:ext cx="92075" cy="231140"/>
            </p14:xfrm>
          </p:contentPart>
        </mc:Choice>
        <mc:Fallback xmlns="">
          <p:pic>
            <p:nvPicPr>
              <p:cNvPr id="74" name="墨迹 73"/>
            </p:nvPicPr>
            <p:blipFill>
              <a:blip r:embed="rId144"/>
            </p:blipFill>
            <p:spPr>
              <a:xfrm>
                <a:off x="9243060" y="5924550"/>
                <a:ext cx="92075" cy="2311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5" p14:bwMode="auto">
            <p14:nvContentPartPr>
              <p14:cNvPr id="75" name="墨迹 74"/>
              <p14:cNvContentPartPr/>
              <p14:nvPr/>
            </p14:nvContentPartPr>
            <p14:xfrm>
              <a:off x="9410700" y="5802630"/>
              <a:ext cx="129540" cy="294640"/>
            </p14:xfrm>
          </p:contentPart>
        </mc:Choice>
        <mc:Fallback xmlns="">
          <p:pic>
            <p:nvPicPr>
              <p:cNvPr id="75" name="墨迹 74"/>
            </p:nvPicPr>
            <p:blipFill>
              <a:blip r:embed="rId146"/>
            </p:blipFill>
            <p:spPr>
              <a:xfrm>
                <a:off x="9410700" y="5802630"/>
                <a:ext cx="129540" cy="2946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7" p14:bwMode="auto">
            <p14:nvContentPartPr>
              <p14:cNvPr id="76" name="墨迹 75"/>
              <p14:cNvContentPartPr/>
              <p14:nvPr/>
            </p14:nvContentPartPr>
            <p14:xfrm>
              <a:off x="9319260" y="6115050"/>
              <a:ext cx="328295" cy="8255"/>
            </p14:xfrm>
          </p:contentPart>
        </mc:Choice>
        <mc:Fallback xmlns="">
          <p:pic>
            <p:nvPicPr>
              <p:cNvPr id="76" name="墨迹 75"/>
            </p:nvPicPr>
            <p:blipFill>
              <a:blip r:embed="rId148"/>
            </p:blipFill>
            <p:spPr>
              <a:xfrm>
                <a:off x="9319260" y="6115050"/>
                <a:ext cx="328295" cy="825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862" y="620713"/>
            <a:ext cx="10650415" cy="570071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16.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2016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统考真题】某存储器容量为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64KB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，按字节编址，地址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4000H~5FFFH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ROM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区，其余为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区。若采用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8K×4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SRAM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芯片进行设计，则需要该芯片的数量</a:t>
            </a:r>
            <a:r>
              <a:rPr lang="zh-CN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)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 7		B. 8		C. 14		D.16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17.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2011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统考真题】某计算机存储器按字节编址，主存地址空间大小为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64MB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，现用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4M×8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RAM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芯片组成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32MB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的主存储器，则存储器地址寄存器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MAR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的位数至少</a:t>
            </a:r>
            <a:r>
              <a:rPr lang="zh-CN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8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)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A.22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B. 23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 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C.25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D. 26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18.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用存储容量为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16K×1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位的存储器芯片来组成一个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64K×8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位的存储器，则在字方向和位方向分别扩展了（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）倍。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 4,2 		B. 8,4 		C. 2,4 		D. 4,8 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19. 80386DX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位系統，以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4B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为编址单位，当在该系統中用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8KB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8Kx8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位）的存储芯片构造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32KB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的存储体时，应完成存储器的（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）设计。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位扩展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B.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字扩展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C.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字位扩展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D.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字位均不扩展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2015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统考真题】某计算机便用四体交叉编址存储器，假定在存储器总线上出现的主存地址（十进制）序列为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8005, 8006,8007, 8008, 8001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8002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8003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8004, 8000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，则可能发生访存冲突的地址对是（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A.8004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8008 		B. 8002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8007 	C. 8001 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8008 	D. 8000</a:t>
            </a:r>
            <a:r>
              <a:rPr lang="zh-CN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8004</a:t>
            </a:r>
            <a:endParaRPr lang="zh-CN" altLang="zh-CN" sz="1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7139940" y="986790"/>
              <a:ext cx="2780665" cy="63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7139940" y="986790"/>
                <a:ext cx="278066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3439160" y="752475"/>
              <a:ext cx="995045" cy="99885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3439160" y="752475"/>
                <a:ext cx="995045" cy="9988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9342120" y="2045970"/>
              <a:ext cx="1910080" cy="63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9342120" y="2045970"/>
                <a:ext cx="191008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8" name="墨迹 7"/>
              <p14:cNvContentPartPr/>
              <p14:nvPr/>
            </p14:nvContentPartPr>
            <p14:xfrm>
              <a:off x="1150620" y="2258695"/>
              <a:ext cx="7244715" cy="11684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8"/>
            </p:blipFill>
            <p:spPr>
              <a:xfrm>
                <a:off x="1150620" y="2258695"/>
                <a:ext cx="7244715" cy="116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9" name="墨迹 8"/>
              <p14:cNvContentPartPr/>
              <p14:nvPr/>
            </p14:nvContentPartPr>
            <p14:xfrm>
              <a:off x="5767070" y="2426970"/>
              <a:ext cx="269240" cy="21590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0"/>
            </p:blipFill>
            <p:spPr>
              <a:xfrm>
                <a:off x="5767070" y="2426970"/>
                <a:ext cx="269240" cy="215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0" name="墨迹 9"/>
              <p14:cNvContentPartPr/>
              <p14:nvPr/>
            </p14:nvContentPartPr>
            <p14:xfrm>
              <a:off x="9166225" y="2015490"/>
              <a:ext cx="46990" cy="5842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2"/>
            </p:blipFill>
            <p:spPr>
              <a:xfrm>
                <a:off x="9166225" y="2015490"/>
                <a:ext cx="46990" cy="584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1" name="墨迹 10"/>
              <p14:cNvContentPartPr/>
              <p14:nvPr/>
            </p14:nvContentPartPr>
            <p14:xfrm>
              <a:off x="8997315" y="2175510"/>
              <a:ext cx="1057275" cy="56007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4"/>
            </p:blipFill>
            <p:spPr>
              <a:xfrm>
                <a:off x="8997315" y="2175510"/>
                <a:ext cx="1057275" cy="560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2" name="墨迹 11"/>
              <p14:cNvContentPartPr/>
              <p14:nvPr/>
            </p14:nvContentPartPr>
            <p14:xfrm>
              <a:off x="6598920" y="3120390"/>
              <a:ext cx="327660" cy="2413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6"/>
            </p:blipFill>
            <p:spPr>
              <a:xfrm>
                <a:off x="6598920" y="3120390"/>
                <a:ext cx="327660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3" name="墨迹 12"/>
              <p14:cNvContentPartPr/>
              <p14:nvPr/>
            </p14:nvContentPartPr>
            <p14:xfrm>
              <a:off x="3101340" y="2981960"/>
              <a:ext cx="377825" cy="4762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8"/>
            </p:blipFill>
            <p:spPr>
              <a:xfrm>
                <a:off x="3101340" y="2981960"/>
                <a:ext cx="377825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4" name="墨迹 13"/>
              <p14:cNvContentPartPr/>
              <p14:nvPr/>
            </p14:nvContentPartPr>
            <p14:xfrm>
              <a:off x="5227320" y="2850515"/>
              <a:ext cx="1088390" cy="82867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0"/>
            </p:blipFill>
            <p:spPr>
              <a:xfrm>
                <a:off x="5227320" y="2850515"/>
                <a:ext cx="1088390" cy="828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5" name="墨迹 14"/>
              <p14:cNvContentPartPr/>
              <p14:nvPr/>
            </p14:nvContentPartPr>
            <p14:xfrm>
              <a:off x="2376170" y="3051810"/>
              <a:ext cx="62865" cy="36068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2"/>
            </p:blipFill>
            <p:spPr>
              <a:xfrm>
                <a:off x="2376170" y="3051810"/>
                <a:ext cx="62865" cy="3606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6" name="墨迹 15"/>
              <p14:cNvContentPartPr/>
              <p14:nvPr/>
            </p14:nvContentPartPr>
            <p14:xfrm>
              <a:off x="2369185" y="3066415"/>
              <a:ext cx="553085" cy="36004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4"/>
            </p:blipFill>
            <p:spPr>
              <a:xfrm>
                <a:off x="2369185" y="3066415"/>
                <a:ext cx="553085" cy="3600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7" name="墨迹 16"/>
              <p14:cNvContentPartPr/>
              <p14:nvPr/>
            </p14:nvContentPartPr>
            <p14:xfrm>
              <a:off x="1012190" y="4423410"/>
              <a:ext cx="284480" cy="22225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6"/>
            </p:blipFill>
            <p:spPr>
              <a:xfrm>
                <a:off x="1012190" y="4423410"/>
                <a:ext cx="284480" cy="222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8" name="墨迹 17"/>
              <p14:cNvContentPartPr/>
              <p14:nvPr/>
            </p14:nvContentPartPr>
            <p14:xfrm>
              <a:off x="5007610" y="3966210"/>
              <a:ext cx="205105" cy="36703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8"/>
            </p:blipFill>
            <p:spPr>
              <a:xfrm>
                <a:off x="5007610" y="3966210"/>
                <a:ext cx="205105" cy="367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9" name="墨迹 18"/>
              <p14:cNvContentPartPr/>
              <p14:nvPr/>
            </p14:nvContentPartPr>
            <p14:xfrm>
              <a:off x="5181600" y="3897630"/>
              <a:ext cx="288925" cy="51943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0"/>
            </p:blipFill>
            <p:spPr>
              <a:xfrm>
                <a:off x="5181600" y="3897630"/>
                <a:ext cx="288925" cy="519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20" name="墨迹 19"/>
              <p14:cNvContentPartPr/>
              <p14:nvPr/>
            </p14:nvContentPartPr>
            <p14:xfrm>
              <a:off x="5090160" y="4248150"/>
              <a:ext cx="276225" cy="3111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2"/>
            </p:blipFill>
            <p:spPr>
              <a:xfrm>
                <a:off x="5090160" y="4248150"/>
                <a:ext cx="276225" cy="311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1" name="墨迹 20"/>
              <p14:cNvContentPartPr/>
              <p14:nvPr/>
            </p14:nvContentPartPr>
            <p14:xfrm>
              <a:off x="3413760" y="4743450"/>
              <a:ext cx="3674110" cy="25971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4"/>
            </p:blipFill>
            <p:spPr>
              <a:xfrm>
                <a:off x="3413760" y="4743450"/>
                <a:ext cx="3674110" cy="259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2" name="墨迹 21"/>
              <p14:cNvContentPartPr/>
              <p14:nvPr/>
            </p14:nvContentPartPr>
            <p14:xfrm>
              <a:off x="2651760" y="5238115"/>
              <a:ext cx="6255385" cy="3175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6"/>
            </p:blipFill>
            <p:spPr>
              <a:xfrm>
                <a:off x="2651760" y="5238115"/>
                <a:ext cx="6255385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3" name="墨迹 22"/>
              <p14:cNvContentPartPr/>
              <p14:nvPr/>
            </p14:nvContentPartPr>
            <p14:xfrm>
              <a:off x="8943975" y="5046345"/>
              <a:ext cx="2198370" cy="42545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8"/>
            </p:blipFill>
            <p:spPr>
              <a:xfrm>
                <a:off x="8943975" y="5046345"/>
                <a:ext cx="2198370" cy="425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4" name="墨迹 23"/>
              <p14:cNvContentPartPr/>
              <p14:nvPr/>
            </p14:nvContentPartPr>
            <p14:xfrm>
              <a:off x="990600" y="5547995"/>
              <a:ext cx="2475230" cy="11811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0"/>
            </p:blipFill>
            <p:spPr>
              <a:xfrm>
                <a:off x="990600" y="5547995"/>
                <a:ext cx="2475230" cy="1181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5" name="墨迹 24"/>
              <p14:cNvContentPartPr/>
              <p14:nvPr/>
            </p14:nvContentPartPr>
            <p14:xfrm>
              <a:off x="9631680" y="5534660"/>
              <a:ext cx="322580" cy="31178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2"/>
            </p:blipFill>
            <p:spPr>
              <a:xfrm>
                <a:off x="9631680" y="5534660"/>
                <a:ext cx="322580" cy="311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6" name="墨迹 25"/>
              <p14:cNvContentPartPr/>
              <p14:nvPr/>
            </p14:nvContentPartPr>
            <p14:xfrm>
              <a:off x="9669780" y="5993130"/>
              <a:ext cx="635" cy="2730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4"/>
            </p:blipFill>
            <p:spPr>
              <a:xfrm>
                <a:off x="9669780" y="5993130"/>
                <a:ext cx="635" cy="2730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0" y="665164"/>
            <a:ext cx="10673862" cy="61928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21.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2017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统考真题】某计算机主存按字节编址，由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4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64M*8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DRAM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芯片采用交叉编址方式构成，并与宽度为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位的存储器总线相连，主存每次最多读写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32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位数据。若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double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型变量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的主存地址为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804 001AH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，则读取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需要的存储周期数是（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 1		B. 2		C. 3		D. 4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22.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2009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统考真题】假设某计算机的存储系统由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和主存组成，某程序执行过程申访存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1000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次，其中访问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缺失（未命中）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50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次，则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的命中率是（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A.5%		B. 9.5%		C. 50%		D. 95%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23.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2009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统考真题】某计算机的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共有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，采用二路组相联映射方式（即每组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。每个主存块大小为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32B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主存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129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号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单元所在主存块应装入的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组号是（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 0 		B. 2 		C. 4 		D. 6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24.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2012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统考真题】假设某计算机按字编址，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主存之间交换的块大小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字。若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的内容初始为空，采用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2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路组相联映射方式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LRU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替换策略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访问的主存地址依次为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0,4, 8,2,0,6,8,6,4,8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命中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次数是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(		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 1		B. 2		C. 3		D. 4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25.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访问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Cache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系统失效时，通常不仅主存向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CPU 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传送信息，同时还需要将信息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写入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，在此过程中传送和写入信息的数据宽度各为（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块、页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B.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字、字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C.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字、块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		D.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块、块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3147060" y="895350"/>
              <a:ext cx="2298065" cy="6921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3147060" y="895350"/>
                <a:ext cx="2298065" cy="692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5204460" y="605790"/>
              <a:ext cx="572135" cy="41719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5204460" y="605790"/>
                <a:ext cx="572135" cy="417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3618230" y="956310"/>
              <a:ext cx="367030" cy="38989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3618230" y="956310"/>
                <a:ext cx="367030" cy="389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6987540" y="1223010"/>
              <a:ext cx="4088130" cy="4635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6987540" y="1223010"/>
                <a:ext cx="4088130" cy="463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8" name="墨迹 7"/>
              <p14:cNvContentPartPr/>
              <p14:nvPr/>
            </p14:nvContentPartPr>
            <p14:xfrm>
              <a:off x="7231380" y="1214755"/>
              <a:ext cx="199390" cy="32194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0"/>
            </p:blipFill>
            <p:spPr>
              <a:xfrm>
                <a:off x="7231380" y="1214755"/>
                <a:ext cx="199390" cy="3219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9" name="墨迹 8"/>
              <p14:cNvContentPartPr/>
              <p14:nvPr/>
            </p14:nvContentPartPr>
            <p14:xfrm>
              <a:off x="7581900" y="1352550"/>
              <a:ext cx="23495" cy="19113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2"/>
            </p:blipFill>
            <p:spPr>
              <a:xfrm>
                <a:off x="7581900" y="1352550"/>
                <a:ext cx="23495" cy="191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0" name="墨迹 9"/>
              <p14:cNvContentPartPr/>
              <p14:nvPr/>
            </p14:nvContentPartPr>
            <p14:xfrm>
              <a:off x="7574280" y="1291590"/>
              <a:ext cx="404495" cy="21399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4"/>
            </p:blipFill>
            <p:spPr>
              <a:xfrm>
                <a:off x="7574280" y="1291590"/>
                <a:ext cx="404495" cy="2139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1" name="墨迹 10"/>
              <p14:cNvContentPartPr/>
              <p14:nvPr/>
            </p14:nvContentPartPr>
            <p14:xfrm>
              <a:off x="6643370" y="2053590"/>
              <a:ext cx="161925" cy="55308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6"/>
            </p:blipFill>
            <p:spPr>
              <a:xfrm>
                <a:off x="6643370" y="2053590"/>
                <a:ext cx="161925" cy="5530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2" name="墨迹 11"/>
              <p14:cNvContentPartPr/>
              <p14:nvPr/>
            </p14:nvContentPartPr>
            <p14:xfrm>
              <a:off x="6408420" y="2091690"/>
              <a:ext cx="679450" cy="50482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8"/>
            </p:blipFill>
            <p:spPr>
              <a:xfrm>
                <a:off x="6408420" y="2091690"/>
                <a:ext cx="679450" cy="504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3" name="墨迹 12"/>
              <p14:cNvContentPartPr/>
              <p14:nvPr/>
            </p14:nvContentPartPr>
            <p14:xfrm>
              <a:off x="5547360" y="1176655"/>
              <a:ext cx="169545" cy="37973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0"/>
            </p:blipFill>
            <p:spPr>
              <a:xfrm>
                <a:off x="5547360" y="1176655"/>
                <a:ext cx="169545" cy="3797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4" name="墨迹 13"/>
              <p14:cNvContentPartPr/>
              <p14:nvPr/>
            </p14:nvContentPartPr>
            <p14:xfrm>
              <a:off x="5646420" y="1680210"/>
              <a:ext cx="635" cy="63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2"/>
            </p:blipFill>
            <p:spPr>
              <a:xfrm>
                <a:off x="5646420" y="168021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5" name="墨迹 14"/>
              <p14:cNvContentPartPr/>
              <p14:nvPr/>
            </p14:nvContentPartPr>
            <p14:xfrm>
              <a:off x="5943600" y="1238250"/>
              <a:ext cx="168275" cy="39751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4"/>
            </p:blipFill>
            <p:spPr>
              <a:xfrm>
                <a:off x="5943600" y="1238250"/>
                <a:ext cx="168275" cy="397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6" name="墨迹 15"/>
              <p14:cNvContentPartPr/>
              <p14:nvPr/>
            </p14:nvContentPartPr>
            <p14:xfrm>
              <a:off x="6096000" y="1725930"/>
              <a:ext cx="22225" cy="3175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6"/>
            </p:blipFill>
            <p:spPr>
              <a:xfrm>
                <a:off x="6096000" y="1725930"/>
                <a:ext cx="22225" cy="31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7" name="墨迹 16"/>
              <p14:cNvContentPartPr/>
              <p14:nvPr/>
            </p14:nvContentPartPr>
            <p14:xfrm>
              <a:off x="3726180" y="3142615"/>
              <a:ext cx="466090" cy="35242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8"/>
            </p:blipFill>
            <p:spPr>
              <a:xfrm>
                <a:off x="3726180" y="3142615"/>
                <a:ext cx="466090" cy="352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8" name="墨迹 17"/>
              <p14:cNvContentPartPr/>
              <p14:nvPr/>
            </p14:nvContentPartPr>
            <p14:xfrm>
              <a:off x="2811780" y="3516630"/>
              <a:ext cx="1402080" cy="825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0"/>
            </p:blipFill>
            <p:spPr>
              <a:xfrm>
                <a:off x="2811780" y="3516630"/>
                <a:ext cx="140208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9" name="墨迹 18"/>
              <p14:cNvContentPartPr/>
              <p14:nvPr/>
            </p14:nvContentPartPr>
            <p14:xfrm>
              <a:off x="2872740" y="3378835"/>
              <a:ext cx="1216660" cy="11620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2"/>
            </p:blipFill>
            <p:spPr>
              <a:xfrm>
                <a:off x="2872740" y="3378835"/>
                <a:ext cx="121666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0" name="墨迹 19"/>
              <p14:cNvContentPartPr/>
              <p14:nvPr/>
            </p14:nvContentPartPr>
            <p14:xfrm>
              <a:off x="7442200" y="3059430"/>
              <a:ext cx="688975" cy="69659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4"/>
            </p:blipFill>
            <p:spPr>
              <a:xfrm>
                <a:off x="7442200" y="3059430"/>
                <a:ext cx="688975" cy="696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1" name="墨迹 20"/>
              <p14:cNvContentPartPr/>
              <p14:nvPr/>
            </p14:nvContentPartPr>
            <p14:xfrm>
              <a:off x="5270500" y="4461510"/>
              <a:ext cx="308610" cy="36512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6"/>
            </p:blipFill>
            <p:spPr>
              <a:xfrm>
                <a:off x="5270500" y="4461510"/>
                <a:ext cx="308610" cy="365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2" name="墨迹 21"/>
              <p14:cNvContentPartPr/>
              <p14:nvPr/>
            </p14:nvContentPartPr>
            <p14:xfrm>
              <a:off x="5191125" y="4941570"/>
              <a:ext cx="6350" cy="825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8"/>
            </p:blipFill>
            <p:spPr>
              <a:xfrm>
                <a:off x="5191125" y="4941570"/>
                <a:ext cx="635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3" name="墨迹 22"/>
              <p14:cNvContentPartPr/>
              <p14:nvPr/>
            </p14:nvContentPartPr>
            <p14:xfrm>
              <a:off x="4030980" y="5391150"/>
              <a:ext cx="1837690" cy="63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0"/>
            </p:blipFill>
            <p:spPr>
              <a:xfrm>
                <a:off x="4030980" y="5391150"/>
                <a:ext cx="183769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4" name="墨迹 23"/>
              <p14:cNvContentPartPr/>
              <p14:nvPr/>
            </p14:nvContentPartPr>
            <p14:xfrm>
              <a:off x="1844040" y="5383530"/>
              <a:ext cx="1801495" cy="63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2"/>
            </p:blipFill>
            <p:spPr>
              <a:xfrm>
                <a:off x="1844040" y="5383530"/>
                <a:ext cx="180149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5" name="墨迹 24"/>
              <p14:cNvContentPartPr/>
              <p14:nvPr/>
            </p14:nvContentPartPr>
            <p14:xfrm>
              <a:off x="8359140" y="5414010"/>
              <a:ext cx="1851660" cy="63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4"/>
            </p:blipFill>
            <p:spPr>
              <a:xfrm>
                <a:off x="8359140" y="5414010"/>
                <a:ext cx="185166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26" name="墨迹 25"/>
              <p14:cNvContentPartPr/>
              <p14:nvPr/>
            </p14:nvContentPartPr>
            <p14:xfrm>
              <a:off x="6758940" y="5348605"/>
              <a:ext cx="2049145" cy="11176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6"/>
            </p:blipFill>
            <p:spPr>
              <a:xfrm>
                <a:off x="6758940" y="5348605"/>
                <a:ext cx="2049145" cy="1117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27" name="墨迹 26"/>
              <p14:cNvContentPartPr/>
              <p14:nvPr/>
            </p14:nvContentPartPr>
            <p14:xfrm>
              <a:off x="4267200" y="6010275"/>
              <a:ext cx="770890" cy="7493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8"/>
            </p:blipFill>
            <p:spPr>
              <a:xfrm>
                <a:off x="4267200" y="6010275"/>
                <a:ext cx="770890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28" name="墨迹 27"/>
              <p14:cNvContentPartPr/>
              <p14:nvPr/>
            </p14:nvContentPartPr>
            <p14:xfrm>
              <a:off x="3978275" y="5726430"/>
              <a:ext cx="1137285" cy="51498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0"/>
            </p:blipFill>
            <p:spPr>
              <a:xfrm>
                <a:off x="3978275" y="5726430"/>
                <a:ext cx="1137285" cy="514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29" name="墨迹 28"/>
              <p14:cNvContentPartPr/>
              <p14:nvPr/>
            </p14:nvContentPartPr>
            <p14:xfrm>
              <a:off x="3462655" y="5466715"/>
              <a:ext cx="723900" cy="51308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2"/>
            </p:blipFill>
            <p:spPr>
              <a:xfrm>
                <a:off x="3462655" y="5466715"/>
                <a:ext cx="723900" cy="51308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4062" y="650631"/>
            <a:ext cx="10052535" cy="5225237"/>
          </a:xfrm>
        </p:spPr>
        <p:txBody>
          <a:bodyPr/>
          <a:lstStyle/>
          <a:p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2022 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</a:t>
            </a:r>
            <a:r>
              <a:rPr lang="zh-CN" altLang="en-US" b="1" dirty="0" smtClean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某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内存条包含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8192×8192×8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位的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芯片，按字节编址，支持突发传送方式，对应存储器总线宽度为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64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位，每个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DRAM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芯片内有一个行缓冲区。下列关于该内存条的叙述中，不正确的是</a:t>
            </a:r>
            <a:r>
              <a:rPr lang="zh-CN" altLang="en-US" b="1" dirty="0" smtClean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 smtClean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1" dirty="0" smtClean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A.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内存条的容量为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512MB</a:t>
            </a:r>
            <a:endParaRPr lang="en-US" altLang="zh-CN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B.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采用多模块交叉编址方式</a:t>
            </a:r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C.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芯片的地址引脚为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D. 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芯片内行缓冲有</a:t>
            </a:r>
            <a:r>
              <a:rPr lang="en-US" altLang="zh-CN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8192×8</a:t>
            </a:r>
            <a:r>
              <a:rPr lang="zh-CN" altLang="en-US" b="1" dirty="0">
                <a:solidFill>
                  <a:srgbClr val="191B1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endParaRPr lang="zh-CN" altLang="en-US" b="1" dirty="0">
              <a:solidFill>
                <a:srgbClr val="191B1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5882640" y="947420"/>
              <a:ext cx="2272030" cy="1244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5882640" y="947420"/>
                <a:ext cx="2272030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8087995" y="3667760"/>
              <a:ext cx="380365" cy="34480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8087995" y="3667760"/>
                <a:ext cx="380365" cy="344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8633460" y="3923030"/>
              <a:ext cx="546100" cy="1333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8633460" y="3923030"/>
                <a:ext cx="546100" cy="133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8849360" y="3707130"/>
              <a:ext cx="203835" cy="75184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8849360" y="3707130"/>
                <a:ext cx="203835" cy="751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墨迹 6"/>
              <p14:cNvContentPartPr/>
              <p14:nvPr/>
            </p14:nvContentPartPr>
            <p14:xfrm>
              <a:off x="6484620" y="2251710"/>
              <a:ext cx="508000" cy="3365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0"/>
            </p:blipFill>
            <p:spPr>
              <a:xfrm>
                <a:off x="6484620" y="2251710"/>
                <a:ext cx="508000" cy="336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8" name="墨迹 7"/>
              <p14:cNvContentPartPr/>
              <p14:nvPr/>
            </p14:nvContentPartPr>
            <p14:xfrm>
              <a:off x="7078980" y="2023110"/>
              <a:ext cx="16510" cy="15176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2"/>
            </p:blipFill>
            <p:spPr>
              <a:xfrm>
                <a:off x="7078980" y="2023110"/>
                <a:ext cx="16510" cy="151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9" name="墨迹 8"/>
              <p14:cNvContentPartPr/>
              <p14:nvPr/>
            </p14:nvContentPartPr>
            <p14:xfrm>
              <a:off x="7254240" y="1969770"/>
              <a:ext cx="100330" cy="26098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4"/>
            </p:blipFill>
            <p:spPr>
              <a:xfrm>
                <a:off x="7254240" y="1969770"/>
                <a:ext cx="100330" cy="2609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" name="墨迹 9"/>
              <p14:cNvContentPartPr/>
              <p14:nvPr/>
            </p14:nvContentPartPr>
            <p14:xfrm>
              <a:off x="7719060" y="2350770"/>
              <a:ext cx="320040" cy="825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6"/>
            </p:blipFill>
            <p:spPr>
              <a:xfrm>
                <a:off x="7719060" y="2350770"/>
                <a:ext cx="32004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1" name="墨迹 10"/>
              <p14:cNvContentPartPr/>
              <p14:nvPr/>
            </p14:nvContentPartPr>
            <p14:xfrm>
              <a:off x="7894320" y="2244090"/>
              <a:ext cx="635" cy="16891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8"/>
            </p:blipFill>
            <p:spPr>
              <a:xfrm>
                <a:off x="7894320" y="2244090"/>
                <a:ext cx="635" cy="168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2" name="墨迹 11"/>
              <p14:cNvContentPartPr/>
              <p14:nvPr/>
            </p14:nvContentPartPr>
            <p14:xfrm>
              <a:off x="8129270" y="2213610"/>
              <a:ext cx="507365" cy="51117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0"/>
            </p:blipFill>
            <p:spPr>
              <a:xfrm>
                <a:off x="8129270" y="2213610"/>
                <a:ext cx="507365" cy="511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3" name="墨迹 12"/>
              <p14:cNvContentPartPr/>
              <p14:nvPr/>
            </p14:nvContentPartPr>
            <p14:xfrm>
              <a:off x="7141210" y="1931670"/>
              <a:ext cx="252095" cy="44958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2"/>
            </p:blipFill>
            <p:spPr>
              <a:xfrm>
                <a:off x="7141210" y="1931670"/>
                <a:ext cx="252095" cy="449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4" name="墨迹 13"/>
              <p14:cNvContentPartPr/>
              <p14:nvPr/>
            </p14:nvContentPartPr>
            <p14:xfrm>
              <a:off x="8625840" y="2038350"/>
              <a:ext cx="85090" cy="19240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4"/>
            </p:blipFill>
            <p:spPr>
              <a:xfrm>
                <a:off x="8625840" y="2038350"/>
                <a:ext cx="85090" cy="1924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5" name="墨迹 14"/>
              <p14:cNvContentPartPr/>
              <p14:nvPr/>
            </p14:nvContentPartPr>
            <p14:xfrm>
              <a:off x="8717915" y="2053590"/>
              <a:ext cx="173990" cy="28194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6"/>
            </p:blipFill>
            <p:spPr>
              <a:xfrm>
                <a:off x="8717915" y="2053590"/>
                <a:ext cx="173990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6" name="墨迹 15"/>
              <p14:cNvContentPartPr/>
              <p14:nvPr/>
            </p14:nvContentPartPr>
            <p14:xfrm>
              <a:off x="7812405" y="2287905"/>
              <a:ext cx="121920" cy="14668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8"/>
            </p:blipFill>
            <p:spPr>
              <a:xfrm>
                <a:off x="7812405" y="2287905"/>
                <a:ext cx="121920" cy="146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7" name="墨迹 16"/>
              <p14:cNvContentPartPr/>
              <p14:nvPr/>
            </p14:nvContentPartPr>
            <p14:xfrm>
              <a:off x="3929380" y="3175635"/>
              <a:ext cx="843915" cy="66421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0"/>
            </p:blipFill>
            <p:spPr>
              <a:xfrm>
                <a:off x="3929380" y="3175635"/>
                <a:ext cx="843915" cy="6642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8" name="墨迹 17"/>
              <p14:cNvContentPartPr/>
              <p14:nvPr/>
            </p14:nvContentPartPr>
            <p14:xfrm>
              <a:off x="1544320" y="1610995"/>
              <a:ext cx="1528445" cy="103759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2"/>
            </p:blipFill>
            <p:spPr>
              <a:xfrm>
                <a:off x="1544320" y="1610995"/>
                <a:ext cx="1528445" cy="103759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7184" y="633046"/>
            <a:ext cx="10955215" cy="5242822"/>
          </a:xfrm>
        </p:spPr>
        <p:txBody>
          <a:bodyPr>
            <a:normAutofit lnSpcReduction="10000"/>
          </a:bodyPr>
          <a:lstStyle/>
          <a:p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2022 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统考真题】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某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计算机主存地址为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位，按字节编址，某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的数据区容量为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32KB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，主存块大小为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，采用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路组相联映射方式，该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中比较器的个数和位数分别为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AutoNum type="alphaUcPeriod"/>
            </a:pP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	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B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 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23		C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 64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20	D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 64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23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AutoNum type="alphaUcPeriod"/>
            </a:pP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组相联映射格式为 主存字块标记 组号 块内地址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主存块大小为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64B= 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2^6B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，按字节编址，块内地址占低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位，数据区容量为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32KB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，总共有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32KB/64B= 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2^9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行，采用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路组相联映射方式，每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行为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组，有 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2^9/8=2^6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组，组号占中间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位，主存地址为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位，主存字块标记占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32-6-6=20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路组相联映射方式，首先根据组号定位到某一分组，然后根据主存字块标记和该分组中的每一行的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Tag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进行比较，需要比较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行，所以比较器的个数为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，主存字块标记为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位，所以比较器位数为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https://pic4.zhimg.com/v2-73206251e9752bf01f43d1460d05cdc9_r.jpg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49" y="504092"/>
            <a:ext cx="10792765" cy="576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454150" y="4584128"/>
          <a:ext cx="7886700" cy="792184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</a:tblGrid>
              <a:tr h="396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标记</a:t>
                      </a:r>
                      <a:endParaRPr lang="zh-CN" altLang="en-US" sz="18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块地址</a:t>
                      </a:r>
                      <a:endParaRPr lang="zh-CN" altLang="en-US" sz="18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块内地址</a:t>
                      </a:r>
                      <a:endParaRPr lang="zh-CN" altLang="en-US" sz="18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960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effectLst/>
                        </a:rPr>
                        <a:t>19-6=7</a:t>
                      </a:r>
                      <a:endParaRPr lang="en-US" altLang="zh-CN" sz="1800">
                        <a:effectLst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effectLst/>
                        </a:rPr>
                        <a:t>12-6=6</a:t>
                      </a:r>
                      <a:endParaRPr lang="en-US" altLang="zh-CN" sz="1800">
                        <a:effectLst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</a:rPr>
                        <a:t>6</a:t>
                      </a:r>
                      <a:endParaRPr lang="en-US" altLang="zh-CN" sz="1800" dirty="0">
                        <a:effectLst/>
                      </a:endParaRPr>
                    </a:p>
                  </a:txBody>
                  <a:tcPr marL="106680" marR="106680" marT="60886" marB="60886" anchor="ctr">
                    <a:lnL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3617" name="Rectangle 1"/>
          <p:cNvSpPr>
            <a:spLocks noChangeArrowheads="1"/>
          </p:cNvSpPr>
          <p:nvPr/>
        </p:nvSpPr>
        <p:spPr bwMode="auto">
          <a:xfrm>
            <a:off x="738554" y="687107"/>
            <a:ext cx="9745540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1. 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假设主存容量为 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512 KB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Cache 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容量为 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4KB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，每个子块为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字，每个字 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32 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位</a:t>
            </a:r>
            <a:b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Cache 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地址有多少位？可容纳多少块？</a:t>
            </a:r>
            <a:b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）主存地址有多少位？可容纳多少块？</a:t>
            </a:r>
            <a:b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）在直接映射方式下，主存的第几块映射到 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Cache 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的第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5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块（假设开始字块为第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块）？</a:t>
            </a:r>
            <a:b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</a:rPr>
              <a:t>）画出直接映射方式下主存地址字段中各段的位数。</a:t>
            </a:r>
            <a:br>
              <a:rPr lang="zh-CN" altLang="en-US" sz="2000" b="0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r>
              <a:rPr lang="zh-CN" altLang="en-US" sz="2000" b="0" dirty="0">
                <a:solidFill>
                  <a:srgbClr val="FF0000"/>
                </a:solidFill>
                <a:latin typeface="华文楷体" panose="02010600040101010101" pitchFamily="2" charset="-122"/>
              </a:rPr>
              <a:t>注意：</a:t>
            </a:r>
            <a:r>
              <a:rPr lang="zh-CN" altLang="en-US" sz="1800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容量与地址线的位数有关</a:t>
            </a:r>
            <a:b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因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512KB = 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19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B 	4KB = 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12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 B  	16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个字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= 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     32bit/8 = 4B = 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B</a:t>
            </a:r>
            <a:b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答案：</a:t>
            </a:r>
            <a:b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）由于地址线的位数与容量有关，故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Cache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地址有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12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位；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12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/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4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×2</a:t>
            </a:r>
            <a:r>
              <a:rPr lang="en-US" altLang="zh-CN" sz="1800" baseline="300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= 64(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块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)</a:t>
            </a:r>
            <a:b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19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；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8K</a:t>
            </a:r>
            <a:b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）第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5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个缓存块，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j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：第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j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个主存块，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Cache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的块数；</a:t>
            </a:r>
            <a:endParaRPr lang="en-US" altLang="zh-CN" sz="1800" dirty="0">
              <a:solidFill>
                <a:srgbClr val="00000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5=j mod 64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）假设开始字块为第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块（这里规定从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开始，如果题目不说一般从 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开始）</a:t>
            </a:r>
            <a:b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）</a:t>
            </a:r>
            <a:endParaRPr lang="zh-CN" altLang="en-US" sz="18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27186" y="1042729"/>
            <a:ext cx="10814538" cy="51090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假设主存容量为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512K×16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容量为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4096×16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位，块长为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位字，访存地址为字地址。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）直接映射方式下，设计主存地址格式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）全相联映射方式下，设计主存地址格式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）二路组相联映射方式下，设计主存地址格式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）若主存容量为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512×32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位，块长不变，在四路组相联映射方式下，设计主存地址格式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答：按字编址，每个字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2B</a:t>
            </a:r>
            <a:b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）直接映射：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地址线（地址线的位数与容量有关）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	= Cache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块地址线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块内地址线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）全相联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）二路组相联，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块两块一组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）块长不变，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块地址地址线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标记地址线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块内地址线 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= 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主存所需要的地址线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注：为什么主存需要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根地址线？</a:t>
            </a:r>
            <a:b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若主存容量为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512×32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位，按字编址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512KB = 2</a:t>
            </a:r>
            <a:r>
              <a:rPr lang="en-US" altLang="zh-CN" sz="18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B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32bit/8 = 4B = 2</a:t>
            </a:r>
            <a:r>
              <a:rPr lang="en-US" altLang="zh-CN" sz="18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Tx/>
              <a:buChar char="•"/>
              <a:defRPr/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主存容量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2</a:t>
            </a:r>
            <a:r>
              <a:rPr lang="en-US" altLang="zh-CN" sz="18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 × 2</a:t>
            </a:r>
            <a:r>
              <a:rPr lang="en-US" altLang="zh-CN" sz="18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 / 2B = 2</a:t>
            </a:r>
            <a:r>
              <a:rPr lang="en-US" altLang="zh-CN" sz="18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————&gt; 20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根地址线</a:t>
            </a:r>
            <a:endParaRPr lang="zh-CN" altLang="en-US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  <p:pic>
        <p:nvPicPr>
          <p:cNvPr id="154627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676" y="2965078"/>
            <a:ext cx="5902325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28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046" y="3417886"/>
            <a:ext cx="47069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29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772" y="3776661"/>
            <a:ext cx="5383212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30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471" y="4701297"/>
            <a:ext cx="460851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0278" y="549276"/>
            <a:ext cx="10673860" cy="63087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【2013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某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位计算机，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主频为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800MHz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命中时的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CPI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块大小为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；主存采用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体交叉存储方式，每个体的存储字长为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位、存储周期为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40ns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；存储器总线宽度为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位，总线时钟频率为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200MHz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，支持突发传送总线事务。每次读突发传送总线事务的过程包括：送首地址和命令、存储器准备数据、传送数据。每次突发传送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，传送地址或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位数据均需要一个总线时钟周期。请回答下列问题，要求给出理由或计算过程。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和总线的时钟周期各为多少？总线的带宽（即最大数据传输率）为多少？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缺失时，需要用几个读突发传送总线事务来完成一个主存块的读取？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）存储器总线完成一次读突发传送总线事务所需的时间是多少？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）若程序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BP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执行过程中共执行了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100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条指令，平均每条指令需进行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1.2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次访存，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缺失率为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5%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，不考虑替换等开销，则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BP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执行时间是多少？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内容占位符 2"/>
          <p:cNvSpPr>
            <a:spLocks noGrp="1"/>
          </p:cNvSpPr>
          <p:nvPr>
            <p:ph idx="1"/>
          </p:nvPr>
        </p:nvSpPr>
        <p:spPr bwMode="auto">
          <a:xfrm>
            <a:off x="767863" y="620714"/>
            <a:ext cx="10644552" cy="5627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indent="0">
              <a:buNone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的时钟周期是主频的倒数，即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1/800MHz= 1.25ns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总线的时钟周期是总线频率的倒数，即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1/200MHz=5ns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总线宽度为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位，因此总线带宽为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4B×200MHz=800MB/s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4B/5ns =800MB/6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块大小是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，因此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缺失时需要一个读突发传送总线事务读取一个主存块。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）一次读突发传送总线事务包括一次地址传送和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32B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数据传送：用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个总线时钟周期传输地址；每隔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40ns/8 = 5ns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启动一个体工作（各进行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次存取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，第一个体读数据花费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40ns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，之后数据存取与数据传输重叠；用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个总线时钟周期传输数据。读突发传送总线事务时间为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5ns+ 40ns + 8×5ns=85ns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）一条指令的平均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执行时间包括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命中时的指令执行时间和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缺失时带来的额外开销。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命中时的一条指令执行时间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- 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命中时的 </a:t>
            </a:r>
            <a:r>
              <a:rPr lang="en-US" altLang="zh-CN" sz="2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CPIx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时钟周期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=4×1.25ns = 5ns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。一条指令执行过程中因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缺失而导致的平均额外开销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平均访存次数</a:t>
            </a:r>
            <a:r>
              <a:rPr lang="en-US" altLang="zh-CN" sz="2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xCache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缺失率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一次读突发传送总线事务时间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 1.2×5%*85ns = 5.1ns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。一条指令的平均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执行时间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 5ns + 5.1ns = 10.1ns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BP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执行时间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一条指令的平均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CPU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执行时间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指令条数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=10.1ns×100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1010ns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内容占位符 2"/>
          <p:cNvSpPr>
            <a:spLocks noGrp="1"/>
          </p:cNvSpPr>
          <p:nvPr>
            <p:ph idx="1"/>
          </p:nvPr>
        </p:nvSpPr>
        <p:spPr bwMode="auto">
          <a:xfrm>
            <a:off x="767862" y="621323"/>
            <a:ext cx="10691446" cy="55556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rmAutofit fontScale="85000" lnSpcReduction="10000"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【2010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统考真题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某计算机的主存地址空间大小为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256MB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，按字节编址。指令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和数据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分离，均有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8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个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行，每个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行大小为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64B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，数据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采用直接映射方式。现有两个功能相同的程序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，其伪代码如下所示：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程序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				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zh-CN" altLang="en-US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程序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a[256][256];			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a[256][256];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……					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……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sum_array1(){			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sum_array2(){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sum=0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		          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sum=0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for(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=0;i&lt;256;i++)			          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for(j=0;j&lt;256;j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++)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for(j=0;j&lt;256;j++)                                     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for(</a:t>
            </a:r>
            <a:r>
              <a:rPr lang="en-US" altLang="zh-CN" sz="1800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=0;i&lt;256;i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++)	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sum += a[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][j]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sum += a[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][j]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   return sum; 			           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return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sum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8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				                 </a:t>
            </a:r>
            <a:r>
              <a:rPr lang="en-US" altLang="zh-CN" sz="18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}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假定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类型数据用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32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位补码表示，程序编译时，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sum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均分配在寄存器中，数组按行优先方式存放，其首地址为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320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（十进制数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。请回答下列问题，要求说明理由或给出计算过程。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）不考虑用于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一致性维护和替换算法的控制位，数据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的总容量为多少？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）数组元素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a[0][31]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a[1][1]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各自所在的主存块对应的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行号是多少（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Cache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行号从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开始）。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）程序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的数据访问命中率各是多少？哪个程序的执行时间更短？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1" indent="0">
              <a:buNone/>
            </a:pPr>
            <a:endParaRPr lang="zh-CN" alt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862" y="638908"/>
            <a:ext cx="10691446" cy="5236960"/>
          </a:xfrm>
        </p:spPr>
        <p:txBody>
          <a:bodyPr>
            <a:normAutofit/>
          </a:bodyPr>
          <a:lstStyle/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每个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行对应一个标记项，标记项包括有效位、脏位、替换控制位以及主存字块标记位。由主存空间大小为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256MB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256M=2^28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，地址总长度为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位，每个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行大小为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，块内地址为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log64=6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位，有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行号为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log8=3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位，主存字块标记位数为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28-6-3=19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位，不考虑一致性维护和替换算法的控制位，还需一位有效位，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19+1=20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标记位，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20bit=20/8B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，数据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共有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行，可计算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的总容量：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的总容量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行数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每行标记位大小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每行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块大小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)=8×(64+20/8)B=532B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数组按行优先方式存放，首地址为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320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，数组元素占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个字节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a[256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][256]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表示数组有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256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行，每行有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256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个元素。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采用直接映射方式，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即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a[0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][31]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所在的主存块对应的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行号为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:(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320B+(256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0+31)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4B)/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 mod 8=6 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a[1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][1]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所在的主存块对应的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行号为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:(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320B+(256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1+1)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4B)/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64B mod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 8=5 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按行存放，程序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按行存取。每个字块中存放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型数据，除访问的第一个不命中 ，随后的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个全都命中，程序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的命中率为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15/16=93.75</a:t>
            </a:r>
            <a:r>
              <a: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%</a:t>
            </a:r>
            <a:r>
              <a:rPr lang="zh-CN" altLang="en-US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按列存取，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总容量为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64B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8=512B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，数组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一行的大小为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1KB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，正好是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容量的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倍</a:t>
            </a:r>
            <a:r>
              <a:rPr lang="zh-CN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。不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同行的同一列数组元素地址同余，所以不同行的同一列数组元素使用的是同一个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单元，故逐列访问每个数据时，都会将之前的字块置换出，也即每次访问都不会命中，命中率为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6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8892" y="674077"/>
            <a:ext cx="10597662" cy="5597769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2023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统考真题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已知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计算机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字长为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位，按字节编址，采用请求调页策略的虚拟存储管理方式，虚拟地址为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位，页面大小为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4KB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；数据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路组相联映射，数据区大小为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8KB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，主存块大小为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。现有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语言程序段如下：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for (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&lt; 24;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for (j = 0; j &lt; 64;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 a[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][j] = 10;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已知二维数组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按行优先存放，在虚拟地址空间中分配的起始地址为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0042 2000H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)=4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，假定在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上执行上述程序段之前数组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不在主存，且在该程序段执行过程中不会发生页面置换。请回答下列问题。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分为几个页面存储？对于数组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的访问，会发生几次缺页异常？页故障地址各是什么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不考虑变量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，该程序段的数据访问是否具有时间局部性？为什么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(3)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计算机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的虚拟地址（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A31~A0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）中哪几位用作块内地址？哪几位用作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组号？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a[1][0]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的虚拟地址是多少？其所在主存块对应的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组号是多少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(4)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占用多少主存块？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假设上述程序段执行过程中数组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的访问不会和其他数据发生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访问冲突，则数组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命中率是多少？若将循环中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的次序按如下方式调换：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for (j = 0; j &lt; 64;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for (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= 0;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&lt; 24;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++) a[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][j] = 10;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则数组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命中率又是多少？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6138" y="662354"/>
            <a:ext cx="10679724" cy="5213514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第一问。数组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个页面存储。根据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语言程序段，数组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共有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24×64=1536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个元素，每个数组元素类型为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)=4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，即一个元素占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内存，所以数组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占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1536×4B=6KB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内存。页面大小为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4KB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，数组元素在内存空间连续存放，需要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占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页面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第二问。对于数组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的访问，会发生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次缺页异常。因为在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上执行上述程序段之前数组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不在主存，且数组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个页面存储。所以当访问这两个页面中第一个元素时，页面尚未调入内存，会产生缺页异常，总计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次缺页异常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第三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问。两个页故障地址分别是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 2000H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 3000H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。虚拟地址格式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虚页号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页内地址，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页面大小为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4KB=2^12B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，按字节编址，页内地址占低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位，虚拟地址为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位，虚页号占高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32-12=20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位。数组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在虚拟地址空间中分配的起始地址为 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00422(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虚页号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)000H(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页内地址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),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第一次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缺页访问虚页号为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00422H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，数组元素在内存空间从低地址到高地址连续存放，所以第二次缺页访问虚页号为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00422H + 1H = 00423H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，访问该页面第一个元素所在页内地址为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，即访问位置为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 3000H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。所以两个页故障地址分别是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 2000H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0042 3000H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8892" y="697523"/>
            <a:ext cx="10644554" cy="5178345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第一问。该程序段的数据访问没有时间局部性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问。时间局部性是指如果某数据被访问过，不久以后该数据可能再次被访问。显然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中每个元素仅被访问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次，不存在重复访问，所以没有时间局部性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虚拟地址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格式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虚页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号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页内地址，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物理地址格式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为：页框号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页内地址；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页大小和页框号大小相同，页面大小为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4KB= 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2^12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 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，按字节编址，页内地址占低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位。也就是虚拟地址和物理地址的低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位相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同。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组相联映射格式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为主存字块标志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组号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块内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地址；主存块大小为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32B=2^5B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，按字节编址，块内地址占低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位，数据区大小为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8KB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，有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8KB/32B=2^8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，数据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路组相联映射，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2^8/4=2^6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，组号占中间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位。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5+6=11&lt;12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，虚拟地址和物理地址的低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位一定相同。物理地址中低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位用作块内地址，低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位中高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位用作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组号。对应虚拟地址中低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A4~A0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）用作块内地址，低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位中高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A10~A5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）用作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号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a[1][0]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的虚拟地址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0042 2100H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。因为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的起始地址为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0042 2000H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，一行有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个元素，一个元素占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个地址单元，所以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a[1][0]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的虚拟地址是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0042 2000H+(64×1+0)×4H=0042 </a:t>
            </a:r>
            <a:r>
              <a:rPr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2100H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第四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问。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a[1][0]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所在主存块对应的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组号是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。因为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a[1][0]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的虚拟地址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0042 2100H =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0615" y="685800"/>
            <a:ext cx="10075982" cy="5190068"/>
          </a:xfrm>
        </p:spPr>
        <p:txBody>
          <a:bodyPr/>
          <a:lstStyle/>
          <a:p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 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第一问。数组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占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192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个主存块。根据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第一问的结论，数组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占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6KB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内存，主存块大小为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，由于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的起始地址为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0042 2000H,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第一个元素的块内地址是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00000B=0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，也就是数组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占用每个块都是用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中元素占满了，不存在数组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占了某个块的仅一部分内存空间的情况。所以数组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恰好占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6KB/32B=192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个主存块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smtClean="0">
                <a:latin typeface="宋体" panose="02010600030101010101" pitchFamily="2" charset="-122"/>
                <a:ea typeface="宋体" panose="02010600030101010101" pitchFamily="2" charset="-122"/>
              </a:rPr>
              <a:t>第二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问。数组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命中率为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87.5%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。主存块大小为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每个元素大小为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，一个主存块包含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32B/4B=8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个元素，本题代码为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语言代码，在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语言中，二维数组按行优先方式存放，因此数组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按行优先存放，该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语言程序段按行访问数组元素，每个元素仅访问一次，所以每访问每个主存块中第一个元素产生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缺失，剩余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8-1=7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命中，所以数组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Cache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命中率为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7/8=87.5%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章 指令系统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3369" y="2426677"/>
            <a:ext cx="10468708" cy="3804137"/>
          </a:xfrm>
        </p:spPr>
        <p:txBody>
          <a:bodyPr/>
          <a:lstStyle/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本章重点：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指令格式</a:t>
            </a:r>
            <a:endParaRPr lang="en-US" altLang="zh-CN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寻址方式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39553B-1F90-479D-B535-3177EED08F60}" type="slidenum">
              <a:rPr lang="en-US" altLang="zh-CN"/>
            </a:fld>
            <a:endParaRPr lang="en-US" altLang="zh-CN"/>
          </a:p>
        </p:txBody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7142" y="647944"/>
            <a:ext cx="10523904" cy="560045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zh-CN" altLang="en-US" sz="2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影响计算机指令格式的因素</a:t>
            </a:r>
            <a:endParaRPr lang="zh-CN" altLang="en-US" sz="2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机器的字长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存储器的容量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指令的功能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指令应能</a:t>
            </a:r>
            <a:r>
              <a:rPr lang="zh-CN" altLang="en-US" sz="2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反映以下信息</a:t>
            </a:r>
            <a:endParaRPr lang="zh-CN" altLang="en-US" sz="2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做什么操作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如果需要操作数，从哪里取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结果送哪里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下一条指令从哪里取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指令格式</a:t>
            </a:r>
            <a:r>
              <a:rPr lang="zh-CN" altLang="en-US" sz="2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包括两个方面</a:t>
            </a:r>
            <a:r>
              <a:rPr lang="zh-CN" altLang="en-US" sz="2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指令格式的设置一般遵循以下规则：</a:t>
            </a:r>
            <a:endParaRPr lang="zh-CN" altLang="en-US" sz="2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尽量多的信息；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长度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尽可能与机器字长相匹配；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指令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中包含尽量少的冗余信息。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>
              <a:lnSpc>
                <a:spcPct val="90000"/>
              </a:lnSpc>
            </a:pPr>
            <a:endParaRPr lang="zh-CN" altLang="en-US" sz="2200" dirty="0"/>
          </a:p>
          <a:p>
            <a:pPr>
              <a:lnSpc>
                <a:spcPct val="90000"/>
              </a:lnSpc>
            </a:pPr>
            <a:endParaRPr lang="en-US" altLang="zh-CN" dirty="0" smtClean="0"/>
          </a:p>
        </p:txBody>
      </p:sp>
      <p:grpSp>
        <p:nvGrpSpPr>
          <p:cNvPr id="171013" name="Group 4"/>
          <p:cNvGrpSpPr/>
          <p:nvPr/>
        </p:nvGrpSpPr>
        <p:grpSpPr bwMode="auto">
          <a:xfrm>
            <a:off x="4469911" y="3787654"/>
            <a:ext cx="7010400" cy="685800"/>
            <a:chOff x="1056" y="1728"/>
            <a:chExt cx="4416" cy="432"/>
          </a:xfrm>
        </p:grpSpPr>
        <p:sp>
          <p:nvSpPr>
            <p:cNvPr id="171014" name="Rectangle 5"/>
            <p:cNvSpPr>
              <a:spLocks noChangeArrowheads="1"/>
            </p:cNvSpPr>
            <p:nvPr/>
          </p:nvSpPr>
          <p:spPr bwMode="auto">
            <a:xfrm>
              <a:off x="1056" y="1728"/>
              <a:ext cx="4416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71015" name="Line 6"/>
            <p:cNvSpPr>
              <a:spLocks noChangeShapeType="1"/>
            </p:cNvSpPr>
            <p:nvPr/>
          </p:nvSpPr>
          <p:spPr bwMode="auto">
            <a:xfrm>
              <a:off x="3120" y="1728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1016" name="Rectangle 7"/>
            <p:cNvSpPr>
              <a:spLocks noChangeArrowheads="1"/>
            </p:cNvSpPr>
            <p:nvPr/>
          </p:nvSpPr>
          <p:spPr bwMode="auto">
            <a:xfrm>
              <a:off x="1488" y="1776"/>
              <a:ext cx="120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800" b="1">
                  <a:solidFill>
                    <a:srgbClr val="3333FF"/>
                  </a:solidFill>
                  <a:latin typeface="Times New Roman" panose="02020603050405020304" pitchFamily="18" charset="0"/>
                </a:rPr>
                <a:t>操作码字段</a:t>
              </a:r>
              <a:endPara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1017" name="Rectangle 8"/>
            <p:cNvSpPr>
              <a:spLocks noChangeArrowheads="1"/>
            </p:cNvSpPr>
            <p:nvPr/>
          </p:nvSpPr>
          <p:spPr bwMode="auto">
            <a:xfrm>
              <a:off x="3648" y="1776"/>
              <a:ext cx="120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800" b="1">
                  <a:solidFill>
                    <a:srgbClr val="3333FF"/>
                  </a:solidFill>
                  <a:latin typeface="Times New Roman" panose="02020603050405020304" pitchFamily="18" charset="0"/>
                </a:rPr>
                <a:t>地址码字段</a:t>
              </a:r>
              <a:endPara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1308" y="638908"/>
            <a:ext cx="10621107" cy="5580184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指令的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寻址方式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立即寻址	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直接寻址	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寄存器寻址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EA=R</a:t>
            </a:r>
            <a:endParaRPr lang="en-US" altLang="zh-CN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基址寻址	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=(BR)+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en-US" altLang="zh-CN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用以解决程序在存储器中的定位和扩大寻址空间等问题。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变址寻址	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=(X)+A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结合循环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方法，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逐次改变变址寄存器的值，来访问一片主存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地址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间接寻址	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存储器间接寻址：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EA=(A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en-US" altLang="zh-CN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寄存器间接寻址：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EA=(R) 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相对寻址		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EA=(PC)+</a:t>
            </a:r>
            <a:r>
              <a:rPr lang="en-US" altLang="zh-CN" dirty="0" err="1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disp</a:t>
            </a:r>
            <a:endParaRPr lang="en-US" altLang="zh-CN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620" name="Group 52"/>
          <p:cNvGraphicFramePr>
            <a:graphicFrameLocks noGrp="1"/>
          </p:cNvGraphicFramePr>
          <p:nvPr>
            <p:ph idx="1"/>
          </p:nvPr>
        </p:nvGraphicFramePr>
        <p:xfrm>
          <a:off x="1827457" y="1085728"/>
          <a:ext cx="7772400" cy="731838"/>
        </p:xfrm>
        <a:graphic>
          <a:graphicData uri="http://schemas.openxmlformats.org/drawingml/2006/table">
            <a:tbl>
              <a:tblPr/>
              <a:tblGrid>
                <a:gridCol w="2663825"/>
                <a:gridCol w="947737"/>
                <a:gridCol w="4160838"/>
              </a:tblGrid>
              <a:tr h="36591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15           10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9  8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7                        0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OP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4216" marR="154216"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7BD39B-87A6-41D5-B71B-70C3F2649560}" type="slidenum">
              <a:rPr lang="zh-CN" altLang="en-US"/>
            </a:fld>
            <a:endParaRPr lang="en-US" altLang="zh-CN"/>
          </a:p>
        </p:txBody>
      </p:sp>
      <p:sp>
        <p:nvSpPr>
          <p:cNvPr id="139280" name="Rectangle 3"/>
          <p:cNvSpPr>
            <a:spLocks noGrp="1"/>
          </p:cNvSpPr>
          <p:nvPr>
            <p:ph type="body" sz="half" idx="4294967295"/>
          </p:nvPr>
        </p:nvSpPr>
        <p:spPr>
          <a:xfrm>
            <a:off x="791307" y="691662"/>
            <a:ext cx="10603523" cy="5556737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4-3】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某微机的指令格式如下所示：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/>
          </a:p>
          <a:p>
            <a:pPr lvl="1">
              <a:buFontTx/>
              <a:buNone/>
            </a:pP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OP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：操作码；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：位移量；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：寻址特征位，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X=00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：直接寻址；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X=01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：用变址寄存器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X1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进行变址；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X=10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：用变址寄存器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X2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进行变址；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X=11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：相对寻址。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设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(PC)=1234H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(X1)=0037H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(X2)=1122H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，请确定下列指令的有效地址。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4420H	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2244H	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1322H	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3521H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lang="en-US" altLang="zh-CN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4495800" y="3323590"/>
              <a:ext cx="3044825" cy="21564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4495800" y="3323590"/>
                <a:ext cx="3044825" cy="21564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3"/>
          <p:cNvSpPr>
            <a:spLocks noGrp="1"/>
          </p:cNvSpPr>
          <p:nvPr>
            <p:ph idx="1"/>
          </p:nvPr>
        </p:nvSpPr>
        <p:spPr>
          <a:xfrm>
            <a:off x="662353" y="673222"/>
            <a:ext cx="10650415" cy="557517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endParaRPr lang="en-US" altLang="zh-CN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4420H = 010001 00 00100000 B</a:t>
            </a:r>
            <a:endParaRPr lang="en-US" altLang="zh-CN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∵X=00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D=20H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，∴是直接寻址，有效地址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E=D=20H</a:t>
            </a:r>
            <a:endParaRPr lang="en-US" altLang="zh-CN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2244H = 001000 10 01000100 B</a:t>
            </a:r>
            <a:endParaRPr lang="en-US" altLang="zh-CN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∵X=10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D=44H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，∴是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X2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变址寻址，有效地址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E=(X2)+D =1122H+44H=1166H</a:t>
            </a:r>
            <a:endParaRPr lang="en-US" altLang="zh-CN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1322H = 000100 11 00100010 B</a:t>
            </a:r>
            <a:endParaRPr lang="en-US" altLang="zh-CN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∵X=11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D=22H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，∴是相对寻址，有效地址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E=(PC)+D =1234H+22H=1256H</a:t>
            </a:r>
            <a:endParaRPr lang="en-US" altLang="zh-CN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3521H = 001101 01 00100001 B</a:t>
            </a:r>
            <a:endParaRPr lang="en-US" altLang="zh-CN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∵X=01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D=21H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，∴是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X1</a:t>
            </a:r>
            <a:r>
              <a:rPr lang="zh-CN" alt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变址寻址，有效地址</a:t>
            </a:r>
            <a:r>
              <a:rPr lang="en-US" altLang="zh-CN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E=(X1)+D =0037H+21H=0058H</a:t>
            </a:r>
            <a:endParaRPr lang="en-US" altLang="zh-CN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endParaRPr lang="zh-CN" altLang="en-US" sz="2000" b="1" dirty="0">
              <a:ln/>
              <a:solidFill>
                <a:schemeClr val="accent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lang="en-US" altLang="zh-CN" sz="2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8F319A-04DE-4949-942C-688A769F2E8B}" type="slidenum">
              <a:rPr lang="zh-CN" altLang="en-US"/>
            </a:fld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4792980" y="3335655"/>
              <a:ext cx="3758565" cy="219265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4792980" y="3335655"/>
                <a:ext cx="3758565" cy="219265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1308" y="662354"/>
            <a:ext cx="10105289" cy="5213514"/>
          </a:xfrm>
        </p:spPr>
        <p:txBody>
          <a:bodyPr/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一条双字长的取数指令（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LDA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）存于存储器的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200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201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单元，其中第一个字为操作码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OP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和寻址特征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，第二个字为形式地址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A.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假设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PC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的当前值为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，变址寄存器 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内容为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，基址寄存器的内容为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200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，存储器相关单元的内容如下表所示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下表的各列分别为寻址方式、该寻址方式下的有效地址及取数指令执行结束后累加器（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AC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）的内容，试补全下表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44" y="1644246"/>
            <a:ext cx="7273158" cy="7559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58" y="3318441"/>
            <a:ext cx="7669433" cy="296900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1188720" y="948690"/>
              <a:ext cx="6866890" cy="2413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1188720" y="948690"/>
                <a:ext cx="6866890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8163560" y="560070"/>
              <a:ext cx="447675" cy="47942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8163560" y="560070"/>
                <a:ext cx="447675" cy="479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1501140" y="1002030"/>
              <a:ext cx="321310" cy="27559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1501140" y="1002030"/>
                <a:ext cx="321310" cy="2755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8" name="墨迹 7"/>
              <p14:cNvContentPartPr/>
              <p14:nvPr/>
            </p14:nvContentPartPr>
            <p14:xfrm>
              <a:off x="2018665" y="986790"/>
              <a:ext cx="321310" cy="32829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0"/>
            </p:blipFill>
            <p:spPr>
              <a:xfrm>
                <a:off x="2018665" y="986790"/>
                <a:ext cx="321310" cy="328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9" name="墨迹 8"/>
              <p14:cNvContentPartPr/>
              <p14:nvPr/>
            </p14:nvContentPartPr>
            <p14:xfrm>
              <a:off x="3096260" y="1056640"/>
              <a:ext cx="424180" cy="28003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2"/>
            </p:blipFill>
            <p:spPr>
              <a:xfrm>
                <a:off x="3096260" y="1056640"/>
                <a:ext cx="424180" cy="2800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0" name="墨迹 9"/>
              <p14:cNvContentPartPr/>
              <p14:nvPr/>
            </p14:nvContentPartPr>
            <p14:xfrm>
              <a:off x="3718560" y="1313815"/>
              <a:ext cx="2470785" cy="3937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4"/>
            </p:blipFill>
            <p:spPr>
              <a:xfrm>
                <a:off x="3718560" y="1313815"/>
                <a:ext cx="2470785" cy="39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1" name="墨迹 10"/>
              <p14:cNvContentPartPr/>
              <p14:nvPr/>
            </p14:nvContentPartPr>
            <p14:xfrm>
              <a:off x="6423660" y="1199515"/>
              <a:ext cx="4009390" cy="17018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6"/>
            </p:blipFill>
            <p:spPr>
              <a:xfrm>
                <a:off x="6423660" y="1199515"/>
                <a:ext cx="4009390" cy="1701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2" name="墨迹 11"/>
              <p14:cNvContentPartPr/>
              <p14:nvPr/>
            </p14:nvContentPartPr>
            <p14:xfrm>
              <a:off x="1135380" y="1696085"/>
              <a:ext cx="4741545" cy="12192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8"/>
            </p:blipFill>
            <p:spPr>
              <a:xfrm>
                <a:off x="1135380" y="1696085"/>
                <a:ext cx="4741545" cy="121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3" name="墨迹 12"/>
              <p14:cNvContentPartPr/>
              <p14:nvPr/>
            </p14:nvContentPartPr>
            <p14:xfrm>
              <a:off x="5895340" y="1299210"/>
              <a:ext cx="323215" cy="37592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0"/>
            </p:blipFill>
            <p:spPr>
              <a:xfrm>
                <a:off x="5895340" y="1299210"/>
                <a:ext cx="323215" cy="375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4" name="墨迹 13"/>
              <p14:cNvContentPartPr/>
              <p14:nvPr/>
            </p14:nvContentPartPr>
            <p14:xfrm>
              <a:off x="9573260" y="1260475"/>
              <a:ext cx="257810" cy="36703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2"/>
            </p:blipFill>
            <p:spPr>
              <a:xfrm>
                <a:off x="9573260" y="1260475"/>
                <a:ext cx="257810" cy="367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5" name="墨迹 14"/>
              <p14:cNvContentPartPr/>
              <p14:nvPr/>
            </p14:nvContentPartPr>
            <p14:xfrm>
              <a:off x="7328535" y="2592705"/>
              <a:ext cx="353695" cy="36068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4"/>
            </p:blipFill>
            <p:spPr>
              <a:xfrm>
                <a:off x="7328535" y="2592705"/>
                <a:ext cx="353695" cy="3606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6" name="墨迹 15"/>
              <p14:cNvContentPartPr/>
              <p14:nvPr/>
            </p14:nvContentPartPr>
            <p14:xfrm>
              <a:off x="3002280" y="3143250"/>
              <a:ext cx="1449705" cy="6159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6"/>
            </p:blipFill>
            <p:spPr>
              <a:xfrm>
                <a:off x="3002280" y="3143250"/>
                <a:ext cx="1449705" cy="61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7" name="墨迹 16"/>
              <p14:cNvContentPartPr/>
              <p14:nvPr/>
            </p14:nvContentPartPr>
            <p14:xfrm>
              <a:off x="2987040" y="3228975"/>
              <a:ext cx="1863725" cy="5969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8"/>
            </p:blipFill>
            <p:spPr>
              <a:xfrm>
                <a:off x="2987040" y="3228975"/>
                <a:ext cx="1863725" cy="5969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6138" y="656492"/>
            <a:ext cx="10668000" cy="521937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例题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：某机字内存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64KB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内有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位通用寄存器（其中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个又可当作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位通用寄存器）。该机指令系统共有64条指令，全部为双地址指令，且第一个操作数在寄存器中，指令采用下列寻址方式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）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寄存器直接寻址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）寄存器间接寻址（用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位寄存器）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）存储器直接寻址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）变址寻址（用任意一个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位寄存器作变址寄存器，位移量为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位）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）设计该计算机指令格式，并画出各种类型的指令格式示意图；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）写出各种寻址方式的有效地址。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5" name="墨迹 24"/>
              <p14:cNvContentPartPr/>
              <p14:nvPr/>
            </p14:nvContentPartPr>
            <p14:xfrm>
              <a:off x="2186940" y="5421630"/>
              <a:ext cx="635" cy="63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2"/>
            </p:blipFill>
            <p:spPr>
              <a:xfrm>
                <a:off x="2186940" y="542163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6" name="墨迹 25"/>
              <p14:cNvContentPartPr/>
              <p14:nvPr/>
            </p14:nvContentPartPr>
            <p14:xfrm>
              <a:off x="4770120" y="2573655"/>
              <a:ext cx="3154680" cy="241808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"/>
            </p:blipFill>
            <p:spPr>
              <a:xfrm>
                <a:off x="4770120" y="2573655"/>
                <a:ext cx="3154680" cy="241808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532551" y="1066483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298832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操作码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   </a:t>
                      </a:r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寻址方式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偏移量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5424" name="文本框 5"/>
          <p:cNvSpPr txBox="1">
            <a:spLocks noChangeArrowheads="1"/>
          </p:cNvSpPr>
          <p:nvPr/>
        </p:nvSpPr>
        <p:spPr bwMode="auto">
          <a:xfrm>
            <a:off x="797048" y="1049096"/>
            <a:ext cx="16557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指令格式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0332" y="2353377"/>
            <a:ext cx="10633806" cy="83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位寄存器，其中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个可以扩展成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位寄存器，因此寄存器一共需要编码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8+4x2=16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个，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2^4=16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，需要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编码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584574" y="3563265"/>
          <a:ext cx="6096000" cy="369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698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操作码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03" marB="456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00</a:t>
                      </a:r>
                      <a:endParaRPr lang="zh-CN" altLang="en-US" sz="1800" dirty="0"/>
                    </a:p>
                  </a:txBody>
                  <a:tcPr marT="45603" marB="456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 smtClean="0"/>
                        <a:t>Rs</a:t>
                      </a:r>
                      <a:endParaRPr lang="zh-CN" altLang="en-US" sz="1800" dirty="0"/>
                    </a:p>
                  </a:txBody>
                  <a:tcPr marT="45603" marB="456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Rd</a:t>
                      </a:r>
                      <a:endParaRPr lang="zh-CN" altLang="en-US" sz="1800" dirty="0"/>
                    </a:p>
                  </a:txBody>
                  <a:tcPr marT="45603" marB="45603"/>
                </a:tc>
              </a:tr>
            </a:tbl>
          </a:graphicData>
        </a:graphic>
      </p:graphicFrame>
      <p:sp>
        <p:nvSpPr>
          <p:cNvPr id="145438" name="文本框 8"/>
          <p:cNvSpPr txBox="1">
            <a:spLocks noChangeArrowheads="1"/>
          </p:cNvSpPr>
          <p:nvPr/>
        </p:nvSpPr>
        <p:spPr bwMode="auto">
          <a:xfrm>
            <a:off x="760597" y="4063847"/>
            <a:ext cx="1992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寄存器间接寻址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5439" name="文本框 9"/>
          <p:cNvSpPr txBox="1">
            <a:spLocks noChangeArrowheads="1"/>
          </p:cNvSpPr>
          <p:nvPr/>
        </p:nvSpPr>
        <p:spPr bwMode="auto">
          <a:xfrm>
            <a:off x="843941" y="5506334"/>
            <a:ext cx="1217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变址寻址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605214" y="4075112"/>
          <a:ext cx="609600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操作码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01</a:t>
                      </a:r>
                      <a:endParaRPr lang="zh-CN" altLang="en-US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 smtClean="0"/>
                        <a:t>Rs</a:t>
                      </a:r>
                      <a:endParaRPr lang="zh-CN" altLang="en-US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Rd</a:t>
                      </a:r>
                      <a:endParaRPr lang="zh-CN" altLang="en-US" sz="1800" dirty="0"/>
                    </a:p>
                  </a:txBody>
                  <a:tcPr marT="45798" marB="45798"/>
                </a:tc>
              </a:tr>
            </a:tbl>
          </a:graphicData>
        </a:graphic>
      </p:graphicFrame>
      <p:sp>
        <p:nvSpPr>
          <p:cNvPr id="145452" name="文本框 11"/>
          <p:cNvSpPr txBox="1">
            <a:spLocks noChangeArrowheads="1"/>
          </p:cNvSpPr>
          <p:nvPr/>
        </p:nvSpPr>
        <p:spPr bwMode="auto">
          <a:xfrm>
            <a:off x="797048" y="3563265"/>
            <a:ext cx="1474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寄存器寻址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605214" y="4550477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29883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     </a:t>
                      </a:r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操作码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        </a:t>
                      </a:r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偏移量</a:t>
                      </a:r>
                      <a:r>
                        <a:rPr lang="en-US" altLang="zh-CN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A1</a:t>
                      </a:r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偏移量</a:t>
                      </a:r>
                      <a:r>
                        <a:rPr lang="en-US" altLang="zh-CN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A2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5467" name="文本框 13"/>
          <p:cNvSpPr txBox="1">
            <a:spLocks noChangeArrowheads="1"/>
          </p:cNvSpPr>
          <p:nvPr/>
        </p:nvSpPr>
        <p:spPr bwMode="auto">
          <a:xfrm>
            <a:off x="845529" y="4737589"/>
            <a:ext cx="1216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</a:rPr>
              <a:t>直接寻址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3605214" y="5338059"/>
          <a:ext cx="6096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29883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     </a:t>
                      </a:r>
                      <a:r>
                        <a:rPr lang="zh-CN" altLang="en-US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操作码</a:t>
                      </a:r>
                      <a:endParaRPr lang="zh-CN" altLang="en-US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         </a:t>
                      </a:r>
                      <a:r>
                        <a:rPr lang="en-US" altLang="zh-CN" dirty="0" smtClean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R1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R2</a:t>
                      </a:r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偏移量</a:t>
                      </a:r>
                      <a:endPara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5482" name="文本框 15"/>
          <p:cNvSpPr txBox="1">
            <a:spLocks noChangeArrowheads="1"/>
          </p:cNvSpPr>
          <p:nvPr/>
        </p:nvSpPr>
        <p:spPr bwMode="auto">
          <a:xfrm>
            <a:off x="3062289" y="625353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6b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145483" name="文本框 16"/>
          <p:cNvSpPr txBox="1">
            <a:spLocks noChangeArrowheads="1"/>
          </p:cNvSpPr>
          <p:nvPr/>
        </p:nvSpPr>
        <p:spPr bwMode="auto">
          <a:xfrm>
            <a:off x="4574381" y="603832"/>
            <a:ext cx="5445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2b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5484" name="文本框 17"/>
          <p:cNvSpPr txBox="1">
            <a:spLocks noChangeArrowheads="1"/>
          </p:cNvSpPr>
          <p:nvPr/>
        </p:nvSpPr>
        <p:spPr bwMode="auto">
          <a:xfrm>
            <a:off x="6088061" y="610306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4b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45485" name="文本框 18"/>
          <p:cNvSpPr txBox="1">
            <a:spLocks noChangeArrowheads="1"/>
          </p:cNvSpPr>
          <p:nvPr/>
        </p:nvSpPr>
        <p:spPr bwMode="auto">
          <a:xfrm>
            <a:off x="7554181" y="625353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4b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5478780" y="1497330"/>
              <a:ext cx="5164455" cy="4441825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5478780" y="1497330"/>
                <a:ext cx="5164455" cy="4441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3420745" y="1817370"/>
              <a:ext cx="5937250" cy="442722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3420745" y="1817370"/>
                <a:ext cx="5937250" cy="44272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862" y="662354"/>
            <a:ext cx="10650415" cy="5213514"/>
          </a:xfrm>
        </p:spPr>
        <p:txBody>
          <a:bodyPr/>
          <a:lstStyle/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某模型机共有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64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种操作码，位数固定，且具有以下特点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）采用一地址或二地址格式。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）有寄存器寻址、直接寻址和相对寻址（位移量为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-128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+127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种寻址方式。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）有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16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个通用寄存器，算术运算和逻辑运算的操作数均在寄存器中，结果也在寄存器中。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）取数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存数指令在通用寄存器和存储器之间传送数据。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）存储器容量为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1MB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，按字节编址。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要求设计算术逻辑指令、取数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存数指令和相对转移指令的格式，并简述理由。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5446" y="650631"/>
            <a:ext cx="10621108" cy="5225237"/>
          </a:xfrm>
        </p:spPr>
        <p:txBody>
          <a:bodyPr/>
          <a:lstStyle/>
          <a:p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【2017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统考真题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在按字节编址的计算机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M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上，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f1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的部分源程序（阴影部分）如下。将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f1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中的 </a:t>
            </a:r>
            <a:r>
              <a:rPr lang="en-US" altLang="zh-CN" sz="20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都改成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float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，可得到计算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f(n)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的另一个函数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f2</a:t>
            </a: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对应的机器代码（包括指令的虚拟地址）如下：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3963" y="1366265"/>
            <a:ext cx="3883489" cy="407857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02" y="1314037"/>
            <a:ext cx="3883489" cy="18167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90" y="3623254"/>
            <a:ext cx="4213241" cy="258997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0020" y="653143"/>
            <a:ext cx="10735293" cy="5222725"/>
          </a:xfrm>
        </p:spPr>
        <p:txBody>
          <a:bodyPr/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程序段在计算机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上的部分机器级代码如下，每个机器级代码行中依次包含指令序号、虚拟地址、机器指令和汇编指令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904" y="1448791"/>
            <a:ext cx="8918369" cy="472637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1896" y="665018"/>
            <a:ext cx="10664042" cy="5210850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请回答下列问题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条指令的虚拟地址是多少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已知第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jmp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和第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jge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都是跳转指令，其操作码分别是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EBH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7DH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，跳转地址分别为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 1084H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 10BCH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，这两条指令都采用什么寻址方式？给出第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jmp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的跳转目标地址计算过程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(3)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已知第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指令的功能是“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a[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][j]←10”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，其中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ecx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edx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为寄存器名，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0042 2000H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是数组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的首地址，指令中源操作数采用什么寻址方式？已知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edx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中存放的是变量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ecx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中存放的是什么？根据该指令的机器码判断计算机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采用的是大端还是小端方式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(4)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第一次执行第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条指令时，取指令过程中是否会发生缺页异常？为什么？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9396" y="617517"/>
            <a:ext cx="10580915" cy="5617028"/>
          </a:xfrm>
        </p:spPr>
        <p:txBody>
          <a:bodyPr>
            <a:normAutofit lnSpcReduction="10000"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条指令的虚拟地址是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004010B9H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条指令的虚拟地址是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004010AEH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，指令内容为“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C7 84 82 00 20 42 00 0A 00 00 00”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（从左到右为从低字节到高字节的内容），占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字节，根据题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，计算机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按字节编址，所以第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条指令占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个地址空间，所以第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条指令的虚拟地址是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004010AEH+11=004010B9H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第一问。第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jmp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指令和第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jge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指令都采用相对寻址方式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第二问。相对寻址过程为首先执行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(PC)+1→PC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，然后执行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EA=(PC)+A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jmp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指令内容为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EB 09H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，占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字节。根据题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，计算机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按字节编址，所以第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题条指令占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个地址空间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jmp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指令地址为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00401079H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，下一条指令地址为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00401079H+2H=0040107BH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，或者直接读第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0040107BH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，跳转目标地址为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00401084H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，跳转目标地址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EA=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下一条指令地址（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当前指令地址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当前指令字的编址单位数）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偏移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，即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00401084H = 00401079H + 2H + 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得</a:t>
            </a:r>
            <a:r>
              <a:rPr lang="en-US" altLang="zh-CN" b="1" smtClean="0">
                <a:latin typeface="宋体" panose="02010600030101010101" pitchFamily="2" charset="-122"/>
                <a:ea typeface="宋体" panose="02010600030101010101" pitchFamily="2" charset="-122"/>
              </a:rPr>
              <a:t>X=9H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jmp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的跳转目标地址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00401084H=00401079H+2H+9H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5646" y="629392"/>
            <a:ext cx="10628415" cy="5246476"/>
          </a:xfrm>
        </p:spPr>
        <p:txBody>
          <a:bodyPr>
            <a:normAutofit fontScale="92500"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(3)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第一问。第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条指令中源操作数采用立即寻址方式。根据第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条的汇编代码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ecx+edx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*4+00422000h], 0Ah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为传送指令，源操作数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0Ah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为立即数，所以源操作数采用立即寻址方式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第二问。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ecx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存放的是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i×256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a[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][j]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的地址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=a[0][0]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的地址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+4(64i+j)=a[0][0]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的地址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+256i+4j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，对应表达式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ecx+edx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*4+00422000h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a[0][0]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的地址为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00422000h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edx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中存放的是变量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，显然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ecx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存放的是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256i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，即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i×256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第三问。计算机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采用的是小端方式。第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内容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pt-BR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C7 </a:t>
            </a:r>
            <a:r>
              <a:rPr lang="pt-BR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84 82 00 20 42 00 0A 00 00 </a:t>
            </a:r>
            <a:r>
              <a:rPr lang="pt-BR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00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（从左到右为从低字节到高字节的内容）中“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 20 42 00”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（从左到右为从低字节到高字节的内容）部分对应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00422000h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，低字节内容在低地址，高字节内容在高地址，显示是小端方式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(4)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第一次执行第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条指令时取指令过程中不会发生缺页异常。根据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43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题问题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中第三问，虚拟地址低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位为页内地址，高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位为虚页号。第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指令地址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004010AEH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指令地址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00401072H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的虚页号相同，位于同一页，访问第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条指令后，虚页号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00401H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的页面一定位于主存中，所以第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条指令时不会发生缺页异常。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13860</Words>
  <Application>WPS 演示</Application>
  <PresentationFormat>宽屏</PresentationFormat>
  <Paragraphs>497</Paragraphs>
  <Slides>42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Arial</vt:lpstr>
      <vt:lpstr>宋体</vt:lpstr>
      <vt:lpstr>Wingdings</vt:lpstr>
      <vt:lpstr>Arial</vt:lpstr>
      <vt:lpstr>楷体</vt:lpstr>
      <vt:lpstr>Times New Roman</vt:lpstr>
      <vt:lpstr>微软雅黑</vt:lpstr>
      <vt:lpstr>Arial Unicode MS</vt:lpstr>
      <vt:lpstr>方正舒体</vt:lpstr>
      <vt:lpstr>Garamond</vt:lpstr>
      <vt:lpstr>等线</vt:lpstr>
      <vt:lpstr>华文楷体</vt:lpstr>
      <vt:lpstr>华文仿宋</vt:lpstr>
      <vt:lpstr>Tahoma</vt:lpstr>
      <vt:lpstr>华文新魏</vt:lpstr>
      <vt:lpstr>环保</vt:lpstr>
      <vt:lpstr>第3章存储器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第4章 指令系统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</dc:creator>
  <cp:lastModifiedBy>蔚破冲</cp:lastModifiedBy>
  <cp:revision>90</cp:revision>
  <dcterms:created xsi:type="dcterms:W3CDTF">2023-12-05T11:21:00Z</dcterms:created>
  <dcterms:modified xsi:type="dcterms:W3CDTF">2025-01-01T07:49:24Z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37AC2C116A0D4737917FA7881F81D48E_12</vt:lpwstr>
  </property>
  <property fmtid="{D5CDD505-2E9C-101B-9397-08002B2CF9AE}" pid="3" name="KSOProductBuildVer">
    <vt:lpwstr>2052-12.1.0.19770</vt:lpwstr>
  </property>
</Properties>
</file>