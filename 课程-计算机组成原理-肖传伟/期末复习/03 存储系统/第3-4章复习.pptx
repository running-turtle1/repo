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5" r:id="rId3"/>
    <p:sldId id="256" r:id="rId4"/>
    <p:sldId id="257" r:id="rId5"/>
    <p:sldId id="258" r:id="rId6"/>
    <p:sldId id="259" r:id="rId7"/>
    <p:sldId id="260" r:id="rId8"/>
    <p:sldId id="261" r:id="rId9"/>
    <p:sldId id="263" r:id="rId10"/>
    <p:sldId id="262" r:id="rId11"/>
    <p:sldId id="264" r:id="rId13"/>
    <p:sldId id="267" r:id="rId14"/>
    <p:sldId id="268" r:id="rId15"/>
    <p:sldId id="269" r:id="rId16"/>
    <p:sldId id="270" r:id="rId17"/>
    <p:sldId id="271" r:id="rId18"/>
    <p:sldId id="289" r:id="rId19"/>
    <p:sldId id="287" r:id="rId20"/>
    <p:sldId id="288" r:id="rId21"/>
    <p:sldId id="272" r:id="rId22"/>
    <p:sldId id="273" r:id="rId23"/>
    <p:sldId id="274" r:id="rId24"/>
    <p:sldId id="275" r:id="rId25"/>
    <p:sldId id="276" r:id="rId26"/>
    <p:sldId id="286" r:id="rId27"/>
    <p:sldId id="290" r:id="rId28"/>
    <p:sldId id="291" r:id="rId29"/>
    <p:sldId id="292" r:id="rId30"/>
    <p:sldId id="293" r:id="rId31"/>
    <p:sldId id="266" r:id="rId32"/>
    <p:sldId id="277" r:id="rId33"/>
    <p:sldId id="278" r:id="rId34"/>
    <p:sldId id="280" r:id="rId35"/>
    <p:sldId id="283" r:id="rId36"/>
    <p:sldId id="281" r:id="rId37"/>
    <p:sldId id="284" r:id="rId38"/>
    <p:sldId id="285" r:id="rId39"/>
    <p:sldId id="279" r:id="rId40"/>
    <p:sldId id="282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44:1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10583.219 3432.000 767,'0.000'-6.913'0,"0.000"-0.333"0,8.308 1.644-8,1.614 3.623 6,-2.938 1.695 1,0.193 1.119 0,-0.185 0.909 0,1.146 1.128 0,3.974 2.759-2,1.106 1.690 3,3.732 3.688-4,0.712 1.854 0,0.299 1.405-1,-4.668-2.622 2,-0.188 1.255 1,0.380 0.852-2,0.766 0.523 1,1.005 0.831 1,1.127 1.010 4,-0.726-1.180-1,1.723 0.952-3,7.492 5.485 0,1.654 0.079-2,2.965 0.870-1,-1.572-2.613 0,-2.473-3.124 1,-5.676-4.496 2,-1.704-1.718 1,-1.505-1.425 0,-1.287-1.146 10,-2.410-1.532-2,-1.683-1.059-4,1.021 0.100 0,-3.105-1.641 0,-2.691-1.318-2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44:1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11519.219 3576.000 767,'0.000'8.266'0,"0.000"-1.637"0,0.000 6.184-8,0.000-5.003 6,0.000 1.077 0,0.000 0.300 0,0.000 1.615-1,0.000 0.439 1,0.000 2.232 2,0.000 6.521-3,0.000 1.330-1,0.000-0.968 0,0.000 1.735 0,0.000-2.180-1,0.000 0.150 1,0.000 6.152 4,0.000 0.152-3,0.000-2.959 0,0.000 0.006 0,0.000-3.335 8,0.000-0.597-5,0.000 2.413-1,0.000-0.164 0,0.716 3.419 2,1.157 1.122 3,1.251 3.473-2,0.316-3.139-4,-0.088-4.133 0,-0.330-4.409 0,-0.453-4.218 0,-0.492-3.752 1,-0.476-3.155 0,0.388-0.039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44:1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11567.219 3624.000 767,'6.195'0.000'0,"2.469"0.000"0,-0.873 0.000 0,-1.057 0.000-8,-0.325 0.000 6,0.992 0.000 1,2.761 0.000-1,0.188 0.000 1,-0.288 0.000 0,-0.571 0.000-1,-0.712 0.000 1,-1.896 0.000-1,0.142 0.000 2,-0.188 0.000-1,1.136 0.000 0,3.921 0.000 5,1.118 0.000-1,-2.471 0.000-5,0.367 0.000-1,1.968 0.000 1,0.251 0.000-1,0.691 0.000 2,0.972 0.000 0,0.561 0.565 1,0.241 0.941 0,1.951 0.947-2,-0.328 0.366 0,-0.533 0.080 0,-0.640-0.119 1,-5.646-1.037 1,-0.192-0.132 0,3.218 0.277-1,-0.197-0.274 0,-0.198 0.294-1,-0.189 0.685 7,-0.174 0.366 1,-0.155 0.121-5,3.595 0.921-1,-1.032-0.400-1,-1.229-0.548 2,-1.581-0.259-1,-1.666-0.058 0,-1.579 0.070 1,-1.393 0.143-1,-1.161 0.176 1,-0.921 0.182 0,2.462 4.980 0,-3.931 1.339 2,-2.739 2.212 2,-2.322-3.373-3,-3.119 6.444-4,-2.714 2.993-2,-2.441 2.354-1,1.342-4.638 1,-0.886 0.133 0,-0.216 0.483 0,0.271 0.710 0,-0.525 0.838 0,-1.067 0.890 3,-1.404 0.884 6,-1.576 0.839-6,-1.626 0.202-1,-1.584-0.262-1,0.935-2.985 0,-1.150-0.524 0,-5.210 3.871 0,1.024-1.152 1,2.729-3.143 2,0.014-0.899-1,-5.193 3.401 1,1.826-2.001 7,2.262-1.979-4,4.442-3.374-3,1.136-0.679 1,-0.984 0.459 2,1.521-1.906 0,1.371-1.965 3,2.690-2.391-2,0.982-1.229-1,0.865-1.062-1,0.732-0.883-1,0.600-0.709 1,-4.669-0.275 1,4.081-0.897-1,-0.060-0.218-1,0.071-0.133 0,0.155-0.067 0,0.201-0.021 0,-0.085 0.021-1,-0.491 0.032-2,0.238 0.076 1,-0.622 0.039 1,-3.236-0.016 1,-0.333 0.066 0,0.021 0.058-2,2.612 0.063 0,-0.226 0.023 0,-2.671 0.014-1,1.238 0.025 1,1.614 0.018 2,1.697 0.011-1,-1.822 0.022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44:3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12983.219 6144.000 767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48:0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16319.219 7752.000 767,'0.000'7.433'0,"0.000"-0.590"0,0.000 1.592 0,0.000-0.533-8,0.000-1.803 7,-0.566 1.604 1,-0.941 1.344-2,-0.598 1.662-1,-0.328 1.810 0,-1.021 6.755-2,0.160 1.316 3,0.373 0.426-2,0.434-4.399 1,-0.662 1.521 0,-0.887 0.794 0,-1.008 0.239 1,-1.236 2.184 0,-0.035-0.701 1,1.617-5.188 0,0.328-0.573 0,-1.295 3.374 2,-0.410-0.970 1,0.969-4.431 0,-0.535-0.471 1,-3.648 5.015 1,0.529-2.715-4,1.092-2.939 1,1.336-2.817-1,1.369-2.494 0,-1.340 0.637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48:0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16319.219 7800.000 767,'7.256'-7.256'0,"-0.383"2.456"0,4.074 2.538 0,-4.021 2.410-11,2.295 0.474 10,5.641 1.442-2,1.859 1.447 2,-0.521 0.783-4,1.320 1.198 1,-1.236 0.201 0,0.990 0.893-2,2.623 2.067 4,-0.828 0.959 0,-0.357 0.796-1,-0.004 0.642 1,1.934 1.300-1,-0.789-0.791 2,-5.451-2.877 4,-1.295-0.110-1,0.553 1.278-3,-1.018 0.140 0,0.625 0.778 4,-0.721-0.960 6,-1.805-2.064-6,-0.232-1.060-3,-1.387-1.654 1,0.049-0.794 1,2.492 0.334 0,-0.426-0.507-1,-0.600-0.228 0,-0.682-0.024 0,0.395 1.301-2,-0.629 1.362 0,-0.529 1.574 0,-0.428 1.004 1,-0.328 0.564 0,-0.244 0.242 0,0.354 0.678 0,-0.164-0.199 0,-0.133-0.319 0,-1.848-2.373 0,-0.141-0.323 0,-0.111-0.294 0,-0.084-0.259 1,0.541 1.037-1,-0.824-0.087 1,-0.953-0.035-1,-0.777 0.178 0,-1.016-0.529 3,-0.881-0.605-2,-0.723-0.602 0,-0.121 4.559 0,-1.135-1.070 0,-0.297-3.456-1,-0.074-0.023 2,-0.264 5.236 0,0.055-1.690-2,0.123-1.580-1,-0.936-1.712 0,-4.094-1.426 2,-3.229-3.635 1,-0.348-1.254 1,-4.043-0.212-5,4.914 0.034 0,0.793 0.014 1,-0.637 0.000-1,-1.939-0.010 0,-0.686 0.008-1,0.449 0.019 1,-1.148 0.009 1,-2.758 0.002 2,-0.734 0.011-2,-1.529 0.010-1,-2.020 0.009-1,-2.434 0.008 0,-0.436 0.008 1,0.180 0.006 0,0.600 0.005-1,4.168 0.004 0,0.584 0.002 0,-3.510 0.002 1,1.055 0.002 1,4.652 0.000-1,0.535 0.000 6,-2.117 0.001 7,0.598 0.000-8,0.537 0.000-2,0.471 0.000 1,2.625-0.001-1,0.154-0.001-2,-5.717-0.670-1,-0.090-1.027 0,-0.025-1.161 6,3.873 0.278 0,0.725-0.073-6,0.811 0.091 0,0.828 0.199 1,1.020 0.373-1,0.166 0.260 3,0.670-0.013 1,-0.904-0.541 1,-5.004-1.637 1,0.018-0.133-2,0.703 0.213-4,1.090 0.420-1,1.256 0.520 1,3.707 1.138 1,0.107 0.264 0,-2.240-0.013 1,-0.244 0.371 0,2.002 0.446 4,-0.283 0.169 0,-2.898 0.092-1,-0.455 0.188-4,-0.162 0.144 0,0.486 0.105 0,0.721 0.070 1,0.830 0.042-1,0.854 0.021 0,1.414-0.014 0,-0.023-0.003 1,-0.238-0.008 0,-0.377-0.011 1,-0.697-0.008 1,0.002-0.015 1,0.141-0.015-2,0.232-0.014-1,0.453-0.014-1,-0.223-0.010 0,-2.285-0.675 0,1.107-1.038 0,1.453-1.168 2,1.463-0.550-1,-1.910-3.127 3,4.453 1.692-2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3:5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5123.219 1434.000 767,'7.650'0.000'0,"-0.970"0.000"0,4.276 0.000-7,-3.023 0.000 6,-1.646 0.000 0,1.094 0.000 0,4.768 0.000-2,2.201 0.000-1,2.305 0.000-1,2.270 0.000 2,2.138 0.000 0,1.943 0.000-2,4.687 0.000 0,1.003 0.000 0,-6.136 0.000 2,0.232 0.000 0,3.257 0.000 0,-0.379 0.000 0,-0.348 0.000 3,-0.311 0.000 0,-0.552 0.000 1,-0.697 0.000 0,-1.333 0.000 1,-1.724 0.000-1,-1.638 0.000-1,-1.499 0.000 1,-1.330 0.000 1,-1.146 0.000 0,-1.245 0.000 8,-1.256 0.000-7,-1.205 0.000 0,-1.112 0.000-2,-0.993 0.000 0,-0.862 0.000 3,0.968 0.000-1,-0.977 0.000 0,1.508 0.000 0,-2.204 0.000-2,0.040 0.000 0,-0.640 0.000-2,0.388 0.000 1,-0.348 0.000-1,0.833 0.000 1,1.861 0.000-1,0.332 0.000 0,0.604 0.000 0,0.771 0.000-1,0.287 0.000 0,-0.071 0.000 0,1.779 0.000 3,0.473 0.000-3,-2.779 0.000 0,0.496 0.000 2,2.174 0.000 2,0.264 0.000-4,0.650 0.000 1,0.896 0.000 0,1.028 0.000 0,1.073 0.000 0,0.772 0.000 0,0.522 0.000-1,0.319 0.000 0,0.159 0.000 0,2.856 0.000-1,0.367 0.000 2,-4.878 0.000 1,0.363 0.000 0,3.238 0.000 0,0.559 0.000-1,0.205 0.000 0,-0.057 0.000 1,0.042 0.000-1,0.111 0.000 0,0.437 0.000-1,0.648 0.000 3,3.909 0.000 0,0.813 0.000-2,-5.871 0.000 0,0.573 0.000 0,8.036 0.000-1,1.309 0.000-1,-6.714 0.000 2,0.500 0.000 0,3.830 0.000 1,-0.481 0.000-3,-0.597 0.000 0,-0.651 0.000 1,3.042 0.000 3,-0.392 0.000 0,-3.951 0.000 2,-0.511 0.000-1,-3.654 0.000-1,-0.224 0.000-1,2.497 0.000 0,-1.117 0.000 1,-1.070 0.000 1,-0.986 0.000-1,-0.880 0.000 0,-0.763 0.000 0,-1.209 0.000 4,-1.470 0.000-3,-1.304 0.000-1,-1.124 0.000 1,0.327 0.000-1,-1.606 0.000 3,-3.559 0.000 1,-0.095 0.000-4,1.722 0.000 2,0.491 0.000 1,0.052 0.000-4,-0.263 0.000-1,0.091 0.000 0,0.339 0.000 0,0.217 0.000-1,0.119 0.000 2,1.306 0.000 2,-0.691 0.000-3,-3.331 0.000 0,-0.185 0.000 0,2.382 0.000 1,-0.692 0.000 2,-3.076 0.000 0,-0.458 0.000-1,0.613 0.000-1,-0.518 0.000 1,-0.473 0.000 0,-0.418 0.000 1,1.632 0.000 0,-0.913 0.000-1,-0.901 0.000 0,2.625 0.000 0,-3.731 0.000-1,4.910 0.000 3,-0.951 0.000-2,-0.959 0.000-2,3.502 0.000 0,-4.119 0.000 0,0.865 0.000 1,-1.828 0.000-1,0.124 0.000 0,1.412 0.000-1,0.376 0.000 1,0.109 0.000-1,-0.086 0.000 1,1.737 0.000 3,-1.034 0.000-3,-1.228 0.000 0,-1.262 0.000 1,-1.191 0.000 1,2.537 0.000 0,-1.572 0.000 1,2.578 0.000 6,-1.733 0.000-8,-1.606 0.000-1,-0.071 0.000 0,-0.257 0.000 1,4.024 0.000-1,1.354 0.000 1,-2.535-0.216 1,1.416-1.732-1,-4.101 0.353-1,-0.278-0.032 0,4.722-1.254 0,-3.931 1.304 0,1.360 0.312 0,0.787-0.554 6,-2.671-0.004-4,-0.069-0.074-1,-0.241 0.113-1,3.964-0.729 0,-0.974 0.904 0,0.096-0.152 3,-1.822 0.057-2,0.295-0.088 0,-0.002 0.064-2,-0.197 0.159 1,-0.311 0.211 0,-1.109 0.386 0,0.341 0.160 0,2.700-0.001-1,0.256 0.234 2,0.043 0.193 2,-2.496 0.182-1,-0.146 0.070-1,0.143-0.226-1,0.342-0.427 0,0.467-0.550 1,0.535-0.611 3,3.070-1.260-4,-0.415-0.107 0,-0.834 0.212 0,-2.182 0.763-1,-0.524 0.328 2,0.444 0.075-1,-1.315 0.475 2,2.646-0.286 4,-2.656 1.002-3,-0.187 1.458-2,1.579-0.720 4,-1.719 0.005-1,3.646 0.001-5,2.731 0.001-1,-5.870 0.001 2,-0.045 0.000 0,-0.224 0.000-1,-0.336 0.000 1,4.801 0.000-1,1.019 0.000 4,-1.385 1.036 1,0.188 1.234-2,-1.067-0.056-1,1.874 0.095-1,-3.693-0.841 1,-0.626 0.016 0,-0.840 0.056 0,3.698 1.768-1,-3.256-0.081 1,0.427 0.104 1,-0.997-1.606 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0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8459.219 1422.000 767,'7.042'0.000'0,"-1.006"0.000"-4,0.853 0.000 3,-0.188 0.000-1,2.111 0.000 1,4.321 0.000-3,2.975 0.000 0,2.772 0.000 0,2.499 0.000-2,2.185 0.000 1,1.859 0.000-1,1.539 0.000 1,1.239 0.000 0,0.967 0.000 1,0.728 0.000 0,4.757 0.000 1,0.770 0.000 1,-7.753 0.000 0,0.174 0.000 1,3.683 0.000 1,-0.848 0.000-2,-0.918 0.000 1,-0.925 0.000 0,-0.887 0.000 3,-0.817 0.000-1,-1.013 0.000 4,-1.103 0.000-3,1.355 0.000 0,-2.054 0.000 0,-6.473 0.000-1,-0.793 0.000 1,1.423 0.000 1,-1.026 0.000 1,2.377 0.000 1,-2.288 0.000-3,-3.313 0.000 0,-2.080 0.000-1,-1.903 0.000 1,-2.592 0.000 2,-0.881 0.000 0,0.007 0.000 0,-0.614 0.000 0,5.994-1.036 1,-2.858-0.374-5,0.990-0.196-2,0.760-0.007 0,0.062 0.254 0,1.558 0.144-1,-2.202 0.156 2,0.514-0.263-1,4.191-0.625 0,0.881-0.051 0,-2.919 0.495 1,0.876 0.093 0,3.046-0.044 1,0.788 0.180-2,0.568 0.188 0,0.386 0.185 0,0.521 0.174 0,0.591 0.158 0,0.331 0.140 1,0.130 0.120 0,-0.302 0.100 1,-0.595 0.081-1,2.168 0.064 0,-0.039 0.058 0,-4.945 0.025 2,-0.061 0.017 1,2.095 0.020 1,-0.512 0.008-4,-0.090-0.280 0,0.215-0.472 1,0.422-0.586 1,0.549-0.640 1,2.827-1.060-2,0.038-0.735-1,-5.270 0.657 0,-0.438-0.015-1,2.277-0.308 1,0.198 0.252 0,0.382 0.326 1,0.494 0.364 3,-2.268 0.590 0,0.171 0.281-5,4.925-0.006 1,-0.720 0.391-1,-0.718 0.334 1,-0.675 0.276 1,-4.922 0.259 0,-0.186 0.111 2,3.606 0.093 0,-1.310 0.107-1,-4.455 0.043 0,-0.220 0.031 0,1.313 0.038-1,-0.780 0.013 2,-0.912 0.004 2,-0.961-0.004-4,-0.669-0.009 0,-0.430-0.012 1,-0.521-0.014 2,-0.563-0.014 1,1.188-0.007-3,0.438-0.016-1,-0.677-0.018 1,0.754-0.010 0,0.575-0.008-2,0.420-0.007-1,-1.084-0.006 1,0.577-0.004 0,2.813-0.003-1,1.263-0.003 1,0.723-0.002 0,0.304-0.001 0,0.272-0.001-1,0.239-0.000 0,2.062-0.000-1,-0.506 0.000 1,2.101-0.000 4,-1.940 0.001-3,-2.118 0.001 1,-5.470 0.001 2,-1.144 0.000-1,0.356 0.000 1,-0.545 0.000-1,-3.477 0.000 4,0.055 0.000 2,5.920-0.155-6,0.130-0.236-1,-0.101-0.264-1,-0.230-0.259 1,-0.291-0.233-4,-0.302-0.197 1,-0.281-0.157 0,-0.245-0.120 0,-0.201-0.087 0,-0.157-0.059 0,-0.117-0.037 0,-0.081-0.020 0,-0.054-0.008 0,-0.031-0.000 0,-0.016 0.005 0,-0.005 0.007 0,0.003 0.008 0,0.007 0.008 0,0.009 0.007 1,0.009 0.006-1,0.009 0.005 0,0.007 0.004 0,0.007 0.003 0,0.005 0.002 0,0.004 0.001 0,0.002 0.001 0,0.002 0.000 0,-0.771 0.276 0,-1.350 0.307 1,-0.574 0.177 0,-0.685 0.181 0,-0.719 0.172 22,3.632-0.094 42,-1.745 0.422-63,0.298 0.137 2,0.121 0.101-1,2.585 0.054 1,-4.400 0.056-3,0.896 0.016 1,0.547 0.010 1,0.271 0.005 3,1.175 0.008-5,-0.182-0.002 0,-1.731 0.203 1,0.904 0.367-1,2.022 0.418 3,0.297 0.186 0,0.529 0.357-2,0.669 0.463-1,0.455 0.516-1,0.281 0.529 1,0.144 0.231 3,0.039 0.008-2,0.636 0.197-1,-0.406-0.036 1,-0.527-0.051 1,-0.583-0.059 0,1.021 0.291 1,-1.460-0.466-2,-1.526-0.534 0,-2.115-0.704 0,-0.861-0.412 1,3.896 1.015 12,-2.831-0.310-7,-0.658-0.082-3,-0.905-0.233-3,-0.981-0.307 0,3.338 0.677 1,-2.742-1.188 0,3.368-0.290 5,-0.245 0.466-3,0.447 1.096-4,-2.829 0.351 0,2.469 2.356-1,-4.607-2.103 3,0.188 0.186 1,0.103 0.059 1,0.604 0.305-3,1.022 0.278-1,0.538-0.165 0,0.441-0.310 1,0.352-0.394 1,2.176 0.077-1,-0.559-0.673 0,-0.857-0.613-1,1.958-0.106 1,-3.542-0.776 2,-0.523-0.004 3,-0.516 0.119-1,-0.471 0.187-1,2.853 1.025-3,0.343 0.121 0,-2.406-0.483 0,0.921 0.359 4,-1.292-0.396-3,0.177-0.054-1,0.089-0.121-1,0.022-0.163 1,0.822 0.098-1,1.353 0.279 3,2.527 0.372 1,0.967-0.036-3,-1.188-0.364-1,-0.105-0.172 0,-1.656-0.358 0,-0.315-0.161 0,2.069 0.055 1,-0.717-0.250 0,0.096-0.174 3,-1.192-0.232 1,-1.172-0.187-1,-2.268-0.159-1,6.291-0.044 1,-2.490-0.243 2,-2.489-0.158-2,-1.368 0.017-3,0.278 0.256 1,-0.188-0.285 4,0.127-2.343-2,3.466-3.102-4,-1.039-0.031 0,-2.554 1.257 0,-0.252-0.039 0,-0.481 0.189 2,-0.582 0.314 0,3.084-2.946-1,-2.459 1.863 1,-1.136 0.711-1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0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12275.219 1350.000 767,'7.722'0.000'0,"-1.277"0.000"0,0.463 0.000 0,0.027 0.000 0,-0.235 0.000-1,6.350 0.000-10,2.411 0.000 8,5.575 0.000 0,5.240 0.000-2,4.756 0.000-3,9.892 0.000-3,5.202 0.000 0,-1.692 0.000 0,3.178 0.000 2,-3.339 0.000 1,2.954 0.000 1,17.908 0.000-3,2.679 0.000 4,-14.256 0.000 2,0.841 0.000-1,8.856 0.000-2,0.620 0.000 1,0.258 0.000 2,-0.010 0.000 3,7.044 0.000 3,-2.038 0.000-3,-10.049 0.000-1,-2.490 0.000 3,-8.524 0.000 0,-0.871 0.000 1,5.929 0.000 4,-0.820 0.000 2,-1.069 0.000 1,-1.196 0.000-8,-1.797-0.283 0,-2.138-0.471-1,-1.999-0.582 0,-1.805-0.635 2,-2.147-0.359 1,-2.290-0.146 3,-2.001 0.013 1,-1.701 0.125-4,-1.407 0.199-1,-1.131 0.243 5,-1.447 0.262-1,-1.604 0.264-4,-0.510-0.031 1,0.295-0.239-2,0.287-0.375 0,0.269-0.455 6,0.525-0.490-8,0.684-0.492-1,3.658-0.669-1,-1.014 0.085 2,-8.011 1.077 1,-0.574 0.242-2,3.168-0.024 1,-0.078 0.389 1,-0.210 0.387 5,-0.293 0.369-2,-0.340 0.338 0,-0.355 0.300-5,2.099 0.208 1,-1.748 0.266 2,-4.267 0.219 0,-1.144 0.130-1,-0.390 0.099 1,0.164 0.072 3,-2.825 0.034 1,-0.386 0.026-2,2.720 0.317-2,0.606 0.480-2,0.013 0.300-1,-0.411 0.157 3,-0.410 0.331 1,-0.392 0.439-4,-0.358 0.496 0,-0.318 0.513 1,1.314 0.666 5,-1.574-0.040-4,-5.273-0.986 1,-1.097-0.214-1,0.964 0.319 0,-0.355 0.115 1,-0.583-0.059 6,-0.718-0.180 1,2.914 0.543-9,-1.657-0.588 0,-6.054-1.406 0,0.165-0.173 3,2.819 0.080 1,0.429-0.266 0,0.386 0.049-4,0.335 0.271 1,-2.600-0.239-1,0.220 0.032 1,4.916 0.519-2,0.303-0.098 1,-1.186-0.002 0,0.504 0.328 1,0.302 0.432-1,0.146 0.485 0,4.629 1.429 0,-1.387-0.121 0,-7.894-1.798 0,0.066 0.124 1,3.250 0.845 0,0.150-0.106 2,-1.059-0.339 0,0.828 0.153-2,2.262 0.427 0,-0.033-0.148-1,0.708 0.027 0,1.204 0.151-1,3.229 0.356-1,0.704-0.265 5,-3.873-1.000-4,0.967-0.263-1,7.633 0.528 0,2.813 0.130 1,-4.958-0.465 1,1.176 0.255-1,4.300 0.502-1,0.126-0.059-2,0.162-0.187 0,0.179-0.269 1,-0.101-0.315 3,-0.293-0.333 0,3.024-0.171 4,-0.802-0.390-3,-4.431-0.432 0,-1.117-0.242 1,-3.787-0.251 0,-0.389-0.136 0,5.325-0.089 1,-0.936-0.144 2,-6.272-0.089 0,-0.521-0.048-4,2.396-0.049 0,-0.034-0.030 1,0.123-0.017 0,0.228-0.006 2,-0.271 0.001-2,-0.617 0.006-2,1.848-0.002 0,-0.721 0.015 0,-4.760 0.032 0,0.490 0.010 2,5.926-0.001 3,0.734 0.014-3,-4.998 0.017-1,0.414 0.006-2,6.658 0.003 0,1.020 0.007 0,-3.154 0.005 0,-0.670 0.003 2,2.338 0.003 0,-0.461 0.002-3,-6.000-0.000 1,-0.367 0.000 2,-0.297 0.000 6,-0.234-0.000-5,1.785 0.000-2,-1.225-0.000 2,0.475 0.000 1,-2.041-0.001 0,-5.037-0.001-2,-1.145-0.000 0,0.213-0.000 3,-1.203-0.000 3,0.799-0.000 1,-2.102-0.000-2,-1.914-0.000-3,2.080-0.000 0,-1.936-0.001-1,0.129 0.000 3,-0.863 0.001 0,0.947 0.000-4,3.912 0.000-2,-4.422 0.000 1,0.424 0.000 0,2.588 0.000-1,0.715 0.000 0,-3.906 0.000 1,0.313 0.000 0,6.098 0.000 0,0.143 0.000 0,-0.324 0.000 0,-3.578 0.000 0,-0.445 0.000 1,-0.156 0.000-1,0.057 0.000 0,0.488 0.000 0,0.771 0.000 7,1.693 0.000-6,-0.006 0.000 0,-2.523 0.000-2,0.123 0.000 1,1.271 0.000 0,-0.219 0.000-1,2.576 0.000 4,-1.209 0.000-2,-1.371 0.000 0,-2.908 0.000 0,-0.047 0.000 1,2.057 0.000 1,-0.633 0.000-1,-0.771 0.000 0,2.963 0.000 1,-4.492 0.000-2,3.740 0.000 2,-3.299 0.000 0,0.086 0.000-2,-0.174 0.000 0,-0.570 0.000 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0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1763.219 1866.000 767,'0.000'-6.458'0,"9.781"0.274"-6,1.785 4.666 4,6.691-0.027-2,7.579 0.053-4,8.703 0.108-1,9.093 0.142-3,18.561 0.047-4,12.666 0.208-2,0.575 0.267 0,8.432 0.146 0,8.837 0.131-2,8.710 0.114 1,8.208 0.096-3,7.464 0.080 7,-10.245 0.068 2,3.976 0.040-1,37.483 0.397-5,2.605 0.614 3,-35.316 0.001 6,-2.906 0.127 1,11.342 0.229 6,-5.838-0.011-1,-7.464-0.070 0,-8.271-0.108 0,-8.738-0.130 27,-8.658-0.140 1,-9.607-0.141-12,-9.831-0.134 4,-9.526-0.123 8,-8.861-0.110-3,-8.251-0.095-4,-7.430-0.080 12,-4.275-0.060 14,-6.825-0.063-6,-4.137-0.055-17,-6.480-0.042-17,-2.780-0.090-1,-13.355-0.122-4,12.585 0.208 4,4.540 0.046-1,-4.653-0.001-2,0.435-0.000 0,1.530 0.000 1,5.162 0.000-1,2.557-0.000-3,-0.294 0.000 1,1.159 0.000 0,1.169 0.000 0,1.121 0.000-1,-1.369 0.000 1,1.200 0.000 0,4.106 0.000 2,1.057 0.000-1,0.470 0.000-1,0.030 0.000 1,2.702-0.000-1,-0.793 0.000 0,-6.497 0.000 2,-0.539 0.000 0,4.430 0.000 3,-1.452 0.000 0,-6.151 0.000 0,-1.253 0.000 0,0.772 0.000 0,-1.146 0.000 0,0.277 0.000 1,-1.572 0.000 4,-3.856 0.000-3,-0.801 0.000-3,0.608 0.000 0,-0.313 0.000 2,0.658 0.000 1,-0.522 0.000-1,-1.146 0.000-4,0.093 0.000 0,0.254 0.283 1,0.358 0.471 2,-0.976 0.135-3,0.017 0.140 1,2.824 0.763-1,0.879 0.568 0,-0.762-0.070 0,0.422 0.029 2,-0.895-0.141-2,0.645 0.249-1,3.947 1.215-1,0.427 0.493 2,-1.603-0.108 1,-0.016 0.343-2,-1.754-0.300 1,-0.040 0.254 0,1.933 0.944 0,0.388 0.267 1,-0.104-0.071 0,-0.448-0.308 1,-0.107-0.179-1,0.141-0.079-1,2.985 0.775-1,-1.029-0.705 5,-6.685-2.281-2,-0.458-0.302-1,2.317 0.262-1,-0.269-0.504 0,-0.398-0.460 5,-0.472-0.407 0,0.913-0.283-1,-0.095-0.358-4,-1.122-0.292 1,0.150-0.174 2,-0.995-0.122-2,0.263-0.077 0,1.650-0.078-1,0.376-0.047 1,0.331-0.027-1,0.283-0.010 1,0.235 0.002-1,0.190 0.010 0,0.432 0.016 0,0.584 0.019 0,0.099 0.021 1,-0.251 0.020 0,-0.206 0.020-1,-0.164 0.018 0,-0.409 0.016 0,-0.564 0.014 0,2.423 0.008 4,-1.621 0.015-2,-1.671 0.011-1,-3.092 0.005 2,-0.134 0.003 0,-0.149 0.002 0,-0.152 0.001-1,0.135 0.000 0,0.333 0.000 0,1.418 0.001 0,-0.348-0.001-1,-0.585-0.001 0,-0.703-0.001-1,-0.371-0.001 0,2.954 0.001 1,-2.982-0.002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0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5687.219 1914.000 767,'5.149'6.791'0,"13.586"-2.240"-8,0.901-0.338 3,-0.257-0.592-1,4.538 0.127-1,15.669 1.005-4,8.264-0.328-1,-5.733-1.278 1,5.393-0.333 2,23.852 0.224-5,9.132-0.573-2,-2.204-0.696 1,6.764-0.384 2,-5.467-0.432 2,5.538-0.228-3,19.215-0.154-4,5.761-0.210 5,4.851-0.167 1,3.974-0.127 0,2.315-0.094 0,1.024-0.066 1,-0.226-0.042 0,-1.105-0.024 3,-2.245-0.010 3,-2.950 0.001 4,-3.313 0.009 3,-3.416 0.014 3,-3.894 0.017 1,-4.050 0.018 2,6.534 0.009 3,-6.962 0.021-3,-26.678-0.187-1,-3.729-0.360 1,4.492-0.412 0,-6.052-0.180 4,-5.566-0.354 1,-4.958-0.461-1,0.406-0.548 0,-7.058-0.044 5,-10.787 0.109-3,-4.394-0.294-7,-3.709-0.360-1,-3.046-0.389 13,-5.772 0.145-8,-1.764-0.318-3,4.231-1.595-1,-1.528-0.397-3,-6.146 1.317-1,-0.291 0.192 1,8.255-1.646-3,0.521 0.094-2,-10.787 2.482 2,0.235 0.224-1,6.468-0.564 0,1.017 0.496-2,1.007 0.501-1,0.952 0.480 3,1.434 0.443 1,1.710 0.396-4,1.825 0.344-1,1.821 0.290 2,1.450 0.239 0,1.117 0.190-2,6.536 0.156-1,2.158 0.132 1,-3.549 0.064 0,1.311 0.044 3,-4.065 0.000-1,1.452 0.009-2,6.863 0.023-1,0.433-0.008 3,0.098-0.014 1,-0.145-0.017-2,-0.877-0.019 0,-1.355-0.019 1,-1.916-0.019 3,-2.225-0.017 0,-2.623-0.015 0,-2.781-0.013 1,-3.330-0.011 3,-3.563-0.009 0,-3.278-0.008 1,-2.921-0.006 0,-2.529-0.004 1,-2.132-0.003 5,1.661-0.005 2,-4.042-0.002-8,-3.657 0.000-3,-3.109 0.000-1,0.778-0.005 2,1.406-2.164 1,-3.660 0.334-3,0.124 0.411 0,1.239 0.073 1,-1.244 0.381-4,0.322 0.094-1,1.521 0.008 2,0.580 0.137-1,0.282 0.132-1,0.055 0.123 0,0.175 0.110 3,0.252 0.096-2,0.576 0.082-1,0.781 0.067 2,0.325 0.054 1,-0.017 0.042-2,1.436 0.036 0,-0.018 0.027-1,-4.396-0.002 1,-0.202 0.005 0,3.902 0.023 2,-0.078 0.001 0,-2.665-0.014-1,0.081-0.002 1,2.557 0.006 1,-0.414-0.006-3,0.112-0.007 0,0.462-0.007 1,-2.695-0.009 0,-0.140-0.003 1,1.871-0.002-1,1.011-0.003-1,0.436-0.003 0,0.004-0.002 3,-0.303-0.002-3,-0.508-0.001-1,-0.063-0.001 0,0.257-0.000 0,3.621-0.001 4,-1.170-0.000 2,-1.585 0.000-5,-2.150 0.000 0,-1.204 0.000 0,-1.315 0.000 2,-1.288 0.000 2,3.409-0.000 4,-3.369 0.001-5,0.704 0.001 0,1.916 0.000 2,0.165 0.000-6,2.602 0.000 0,-5.273 0.000 1,0.664 0.000 0,1.453 0.000-1,0.158-0.000 1,-0.808 0.000 1,0.324 0.000-1,0.385 0.000-1,0.409 0.000 2,3.565 0.000 0,-0.185 0.000-1,-0.524 0.000 0,-3.575 0.000 0,-0.476 0.000 1,1.811 0.000-1,-1.107 0.000 1,-1.104 0.000 2,-1.837 0.000 1,3.261 0.000 0,-0.494 0.000-1,3.131 0.000 0,-5.495 0.000-3,1.399 0.000 0,0.643 0.000-1,-1.508 0.000 1,0.470 0.000 0,1.460 0.000 1,0.137 0.000-1,0.235 0.000 0,0.294 0.000 1,0.038 0.000-1,-0.146 0.000 0,0.015 0.000 2,0.126 0.000-2,-1.270 0.000 1,-0.133 0.000-1,2.059 0.000 3,-0.458 0.000-2,-1.238 0.000-1,0.057 0.000 1,0.446 0.000 2,-0.232 0.000-1,-0.314 0.000-1,-0.355 0.000-1,3.485 0.000 1,-1.500 0.000-1,-0.101 0.000 0,-2.992 0.000 2,0.205 0.000 0,1.465 0.000 0,0.452 0.000-1,0.452 0.000 0,0.431 0.000-1,1.766 0.000 1,0.346 0.000-2,1.978 0.000 1,-1.712 0.000 0,-2.146 0.000 0,-2.218 0.000 1,-2.063 0.000 0,1.027 0.000-1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1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11339.219 1866.000 767,'6.210'0.000'0,"2.023"0.000"-4,4.011 0.000 1,0.844 0.358-1,4.839 0.578 0,-1.137 0.211 0,3.040 0.489-1,10.746 1.332-2,4.116 0.765-2,-5.329-0.218 2,2.669 0.763 1,7.088 1.156-1,1.358 0.131 0,1.604-0.169 1,1.704-0.374 0,1.412-0.503 0,1.137-0.571 2,6.559-0.257 5,-0.132-0.727-5,-12.601-1.063 1,-1.021-0.371 1,4.163-0.216 1,-1.645-0.371 1,2.673-0.273 1,-2.926-0.304 3,-6.984-0.220 4,-2.188-0.135-4,-2.229-0.096-1,-2.152-0.065 2,-4.794-0.011 0,-0.948-0.017 0,5.259-0.061 1,-0.917 0.008 0,-3.545 0.041-2,-0.379 0.020-3,-3.187 0.038 0,-0.325 0.018-2,2.634 0.006 1,0.052 0.021 1,-2.818 0.026-1,-0.111 0.013 1,5.181 0.005 1,-0.479 0.016-3,-0.292 0.012 0,-0.149 0.009 2,-5.145 0.005 0,0.201 0.003-1,3.060 0.003 0,0.473 0.002 0,0.165 0.001 0,-0.061 0.000 0,0.064 0.000 0,0.149-0.000-2,0.204-0.001 1,0.232-0.001 1,0.242-0.001 1,0.237-0.001-2,-0.343-0.001 1,-0.739-0.001-1,-0.422-0.001 1,-0.175-0.000-1,0.008-0.000 1,0.139-0.000 2,-0.341-0.000 2,-0.667-0.000-5,-0.583 0.000 1,-0.497-0.000-1,-0.695 0.000 1,-0.803 0.000 0,1.151 0.000 4,-1.132 0.000-3,-4.399 0.000 0,-0.173 0.000 0,1.660 0.000 2,-0.294 0.000-1,-0.046-0.283 0,0.131-0.471-2,-0.313-0.300 0,-0.615-0.164 0,0.047-0.342 0,0.517-0.453 0,0.543-0.510-1,0.537-0.527 4,2.203-0.675-4,-0.140 0.024-1,-3.689 0.966 1,0.506 0.206-1,2.987-0.041 1,0.999 0.349 2,3.165 0.169-1,0.398 0.425-1,-2.386 0.484-1,-0.041 0.270 0,0.189-0.049 0,0.345-0.275 1,-2.583 0.043 1,-0.264-0.038 0,2.223-0.151 2,-0.211 0.077-3,2.486-0.014 0,0.218 0.174 2,-4.665 0.357 1,0.376 0.110-2,2.889 0.046 0,0.169 0.126-1,0.001 0.112-1,-0.119 0.096 2,0.368-0.202-1,0.696-0.405 1,3.104-0.421 0,-0.108-0.135 1,-5.282 0.095-2,0.507-0.333-1,3.511-0.767 0,0.534-0.546 2,0.394-0.531 1,0.273-0.496-2,3.630-0.708-1,0.510 0.140 0,-6.083 1.237 1,0.468 0.286 1,4.064-0.012-1,0.704 0.446 0,4.949 0.231-1,1.563 0.519 2,-6.682 0.693 0,1.210 0.251-2,5.348 0.157-1,0.692 0.241 0,0.832 0.196-1,0.895 0.155 2,0.896 0.118 0,0.854 0.087 0,0.784 0.060 2,0.698 0.038-2,5.016 0.043-1,-0.848 0.007 2,-10.389-0.045-1,-0.383-0.008 1,4.777 0.005 0,0.224-0.016 2,0.059 0.265 3,-0.062 0.454-2,-0.428 0.566 1,-0.667 0.619-5,-0.523 0.629-1,-0.397 0.605 3,-0.571 0.843 1,-0.668 0.972 1,2.751 1.566 0,-2.259 0.591-1,-9.627-1.626-1,-1.817-0.217 0,3.521 0.951 2,-3.521-0.776 0,-5.101-1.295 2,-2.062-0.683 3,-1.341-0.516 2,-2.318-0.677 3,-2.146-0.597-7,-1.913-0.510-2,1.667-0.075 1,-4.062-0.794 0,4.912-0.315 6,-2.448-0.553-9,-2.167-0.142-2,-0.792 0.052 1,3.003 0.047 2,-2.613 0.352 0,6.594 0.047-4,-6.642 0.076 1,1.089 0.008-1,2.638 0.006 0,1.474 0.006 0,1.063 0.004-1,0.722 0.003 1,2.246 0.003-1,0.158 0.001 0,-3.390-0.002 1,0.304-0.000 0,1.805 0.000 2,-0.422-0.001 0,-0.121-0.001 0,0.100-0.001 0,-0.031-0.001-1,-0.122-0.001 2,1.163-0.000 1,-0.944-0.001-2,-1.130-0.001-1,-1.187-0.000 1,-3.345-0.000 1,-0.615-0.000-1,-0.313-0.000 0,-0.078 0.000 1,1.214-0.000 0,0.247 0.000 8,0.034-0.000-7,-0.120 0.000-3,0.060 0.000 0,0.184 0.000 0,-0.019 0.000 0,-0.162 0.000 1,0.025 0.000 1,0.159 0.000-2,1.459 0.000 1,0.292 0.000 1,-2.488 0.000-1,-0.132 0.000-1,2.432 0.000 1,0.113 0.000-1,-2.542 0.000 0,-0.180 0.000 2,0.886 0.000 1,-0.339 0.000-3,-0.085 0.000 0,0.100 0.000 1,-0.057 0.000 2,-0.164 0.000-1,-0.233 0.000-1,-0.272 0.000 0,1.819 0.000-1,-1.494 0.000 1,-1.633 0.000 1,2.113 0.000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1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16499.219 1890.000 767,'6.822'-2.275'0,"0.529"-0.176"0,0.986-0.329 0,-2.479 0.707 0,3.438-1.762-11,-2.184 0.990 11,-0.477 0.261-1,1.234-0.401 1,1.072-0.192-2,0.914-0.029 0,2.967-0.335-1,1.635 0.254 0,1.615 0.053 0,1.523-0.092 1,1.104 0.091 0,0.752 0.217-1,1.033 0.014 0,1.184-0.131 0,0.670-0.228 0,0.273-0.287 1,-0.307-0.315 2,-0.703-0.320-2,-1.236-0.026 0,-1.559 0.185 0,-1.146 0.326 2,-0.801 0.411 1,-1.082 0.453 2,-1.230 0.461 3,-1.281 0.445 0,-1.252 0.412-5,-1.176 0.370-1,-1.066 0.322 2,0.037 0.230 3,-1.029 0.275-1,-2.256 0.222-2,-0.029 0.103 1,0.875 0.091-2,-0.104 0.075 1,0.434 0.050-3,0.793 0.030 1,1.014 0.015-1,1.121 0.002 1,0.863-0.006-2,0.639-0.012 0,0.732-0.015 0,0.762-0.017 0,0.750-0.018 0,0.703-0.017 0,0.074-0.016 2,-0.379-0.015-2,-0.117-0.012 1,0.072-0.011 0,-0.076-0.009-1,-0.178-0.007 2,3.721-0.006 4,-1.871-0.007-5,-2.184-0.004 1,-3.652-0.000 0,-1.244-0.000 1,-2.680 0.002 1,-0.488 0.000 0,0.387-0.000 3,-0.363 0.000 0,4.051-0.002-2,-2.760 0.003-2,-0.775 0.001-1,3.988-0.000 0,-3.076 0.002 0,3.346 0.001 0,-1.059 0.000 1,-1.434 0.000 0,-1.838 0.000-2,2.168 0.137-1,1.791 0.829 3,0.418 1.028 0,-0.336 0.883-3,0.082 0.625-1,0.334 0.376 1,-1.988-0.331 2,-0.084 1.267-1,-2.945-1.595 1,-0.164-0.310 2,-0.252-0.435 3,4.709 1.065-5,-1.223-1.605 0,-2.500-1.052 1,-0.439-0.390 0,-0.578 2.063-2,-0.053 0.178 0,-0.029-0.006 0,-0.488 1.618 1,-4.516 3.138 5,-0.271-0.380-4,0.709 1.101-3,0.428-2.223 1,0.650 0.242 0,0.652 0.162-1,0.625 0.097 1,1.447 1.519 0,-0.063-0.881-1,-0.406-1.116 3,-0.590-1.174-2,1.674 1.599 1,-0.773-2.305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1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3755.219 2346.000 767,'-8.679'0.000'0,"2.145"-0.358"0,-1.986-0.578-4,1.172 0.005-1,-0.491-0.118 3,-2.644-0.499-1,-2.005-0.458 0,-3.696-0.902-1,-1.552-0.625 4,0.846-0.058-4,-1.135-0.434 0,1.418 0.412 1,-0.891 0.062 0,-3.959-0.279 1,-1.442 0.343-1,-1.079 0.408 1,-0.769 0.436 0,-0.795 0.435 1,-0.776 0.414-2,-0.444 0.379 0,-0.186 0.337 1,-3.002 0.233 2,0.960 0.299-2,7.015 0.263 1,0.355 0.116 1,-2.571 0.098 0,0.660 0.090 2,1.013 0.063 1,1.217 0.041-1,-1.369 0.045-1,1.153 0.010 1,5.596-0.042-2,0.751-0.007 3,-3.216 0.021 2,1.136-0.020-4,4.487-0.042 0,0.517-0.013 1,-0.950-0.005 1,0.908-0.015-2,0.660-0.013 0,0.452-0.011 1,0.283-0.010-1,0.149-0.008 2,0.047-0.006-1,-0.028-0.005-2,-0.080-0.004 0,-0.114-0.002 0,-2.247-0.360 0,-1.243-0.580-1,2.997 0.007 1,0.042-0.118-1,-1.896-0.216 0,-0.417 0.013-1,-2.343-0.070 0,-0.546 0.138 1,3.407 0.364 3,-0.380 0.104-3,-2.516 0.033-1,-0.506 0.129 1,-0.427 0.118 0,-0.352 0.105 0,-2.166 0.073 1,0.449 0.093-1,4.458 0.083 0,0.043 0.036 0,-2.200 0.031 1,-0.144 0.028 0,0.129 0.020 2,0.317 0.013-1,-0.130 0.007-1,-0.442 0.003-1,-0.360 0.000 0,-0.285-0.002 3,-3.202 0.359-2,-1.215 0.572-2,1.999 0.151 0,-0.226 0.132 2,4.733-0.137-1,-0.654 0.269-1,-12.382 1.854-1,-0.212 0.795 3,9.408-1.109 0,1.051-0.028-1,-1.581 0.250-1,0.836-0.266 0,0.931-0.325 1,0.954-0.352 0,-0.982-0.173 14,1.164-0.425-12,4.665-0.590-1,0.885-0.210 2,-0.520-0.128 0,1.084-0.206 0,-1.693-0.141 0,1.927-0.213 2,1.749-0.142 0,2.702-0.043-2,0.059-0.031-1,-1.068 0.323 1,-0.481 0.571-1,1.371 0.243 0,-0.465 0.494-1,-1.392 0.630-1,-0.190 0.190 0,-1.795 0.683 0,-0.966 0.439-1,2.277-0.719 1,-0.051-0.059 1,-1.190 0.201 0,0.259-0.268-2,-0.198-0.032 0,-0.514 0.137 1,-0.671 0.136 3,0.434-0.177 0,0.718-0.267-3,0.877-0.314 0,-0.697-0.084 0,0.740-0.442 0,0.562-0.400 2,1.312-0.397 1,0.382-0.235-1,-0.224-0.169 1,1.146-0.193-1,-2.484-0.168 2,2.179-0.454-1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2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4103.219 2382.000 767,'6.266'0.000'0,"0.870"0.000"0,-0.602-0.283 0,4.904-1.359-9,-2.536 0.614 7,4.644-0.235-1,3.176-0.003 0,6.460-0.085-3,4.077 0.130-1,0.409 0.263 0,3.689 0.136 2,3.127 0.135-2,2.582 0.129 1,-3.265 0.160-1,1.103 0.082 2,6.398 0.050-1,1.039 0.080 0,0.723 0.066 2,0.465 0.053 1,-0.307 0.041 3,-0.841 0.030-1,4.517 0.027-1,-0.820 0.017 1,-6.315 0.001 1,-1.311 0.002 3,-5.826-0.007 1,-0.857-0.002-3,7.911 0.007-1,-1.365-0.006 4,-9.372-0.014 0,-0.604-0.004-1,4.102 0.281 0,0.489 0.466-2,-0.072 0.295 0,-0.469 0.160 2,-0.446 0.056-2,-0.409-0.021-4,-0.646-0.074 1,-0.785-0.109 2,-0.846-0.128 3,-0.850-0.136-2,-1.096-0.135-1,-1.219-0.128 2,-0.966-0.118 1,-0.741-0.104-2,-0.263-0.090 1,0.090-0.075 2,3.453-0.057-1,0.428-0.059-2,-5.999-0.037-1,0.468-0.020-1,4.313-0.020-1,1.207-0.012 1,1.798-0.007-1,2.134-0.003 2,5.805-0.006-2,0.752 0.003-2,-7.057 0.015 0,2.594 0.004 0,9.191 0.283-1,4.429 0.476 4,4.297 0.870-3,4.000 1.110-3,3.885 0.945-1,3.618 0.784-2,2.127 0.349 0,0.965 0.023 2,-0.190-0.210 1,-1.004-0.366 1,-1.536-0.460 0,-1.842-0.506 2,-2.256-0.514 6,-2.445-0.496 2,3.692-0.657 3,-3.843-1.088-1,-15.479-0.793-2,-2.710-0.715 1,2.216-1.077 1,-3.201-0.850 1,-3.788-0.468-1,-4.027-0.173 2,-3.160 0.045 3,-2.393 0.198-5,-1.735 0.297-2,-1.184 0.354 17,1.427 0.145-18,-1.179 0.474-1,-2.694 0.578-1,0.326 0.319-1,-1.683 0.360 1,1.227 0.190 0,5.294 0.127-1,2.931 0.175-2,2.494 0.421-1,2.063 0.577-1,0.813 0.378-1,-0.116 0.219 0,-0.208 0.095-1,-0.262 0.002 1,3.655 0.093 2,-0.594-0.143 2,-8.693-0.405 7,-0.955-0.114-5,2.364-0.032 0,-1.387-0.144-1,-1.957-0.133 1,-2.270-0.118 0,-1.820-0.103 5,-1.414-0.087-2,-1.341-0.072-2,-1.227-0.057 6,-1.369-0.044-1,-1.407-0.033-6,0.705-0.030 0,-0.474-0.018 2,-3.157 0.006-1,0.222-0.003 4,3.488-0.014-7,0.073 0.003 0,-3.312 0.016 0,-0.022 0.004 1,1.622 0.000-1,-0.034 0.006 0,1.526 0.003 1,-0.198 0.007 1,-1.786 0.007-1,-0.168 0.004 0,2.266 0.002 0,-1.281 0.004 0,-1.499 0.003 1,-3.229 0.001-1,-0.747 0.001 0,-0.614 0.001 2,-0.490 0.000 0,-0.097 0.000 1,0.188 0.000 1,0.665 0.000-2,0.973-0.000-2,2.497 0.000-1,1.406-0.000-1,-0.061-0.000 0,1.484 0.000-1,-0.532-0.000 1,1.273-0.000 0,4.041 0.000-1,1.951-0.000 0,1.840 0.000 0,1.674-0.000-1,1.478 0.000 1,1.268 0.000-1,4.318 0.000-1,0.245 0.000 2,-6.890 0.000 1,0.244 0.000 0,3.726 0.000 0,-0.055 0.000 1,0.042 0.000 2,0.109 0.000-1,0.151 0.000 0,0.175 0.000 1,0.184 0.000-1,0.180 0.000-1,0.735 0.000 1,1.096 0.000-1,5.516-0.000 1,1.442 0.000-1,-7.903 0.000 0,0.606 0.000-2,6.067 0.000 0,2.022 0.000 0,1.878 0.000 0,1.688 0.000 3,7.503 0.000-2,1.753 0.000-4,-4.390 0.000 0,1.558 0.000 3,-5.263 0.000 1,0.781 0.000-1,14.539 0.000-1,1.364 0.000 1,-12.372 0.000 1,1.613 0.000 1,9.129 0.000 1,1.551 0.000-4,1.103 0.000-1,0.731 0.000 2,0.716 0.000 0,0.670 0.000 0,0.890 0.000-1,1.003 0.000 3,9.457 0.000 1,0.732 0.000-2,-16.779 0.000 1,0.240 0.000-1,17.169 0.000-1,-0.703 0.000 1,-17.563 0.000 0,-0.544 0.000 4,15.470 0.000 0,-1.693 0.000-1,-17.282 0.000-2,-1.341 0.000 4,13.389 0.000 2,-1.750 0.000-3,-15.935 0.000-1,-1.724 0.000 4,4.728 0.000 2,-1.768 0.000-6,-1.600 0.000-1,-1.406 0.000 6,-1.200 0.000 4,-0.999 0.000-8,-0.807 0.000-1,-0.634 0.000 2,-6.125 0.000-1,-0.832 0.000-1,8.818 0.000 0,-1.786 0.000 0,-1.963 0.000 0,-1.967 0.000 3,-9.731 0.000-1,-0.802 0.000-1,2.766 0.000 0,-1.513 0.000 2,-1.900 0.000-1,-2.087 0.000 0,-1.839 0.000-1,-1.575 0.000 0,-1.313 0.000 2,-1.065 0.000 2,-1.403 0.000 0,-1.578 0.000-3,-1.346 0.000-1,-1.116 0.000-1,-0.900 0.000 0,-0.705 0.000 3,2.933 0.000 2,-1.424 0.000-5,-1.393 0.000 0,-2.049 0.000 0,-1.147 0.000-1,1.527 0.000 1,-3.362 0.000 1,0.433 0.000 4,0.206 0.000-6,0.035 0.000 0,0.478 0.000-1,0.770 0.000 0,0.942 0.000-1,1.020 0.000 2,0.744 0.000-1,0.514 0.000-1,0.607 0.000 0,0.646 0.000 0,4.534 0.000 0,0.595 0.000 1,-7.755 0.000 0,-0.029 0.000 0,3.805 0.000 0,-0.166 0.000 0,0.019 0.000 0,0.148 0.000 1,0.235 0.000 2,0.284 0.000-1,0.307 0.000-1,0.309 0.000-1,5.003 0.000 0,0.769 0.000 0,-8.805 0.000 1,0.175 0.000-1,5.251 0.000 0,0.770 0.000-1,0.474 0.000 1,0.241 0.000 1,0.347 0.000 1,0.406 0.000-3,0.146 0.000-1,-0.047 0.000 2,3.130 0.000 2,0.671 0.000-2,-5.300 0.000 0,0.337 0.000 1,3.938 0.000 1,1.343 0.000-3,0.896-0.283-1,0.537-0.471 3,-0.027-0.582 0,-0.427-0.635-3,-0.976-0.359 0,-1.318-0.146 0,-0.937-0.270 3,-0.620-0.345 1,1.263-0.513 2,-2.091 0.129 2,-3.679 0.336-1,-0.908-0.170-4,-3.013 0.440 0,-0.953 0.123 2,0.596-0.142 6,-1.256 0.314-7,-0.910 0.345 0,-0.622 0.351 0,0.862-0.165 6,-0.312-0.188-4,0.756-0.241-2,-0.628 0.187-1,-0.658 0.288 0,-2.381 0.329 0,0.015-0.254-1,-0.105-0.090 1,-0.187 0.031 0,0.330 0.115 1,0.683 0.170 0,0.619 0.201 0,0.544 0.214 0,0.748 0.213-2,0.858 0.202-1,0.896 0.185 0,0.881 0.164 1,2.406 0.114 0,0.221 0.145-1,-3.486 0.127 0,0.297 0.056 1,2.116 0.047-1,0.012 0.043 2,0.137-0.253 0,0.218-0.451 0,1.936-0.452-1,-0.348-0.179 1,-3.945 0.269 1,0.084 0.019-2,5.760-0.338 0,-0.509 0.168 2,-7.585 0.552 0,0.080 0.073-1,4.143-0.064 0,0.438 0.122 0,0.420 0.112 1,0.389 0.099-1,0.346 0.085 0,0.301 0.071-2,0.536 0.058 1,0.679 0.046 0,0.748 0.035 0,0.763 0.026 0,3.061 0.024 0,0.094 0.013-1,-5.047-0.007 1,0.271 0.001 0,2.862 0.005-1,0.032-0.003 2,-0.125-0.004 0,-0.232-0.005 0,-0.015-0.005 0,0.141-0.005 0,-0.037-0.005 0,-0.163-0.004 1,-0.245-0.004 0,-0.291-0.003-2,2.847-0.002 0,0.634-0.003 2,-5.639-0.002 0,-0.717-0.001-1,4.101-0.001 1,-0.775-0.001-3,-4.783 0.000 0,0.147-0.000 1,2.241-0.000 10,-0.326 0.000-9,0.054 0.000 0,0.323 0.000 0,2.918 0.000-1,0.593 0.000 2,-4.525 0.000-1,0.483 0.000-1,2.737 0.000-1,-0.258 0.000 1,-0.290 0.000 0,-0.298 0.000 0,-2.464 0.000 0,0.241 0.000 1,4.956 0.000 2,-0.638 0.000 0,-0.297 0.000-2,-0.049 0.000-1,-4.684 0.000 0,0.317 0.000 2,5.677 0.000 1,0.622 0.000-3,-4.908 0.000 1,0.409 0.000-1,3.335 0.000 0,0.543 0.000 0,0.730 0.000-1,0.829 0.000 1,4.123 0.000 1,0.830 0.000-2,-3.051 0.000 0,0.038 0.000 0,-3.337 0.000 1,-0.004 0.000-1,3.316 0.000 1,-0.068 0.000 1,-0.432 0.000 1,-0.670 0.000 0,-0.809 0.000 0,-0.868 0.000-1,-0.870 0.000-1,-0.831 0.000 3,1.382 0.000 0,-1.553 0.000 1,-5.532 0.000-1,-0.495 0.000-1,1.562 0.000 1,-0.696 0.000 1,-0.698 0.000 0,-0.668 0.000-2,-0.049 0.000 0,0.395 0.000 1,0.408 0.000-1,0.398 0.000 1,0.374 0.000-3,0.338 0.000-1,0.579 0.000 0,0.725 0.000 2,0.792 0.000-1,0.805 0.000 0,0.775 0.000 0,0.717 0.000-1,0.359 0.000 0,0.089 0.000 1,0.738 0.283-1,1.168 0.471 1,0.286 0.300-1,-0.354 0.164 3,0.055 0.342-1,0.343 0.453-3,2.943 0.540 0,-0.555 0.042 4,-6.365-0.653 2,-0.462-0.127-4,4.541 0.253-1,-1.402-0.302 3,-5.542-0.580 0,-0.140-0.183 1,2.330-0.083 1,-0.119-0.204 0,-0.420-0.179-1,-0.615-0.153-2,3.389-0.102 0,-1.422-0.147 0,-6.751-0.091 0,-0.598-0.040 1,-2.162-0.022 1,-0.232-0.017-1,4.842-0.045 2,-0.397-0.013 0,-1.698 0.008-1,0.190 0.002-1,0.077 0.006-1,-0.007 0.008-1,-0.066 0.009 1,-0.106 0.009-1,1.836 0.005 0,0.312 0.011 2,-3.389 0.014-1,0.010 0.005 0,1.999 0.003 0,0.404 0.005-1,0.744 0.004 0,0.951 0.003 2,0.488 0.002-1,0.137 0.002-1,0.160 0.001-1,0.172 0.001 0,0.455 0.000 0,0.633 0.000 1,2.824 0.000 3,0.211-0.000-3,-2.375-0.001 0,-0.057-0.000 0,-2.387-0.000-1,0.021-0.000 2,2.146-0.000 0,-0.432-0.000 0,-0.592-0.000 1,-0.676-0.000-1,-0.703-0.000 1,-0.693-0.000-1,-0.648-0.000 2,-0.590 0.000-1,0.748 0.000 2,-1.215-0.000-2,-3.803 0.000 0,-0.715 0.000 0,1.533 0.000 0,-1.000 0.000 1,-2.254-0.216 1,0.301-0.371 0,1.314-0.418 0,0.012-0.191-2,-0.135-0.079-2,-0.232 0.004 0,1.072-0.080-1,0.127 0.134 2,-1.844 0.153 0,0.619-0.266 1,5.545-1.048-1,0.113-0.017-1,-0.459 0.190-1,-1.688 0.403 1,-0.980 0.303-1,-4.670 0.709 2,-0.014 0.107-1,5.139-0.173 2,0.994 0.244 6,-4.992 0.317-7,0.000 0.064 0,1.211 0.039 0,-0.146 0.065-2,2.139 0.051 0,-0.518 0.064 0,0.785 0.061 4,-1.672 0.034-1,-1.748 0.014 0,-1.643-0.000 0,1.969 0.068 0,-1.498 0.003 0,1.416-0.139 1,2.041-0.034 1,1.107-0.001 0,0.512 0.001-7,-3.131 0.002 2,1.061 0.000 2,2.295 0.000-1,0.758 0.000-1,-2.500 0.000 0,0.287 0.000 0,2.119 0.000 0,0.717 0.000 1,0.172 0.000 0,-0.223 0.000 1,-0.496 0.000 0,-0.666 0.000-1,-0.473 0.000-1,-0.313 0.000 1,-0.467 0.000 2,-0.555 0.000 3,-0.307-0.283-2,-0.119-0.471-2,-0.260-0.300 0,-0.350-0.164 2,0.639-0.227-1,-0.563 0.035-1,-2.176 0.162-1,0.084-0.285 2,1.043-0.425 0,-0.080-0.054 1,-0.156 0.056-2,-0.201 0.132-1,-0.225 0.180 1,-0.230 0.206 0,-0.223-0.069 0,-0.207-0.261 1,1.168-0.602 0,-0.736 0.072-1,-0.811 0.215 1,4.129-1.181-1,-2.521 1.227-1,-1.680 0.983 0,2.490-0.293 0,-2.498-0.072 7,0.783-0.161-2,0.416 0.014-6,0.150 0.124 0,0.410 0.186-1,-2.170 0.480 2,0.418 0.105 0,1.303 0.039 0,0.199 0.126 2,0.336 0.113 2,0.416 0.099-4,0.174 0.084-1,-0.010 0.070 1,2.855 0.054 1,-0.355 0.069-1,-0.494 0.044 0,-3.100 0.007 2,-0.363 0.008-1,-0.039 0.004-1,0.193 0.000 1,0.350-0.002 1,0.445-0.003 3,1.121-0.000-5,-0.324-0.006 1,-0.584-0.006-1,-0.721-0.006 0,0.344-0.003 0,-1.598-0.007 0,2.047-0.001 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2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1943.219 2850.000 767,'6.245'0.000'0,"3.388"0.000"-5,-2.059 0.000 3,4.066 0.000-1,4.608 0.000-1,4.778 0.000-1,5.804 0.000-2,6.261 0.000-1,6.292 0.000-2,6.017 0.000 0,13.757 0.000-3,7.303 0.000-1,-11.149 0.000 2,3.743 0.000 3,33.300 0.000-7,4.942 0.000 2,-17.213 0.000 2,2.632 0.000 6,-19.272 0.000 2,1.966 0.000-2,62.946 0.000-8,2.750 0.000 12,-5.178 0.000-2,-11.599 0.000-1,-1.137 0.000-5,-26.455 0.000 1,-0.856 0.000 10,35.360 0.000 8,-3.667 0.000-13,-49.241 0.000-1,-1.796 0.000 9,19.179 0.000 2,-3.536 0.000-3,-3.751 0.000-2,-0.711 0.000 7,7.300 0.000 11,-3.839 0.000-19,-12.068 0.000-4,-2.600 0.000 13,-10.398 0.000 7,-1.853 0.000-9,5.364 0.000-10,-2.530 0.000 8,11.230 0.000 2,-3.001 0.000 1,-27.278 0.000-4,-0.638 0.000 0,30.432 0.000 0,-2.213 0.000-2,-30.534 0.000 0,-0.052 0.000 2,12.217 0.000 1,0.418 0.000-8,-5.502 0.000 0,0.769 0.000 5,6.558 0.000 2,-0.334 0.000-5,-0.575 0.000-3,-0.720 0.000 2,-0.789 0.000 0,-0.801 0.000 2,-0.489 0.000 2,-0.244 0.000 0,-0.341 0.000 1,-0.394 0.000-1,-0.412 0.000-1,-0.407 0.000-1,-0.949 0.000 0,-1.290 0.000 1,-1.473 0.000 0,-1.532 0.000-1,-0.938 0.000 1,-0.470 0.000 2,-0.115 0.000 2,0.144 0.000 0,4.360 0.000-3,-0.909 0.000-2,-9.833 0.000-1,-0.605 0.000 0,3.730 0.000 0,-0.628 0.000 2,-0.611 0.000 1,-0.570 0.000 1,-0.231 0.000 1,0.020 0.000-4,3.905 0.000 1,-0.430 0.000 0,-4.443 0.000-1,-0.403 0.000 0,-4.085 0.000-1,-0.063 0.000 1,3.897 0.000 1,0.050 0.000 0,0.577 0.000 1,0.924 0.000-1,1.128 0.000-1,1.221 0.000-1,0.663 0.000-1,0.235 0.000-1,4.306 0.000 0,-0.640 0.000 1,-4.523 0.000-1,0.217 0.000 3,-4.376 0.000 1,-0.045 0.000 1,8.562 0.000-1,-0.569 0.000-1,-9.017 0.000-1,-0.366 0.000 2,3.532 0.000 0,-0.810 0.000 0,-0.932 0.000-1,-0.974 0.000 1,2.490 0.000 2,-1.305 0.000-1,-8.061 0.000-1,-1.295 0.000 1,1.637 0.000 0,-1.257 0.000 0,-1.076 0.000-1,-0.896 0.000 4,-1.292 0.000 2,-1.513 0.000-5,-1.315 0.000-1,-1.113 0.000 0,-0.917 0.000 0,-0.733 0.000 2,-0.569 0.000 3,-0.424 0.000-4,-0.585 0.000-1,-0.671 0.000 0,-0.701 0.000-1,-0.689 0.000 1,-0.648 0.000-1,-0.588 0.000 1,-0.519 0.000 1,-0.444 0.000 0,-0.131 0.000 0,-0.614 0.000-1,4.615 0.000 0,-3.004 0.000 0,1.061 0.000 0,0.430 0.000 2,1.652 0.000-3,-4.809 0.000-1,0.308 0.000 1,0.188 0.000-1,0.094 0.000 0,0.896 0.000-1,-0.090 0.000 1,-1.604 0.000 1,0.299 0.000 0,1.475 0.000 0,0.587 0.000 1,0.301 0.000-2,0.082 0.000 1,-0.077 0.000-1,-0.188 0.000 0,-0.257 0.000-1,-0.294 0.000 1,-0.023 0.000 2,0.170 0.000 0,0.299 0.000 0,0.378 0.000 0,3.228-0.178-1,-0.966-0.270-1,-1.397-0.301 0,-1.536-0.293 0,-1.480-0.262 1,3.071-1.697 0,-2.497 0.490 2,0.013 0.284 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2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8663.219 2838.000 767,'6.536'0.000'0,"3.132"0.000"-5,10.850 0.000 1,0.623 0.000-2,-6.209 0.000 2,2.798 0.000-1,11.236 0.000-3,4.688 0.000 0,4.581 0.000-2,4.286 0.000 2,3.594 0.000 0,2.930 0.000-1,2.603 0.000 0,2.246 0.000 1,1.888 0.000 0,1.543 0.000 2,0.658 0.000 2,-0.001 0.000 1,-0.472 0.000-1,-0.783 0.000 2,-1.252 0.000 0,-1.527 0.000 2,-2.215 0.000 3,-2.602 0.000-1,-2.754 0.000 1,-2.732 0.000 1,-3.154 0.000 0,-3.306 0.000 2,-3.258 0.000 2,-3.070 0.000-2,-3.357 0.000-1,-3.403 0.000 3,-2.993 0.000 1,-2.561 0.000-3,-0.380 0.000 0,-2.190 0.000 10,-4.806 0.000-12,-1.125 0.000-1,1.594 0.000 0,-0.841 0.000-1,-2.915 0.000 1,-0.454 0.000 0,1.115 0.000-3,0.484 0.000 0,1.052 0.000 1,1.404 0.000 0,1.024 0.000-3,0.705 0.000 0,1.011 0.000-1,1.181 0.000 0,3.502 0.000 0,1.370 0.000 1,-1.345 0.000 1,0.885 0.000-2,-1.627 0.000 1,1.063 0.000 0,6.738 0.000-1,0.360 0.000 1,-6.009 0.000 1,-0.199 0.000 0,2.865 0.000-2,0.037 0.000 1,0.072 0.000 2,0.093 0.000 2,-0.462 0.000 1,-0.835 0.000-4,1.753 0.000 0,-1.004 0.000 1,-0.600 0.000 0,-0.289 0.000 3,-7.603 0.000 0,-0.328 0.000-2,2.105 0.000 0,-0.076 0.000-1,4.567 0.000 0,-0.123 0.000 2,-2.714 0.000 1,-0.590 0.000-4,-0.373 0.000 0,-0.201 0.000 1,-0.070 0.000-1,0.028 0.000 3,-0.188 0.000 1,-0.332 0.000-3,-0.419 0.000-1,-0.461 0.000 1,-0.187 0.000 0,0.018 0.000 0,4.057 0.000 2,-1.791 0.000 0,-2.201 0.000-2,-3.821 0.000-1,-1.313 0.000 1,0.413 0.000 2,-1.041 0.000 3,-0.734 0.000 3,1.877 0.000-8,-2.988 0.000 0,-0.524 0.000 0,-0.554 0.000 2,2.628 0.000 0,0.075 0.000-2,-2.494 0.000 1,0.387 0.000 0,0.339 0.000-1,-1.034 0.000-1,0.048 0.000 0,5.896 0.000-1,-0.318 0.000 3,-4.703 0.000-1,0.098 0.000-1,0.300 0.000 0,0.429 0.000 0,1.615 0.000 1,0.579 0.000 0,-1.709 0.000-1,0.741 0.000 0,2.440 0.000 0,1.120 0.000 0,0.767 0.000-1,0.480 0.000 0,0.253 0.000 1,0.079 0.000-1,-0.049 0.000-1,-0.136 0.000 2,1.151 0.000 1,-0.955 0.000 0,-3.633 0.000 0,-0.302 0.000 1,0.974 0.000 0,-0.603 0.000 0,-0.084 0.000 3,0.291 0.000-4,0.260 0.000 1,0.226 0.000 1,-0.092 0.000-2,-0.314 0.000-2,2.909 0.000 1,0.413 0.000 0,-4.019 0.000 1,0.477 0.000 2,0.402 0.000-2,0.333 0.000-1,1.987 0.000-1,0.181 0.000 1,0.051 0.000 0,-0.043 0.000 1,-0.391 0.000-1,-0.620 0.000 1,-0.472 0.000 0,-0.343 0.000 0,-0.520 0.000 0,-0.618 0.000 1,-0.662 0.000 3,-0.660 0.000-4,-0.346 0.000 0,-0.105 0.000 1,1.896 0.000 2,-0.565 0.000-1,-4.179 0.000-2,0.092 0.000 0,2.171 0.000-1,-0.023 0.000 2,0.158 0.000 0,0.279 0.000-2,1.896 0.000 1,0.982 0.000 0,-2.165 0.000-1,0.403 0.000 1,2.186 0.000-2,0.834 0.000 0,0.554 0.000 0,0.326 0.000 1,1.909 0.000 1,-0.091 0.000-2,-3.626 0.000 0,-0.122 0.000 1,1.296 0.000 2,-0.616 0.000-1,0.979 0.000 0,-0.483 0.000 1,-3.123 0.000 0,-0.098 0.000 1,2.446 0.000 0,-0.605 0.000-2,-2.815 0.000 0,-0.060 0.000 1,1.062 0.000-1,-0.313 0.000 1,-0.104 0.000 0,0.048 0.000-1,0.438 0.000 0,0.695 0.000 1,0.563 0.000-1,0.440 0.000 0,0.617 0.000-1,0.714 0.000-1,0.748 0.000 0,0.737 0.000 1,0.412 0.000 0,0.162 0.000 0,0.258 0.000-1,0.315 0.000 1,-0.226 0.000-1,-0.599 0.000 2,1.492 0.000 1,-1.886 0.000-2,-2.043 0.000 1,-2.007 0.000-1,-1.847 0.000 4,-1.255 0.000 9,0.853 0.000-16,-14.399 0.000 7,-0.211 0.000 0,-0.317 0.000 0,0.521 0.000 0,-2.129 0.000 1,1.221 0.000-5,-3.628 0.000-2,0.256 0.000 1,-2.322 0.000-1,-5.491 0.000-1,-3.697 0.000-2,-6.928 0.000-1,-3.221 0.000 1,5.085 0.000 1,-2.536 0.000-2,-7.590 0.000 0,-2.876 0.000 1,2.750 0.000 1,-2.519 0.000 0,-17.169 0.000-2,-5.478 0.000 0,2.465-0.283 0,-4.890-0.471 1,-2.959-1.148-2,-1.445-1.576-3,-7.274-2.005-1,4.101-1.093 4,20.229 1.252 3,4.729 0.035 0,-14.552-2.524 4,13.480 1.030 3,12.490 1.231 9,10.770 1.241 2,8.764 1.135 33,6.767 0.969-26,3.350-0.044-20,13.952 2.057-1,-0.159 1.109-14,-13.203-0.458 28,8.258-7.279 5,1.579 0.197-4,-0.297 0.658-1,1.676-2.695-6,-0.280 0.563-10,-0.613 1.074 1,-0.756 1.283 0,1.259-1.979-1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3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11915.219 2802.000 767,'6.255'0.358'0,"1.133"1.850"-4,4.088 0.654 0,-4.490-1.497 3,5.336 0.867-3,-2.346-0.409 2,2.018 0.448-1,1.943 0.253 0,1.815 0.098 1,10.573 1.081-2,2.717-0.300-2,-7.609-1.238 1,1.351-0.240 1,5.479-0.051 0,2.231-0.320 0,2.414-0.301-1,2.431-0.273 3,2.609-0.241-1,2.614-0.206-2,1.930-0.172-1,1.351-0.139 1,0.592-0.110 0,0.023-0.083 1,-0.099-0.061-1,-0.182-0.042 2,4.513-0.042 2,-1.797-0.015 2,-11.549 0.028 1,-0.819 0.003-1,8.580-0.020 0,-1.649 0.014 3,-10.301 0.033 0,-0.855 0.010-1,3.479 0.003 0,-0.783 0.012-1,-0.698 0.011 0,-0.605 0.010 1,3.314 0.007 1,-0.736 0.008-4,-8.287 0.007 0,-0.573 0.003 1,3.285 0.003 0,-0.184 0.002 0,-0.061 0.001-1,0.030 0.001 3,0.093 0.000 0,0.134 0.000-4,-0.127 0.000 0,-0.306-0.000 1,-0.420-0.000-1,-0.480-0.000 1,2.788-0.000-1,-0.796-0.000 2,-7.262-0.001 1,-0.698-0.000-1,5.407-0.000 0,-0.647-0.000 0,-6.374-0.000 0,-0.482-0.000 2,2.225 0.000 1,-0.547-0.000-4,0.319 0.283-1,0.919 0.471 3,0.173 0.300 1,-0.367 0.164-3,0.113 0.342-1,0.452 0.453-1,5.813 0.859-2,-0.662 0.016 7,-8.017-0.748-2,1.032 0.227-3,0.673 0.085 0,0.380-0.025 3,4.721 0.490 0,2.154 0.248-4,5.964 0.788 0,1.687 0.388 2,-7.614-0.962-1,0.391-0.120-2,4.866 0.194-2,0.598-0.356 3,5.305-0.118 0,0.789-0.519 3,-8.668-0.847 2,0.638-0.283-4,0.814-0.260 1,0.918-0.233-1,11.411-0.099 0,0.848-0.272 1,-5.229-0.219 0,-0.289-0.131-1,0.401-0.098-1,0.874-0.071 1,0.604-0.048-1,0.383-0.029 6,5.327-0.035-1,-0.821-0.002-5,-16.365 0.060 1,-0.038 0.006 1,16.302-0.035 1,0.033 0.020 1,-5.569 0.029 2,-0.193 0.016-2,4.721 0.009 1,-1.005 0.016-5,-10.718 0.019 0,-0.159 0.007 5,9.482 0.004-1,-1.188 0.008 1,-10.342 0.006 0,-0.443 0.003-1,-0.852 0.002 0,-1.125 0.001 0,6.560 0.003 1,-2.574 0.001 0,-5.689-0.000-1,-1.551-0.000 2,-1.819-0.000 3,-1.924-0.000-1,-1.344-0.001-1,-0.866-0.000-1,-0.768-0.001 0,-0.663-0.000 3,-0.839-0.000-3,-0.924-0.000-3,-0.660-0.000 0,-0.439-0.000 1,-0.262-0.000 0,-0.124-0.000 2,-0.302-0.000-1,-0.415 0.000-2,-0.192-0.000 0,-0.026 0.000 0,2.071 0.000 0,0.101 0.000 2,-4.118 0.000-2,-0.185 0.000 0,1.957 0.000-1,0.145 0.000 1,0.218 0.000-1,0.259 0.000 2,-0.007 0.000 1,-0.195 0.000-3,-0.321 0.000 0,-0.394 0.000 0,-0.429 0.000 1,-0.434 0.000 0,0.902 0.000 1,-1.145 0.000 1,-3.658 0.000-2,-0.348 0.000 1,0.904 0.000 0,-0.607 0.000 1,1.885 0.000 2,-1.580 0.000-4,-1.602 0.000 1,-1.486 0.000 1,-1.293 0.000-2,3.271 0.000 0,-3.432 0.000 0,0.053 0.000 0,1.680 0.000 7,-0.068 0.000-3,0.889 0.000-5,-0.660 0.000 2,-1.717 0.000-2,-0.076-0.283 1,1.619-1.524 0,1.291-0.687 0,1.625-0.089-1,0.406 0.381-1,-2.410 0.867 1,1.150 0.459 1,-3.436 0.535-1,0.258 0.100 1,0.143 0.082 0,4.533-0.781 0,-2.414-0.893-2,0.082-0.713 0,-0.035-0.561 4,-0.107-0.085 0,-0.139 0.215-3,-0.148 0.382-1,-2.043 0.621 1,0.334-0.210 1,0.195-0.046 1,0.090 0.072-1,0.289 0.153 0,0.420 0.203 0,1.252-0.113 1,-0.008 0.011-1,-0.191-0.058 0,-0.305-0.101-1,-0.199-0.018 0,-0.629 0.173 0,-0.662 0.237 0,4.092-0.608 0,-0.654 0.750 7,-0.105 0.624-2,0.189 0.460-3,-4.529-0.014-2,0.059-0.508 1,0.576-0.460 0,-0.275-0.121 0,-0.359 0.037-1,4.457-1.313 1,1.244-0.667 0,-4.484 1.166-1,-0.221-0.041 0,-0.447 0.038 0,-0.557 0.085 0,4.395-1.908 0,-2.010 0.444 0,-1.803 0.835 1,1.529 0.276 3,-0.596-0.721 3,-1.387-0.469-4,-0.619-0.174-2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3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16991.219 2886.000 767,'6.117'0.000'0,"0.764"0.000"0,-0.125 0.000 0,3.217 0.150-8,1.818 0.916 7,-5.307-0.091 0,0.096 0.289 0,0.340 0.245-1,-0.480-0.025 1,4.588 1.054-2,-2.463-0.775 3,-2.471-0.742 3,0.875-0.422 0,-0.547-0.803-1,1.486 0.116 0,2.824 0.048-2,-4.637 0.028 0,1.986-0.281-3,0.697-0.468 1,2.912-0.655-1,0.186-0.193 0,-0.166-0.005 1,-3.555 0.324 0,0.107-0.290 3,4.381-1.443-2,-0.738-0.305 0,-1.063-0.106 2,-1.168 0.024 0,-1.133 0.101-1,-1.320 0.315 0,-1.461 0.478-1,1.883-1.007 0,-1.883 0.908 5,0.414 3.322 3,-1.326 2.913-4,0.729 1.059-1,0.164-1.344-1,0.764-2.719-1,0.363-0.840 0,1.213 0.183 2,-0.830 0.039-3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4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1823.219 3306.000 767,'6.259'0.000'0,"1.437"0.000"-4,-0.189 0.000 2,4.179 0.000-1,2.561 0.000-1,4.659 0.000 0,9.472 0.000-4,6.594 0.000-1,7.289 0.000-1,7.439 0.000-2,7.761 0.000-2,7.625 0.000 0,7.452 0.000-1,6.977 0.000 0,18.641 0.000-2,7.186 0.000 0,-19.076 0.000 4,5.325 0.000 1,20.756 0.000-2,6.954 0.000 2,5.267 0.000-1,3.818 0.000 2,2.323 0.000 0,1.149 0.000-3,-0.306 0.000 0,-1.328 0.000 5,13.398 0.000 6,-4.429 0.000 3,-34.518 0.000 2,-3.212 0.000 2,9.968 0.000 3,-5.082 0.000 1,-6.368 0.000 0,-6.983 0.000 4,-7.093 0.000 1,-6.836 0.000-1,-6.049 0.000-3,-5.204 0.000 7,-4.639-0.565 7,-4.018-0.942-6,-3.670-0.882-4,-3.248-0.798-5,-2.796-0.701-1,-2.341-0.599-1,-2.190-0.498 0,-1.979-0.402-1,-2.020-0.315 0,-1.952-0.239-2,-6.475 0.610 0,-1.506-0.123 0,6.216-1.385 0,-2.928 0.525 1,-5.855 1.279 0,-1.666 0.649 0,-1.599 0.668 1,-1.475 0.651 0,-1.035 0.608 0,-0.673 0.549-2,-0.101 0.480 1,0.312 0.410-1,0.308 0.339-1,0.291 0.274-2,0.547 0.214-1,0.704 0.161 0,0.783 0.116-1,0.802 0.079 1,4.186 0.082 0,0.677 0.027-1,-6.513-0.060 0,0.412-0.007 1,4.150 0.013-1,0.545-0.022 1,0.432-0.025-1,0.331-0.026 2,0.809-0.025 0,1.111-0.024-1,0.991 0.261-1,0.859 0.452 1,0.442 0.566 1,0.124 0.621-3,3.061 0.690 0,-2.323 0.137 1,-8.884-0.457 1,-0.700 0.259 1,6.292 1.272 0,-1.092 0.478 6,-7.465-0.719 2,-0.476 0.274-7,2.544 0.927 0,-0.820 0.314 0,-0.882 0.262-1,-0.883 0.214 2,1.751 0.562 0,-1.097-0.468-1,-4.924-1.458 0,1.029-0.074 1,4.831 0.613 1,2.319 0.064-1,2.384 0.381-5,2.318 0.588 0,2.162 0.426-2,1.949 0.290 0,1.139-0.103-1,0.509-0.378 1,0.320-0.556 1,0.170-0.657 0,0.903-0.415 1,1.383-0.223 2,7.061 0.792 3,1.852 0.593-1,-9.631-0.777-3,1.633 0.612-1,8.027 1.403-1,1.839 0.403-1,1.759 0.228 1,1.618 0.092 1,1.160 0.556-1,0.778 0.861 0,0.753 0.471 0,0.700 0.172 1,0.063-0.049 0,-0.394-0.205 2,-0.417-0.588 0,-0.414-0.833 0,-0.675-0.969 0,-0.829-1.020 2,-0.335-1.008 2,0.034-0.952-1,0.011-0.867-1,-0.005-0.766 2,-0.865-0.658-1,-1.436-0.550-3,-0.927-0.447 0,-0.521-0.353 1,-0.772-0.269 0,-0.915-0.197 4,-1.257-0.136 2,-1.440-0.086-6,-1.221-0.047 0,-1.007-0.017 2,-0.807 0.006 0,-0.627 0.021 2,-0.469 0.031 0,-0.334 0.037-2,-0.788 0.040-1,-1.074 0.039 0,-1.511 0.037-1,-1.749 0.034 1,-2.120 0.030-1,-2.283 0.026 1,-1.162 0.305 3,-0.309 0.489 1,3.159 0.488 1,-1.044 0.196 4,-7.815-0.283-10,-0.214-0.018-2,3.576 0.088 0,0.104-0.106 4,4.817-0.025 0,1.731-0.172-1,-6.167-0.300-1,2.330-0.098-1,8.086-0.048-3,3.565-0.105-1,3.350-0.091 0,3.037-0.076-1,2.389-0.345 0,1.814-0.520-2,1.320-0.621 0,0.906-0.663 3,6.957-1.800-1,-1.226-1.898 3,-14.834 0.474 1,-1.061-0.618 1,4.729-1.444 1,-2.208-0.376 1,-1.854-0.191 2,-1.516-0.050 2,-1.201 0.053 1,-0.923 0.124 0,-0.962 0.169-1,-0.946 0.192-3,3.231-0.664 0,-2.427 0.291-1,-6.432 0.811 0,-1.538-0.273 1,-5.140 0.791 0,-0.657-0.066 2,3.698-0.965 2,0.044 0.036-3,3.880-0.807 1,-0.341 0.208-3,-7.856 1.930-1,0.249 0.119-1,4.270-0.734-1,0.189 0.112 2,0.336 0.106 0,0.423 0.096 0,3.579-0.686 0,-1.406 0.135-1,-8.885 1.838 1,-1.162 0.410-1,2.071-0.045 0,-1.441 0.663 0,-0.804 0.379 7,-0.311 0.160 0,-0.512-0.004 1,-0.631-0.121-4,-0.401-0.198-2,-0.221-0.244-2,2.338-0.843 0,-0.713-0.292 3,-5.846 1.223-1,-0.386 0.195-1,2.455-0.172 0,0.117 0.448 0,0.538 0.484 1,0.813 0.487 2,0.969 0.466-2,1.035 0.429-2,0.751 0.383-1,0.513 0.332 0,0.036 0.280 0,-0.304 0.229 0,3.129 0.180-1,0.157 0.170 3,-9.548 0.074-1,-0.183 0.041 2,8.793 0.095 2,-0.768 0.038-4,-4.005-0.009 0,-1.256 0.000 1,-1.319-0.008 3,-1.303-0.014-1,-1.229-0.017-2,-1.120-0.019 2,0.399-0.009 4,-1.711-0.023-2,-4.075-0.032-2,-0.549-0.011 0,0.997-0.007-1,-0.277-0.011 4,0.423-0.009-2,0.901-0.007-2,0.635-0.006-1,0.413-0.004-1,0.804 0.280-1,1.042 0.469 0,0.599 0.581-1,0.253 0.634 2,0.563 0.642 1,0.755 0.617-3,-1.931-0.183 1,0.048 0.055 1,4.960 1.125 2,0.609 0.269-3,-2.418-0.284 0,-0.373 0.238 2,-2.906-0.586 2,-0.812-0.162-4,4.756 1.064 0,-1.433-0.683 1,-5.542-1.367 3,0.260 0.010 3,2.450 0.449 0,-0.783-0.261-4,-1.134-0.336-1,-1.318-0.370-1,-2.883-0.642 1,-0.717-0.246-1,0.354-0.114 1,-0.682-0.272 2,1.488-0.139 3,-0.079-0.295 4,1.126 0.112-8,0.799 0.333-2,0.905 0.462 0,-5.220-0.560 0,-0.006 0.019-1,2.206 0.273 1,-0.170-0.063-1,0.030-0.095 1,0.173-0.114-1,-0.019-0.122 6,-0.152-0.121-2,0.041-0.115-2,0.178-0.106 0,3.116 0.394-1,0.979 0.572 3,-0.658 0.141-3,-0.142 0.057-1,-0.373-0.062 1,-2.170-0.315-1,-0.508-0.127 1,-0.516-0.141 0,-0.498-0.143 2,-0.178-0.138-1,0.058-0.128 3,0.223-0.115 1,0.329-0.100-2,0.391-0.085-3,0.415-0.070 1,0.979-0.056-1,1.334-0.044 0,0.676 0.250 0,0.176 0.447-1,-0.189 0.284 1,-0.440 0.155-1,-0.315 0.055 0,-0.211-0.019 0,-0.127-0.070 2,-0.063-0.104 2,1.400-0.026 1,-0.053-0.165-3,-2.861-0.285 0,0.045-0.093 0,1.270-0.047 0,-0.340-0.100 0,1.114-0.069 0,-0.151-0.089 0,1.718-0.068 0,-0.740-0.068 2,-0.851-0.044-2,-2.579-0.015 0,-0.686-0.010 0,2.118-0.019 0,-3.673 0.021 0,0.260 0.002 4,0.122 0.004-1,0.021 0.004-2,0.228 0.005-1,0.366 0.005-1,0.447 0.004-1,0.483 0.004 2,3.313 0.001 0,-1.204 0.005-1,-1.727 0.004 0,-1.886 0.003 0,2.258 0.003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4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13979.219 2814.000 767,'-6.277'0.000'0,"-0.734"3.149"-4,-2.214 3.591 1,1.302-0.601 1,0.731-0.764 0,-1.159 0.471-1,-2.216 1.585-1,-0.512 0.750 1,-0.408 0.714 0,-0.315 0.655 0,-1.771 1.572 1,-0.106-0.050 0,3.274-2.664 2,0.333-0.239-1,-2.043 1.909 0,1.108-0.531 1,1.227-0.570 0,1.233-0.563 2,3.128-3.038 0,0.044-0.166 0,-1.759 1.542-2,0.076-0.174 0,0.104-0.434 2,0.119-0.599 1,-0.158-0.405 0,-0.350-0.248-3,-0.668 0.006 0,-0.038-0.309 2,0.083-0.299-2,0.161-0.276-1,1.302-0.767 1,-0.254 0.056-1,-3.751 1.885 0,0.415-0.004 0,0.766-0.102 2,2.754-1.263-1,0.327 0.108 1,-1.396 1.370-1,1.300-0.505 0,1.355-0.675 2,-1.357 2.010 0,3.064-1.075-1,4.684 0.788-2,-1.162 0.799 1,0.376-0.292 0,5.006-1.843 0,0.224-0.280 0,0.573 0.661 0,1.176 1.363 1,4.962 4.171-2,2.928 2.065-4,0.243-0.307-1,1.789 0.761 3,-1.198-1.236-1,0.803 0.296-1,3.272 2.003 0,0.475 0.112 0,-0.080-0.020 3,-0.471-0.113 0,-0.445-0.456 2,-0.405-0.679 0,3.867 1.951-1,-1.476-1.454 3,-9.505-6.025 0,-0.765-0.734 0,6.564 2.943 0,-3.440-2.359 0,-3.386-2.062 1,-3.052-1.700 3,-2.580-1.330-1,0.919-0.663-3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4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5999.219 3390.000 767,'0.000'6.458'0,"2.957"1.037"-4,3.321-0.701 2,-1.368-1.701 1,2.095 2.358-2,0.944 1.375 0,0.864 1.129-1,0.765 0.900 1,0.942 0.695-1,1.023 0.516 0,0.750 0.082 2,0.521-0.232 0,2.021 1.286 0,0.115-0.209 0,-3.598-3.008 1,-0.400-0.018 0,0.941 1.219 2,-0.722-0.390 0,-0.757-0.786-1,-0.748-1.032 0,1.582 0.996 2,-1.982-2.130 1,-1.960-1.973-1,-1.781-1.709 2,1.256 0.263 0,-0.998-6.390-2,2.985 4.525 2,-1.285 2.774-2,-1.497-0.344 1,-0.302-0.945-2,1.779-0.528-2,0.680-0.924 0,-0.458-1.113 3,-1.677-2.012-3,0.177 1.063 0,-6.394 7.269 2,-2.873-1.883 0,-3.721 1.585 0,1.669-3.166-1,-1.160 0.351-2,-1.094 0.029 1,-0.997-0.201-1,-0.597 0.209-1,-0.285 0.492 2,-0.332 0.387-1,-0.349 0.295 0,-3.260 2.179 1,0.806-0.210 0,1.200-0.453 0,1.821-1.078 0,1.055-0.683 1,0.934-0.677 0,0.789-0.623 1,0.637-0.542 0,-0.104-0.460 1,0.019-0.721-1,-0.152-0.664 0,0.426-0.239 1,-3.401 2.027 0,3.263-0.434 3,-5.219 3.235-4,3.890-2.368-2,-0.652 0.301 0,-0.439 0.168-1,0.166-0.340 0,0.040-0.375 0,1.025-0.541 1,0.139 0.049 0,0.144 0.155 0,0.142 0.224 2,-1.603 1.332 2,1.088-0.385-3,1.231-0.594 0,-2.434 2.174 0,3.729-2.371 0,0.530 0.720 0,0.093 0.836 0,0.473 0.397 5,-1.815-1.528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4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2339.219 4662.000 767,'8.222'-8.641'-5,"0.112"4.112"3,3.470-0.610-2,0.318 0.645 0,3.711-0.643 0,6.838-1.120-1,3.886 0.021-1,4.343 0.308-1,4.464 0.499-2,4.622 0.611 0,4.517 0.662 0,3.946 0.950 2,3.354 1.110-2,9.271 0.863-1,1.110 0.834 2,-13.660 0.444 1,0.316 0.264 1,7.247 0.571 2,-0.189 0.616 1,-0.790 0.368 4,-1.180 0.174 0,-1.402 0.028 1,-1.494-0.077-1,-1.772-0.149-1,-1.887-0.193 3,4.617-0.066 2,-0.762-0.278-1,-11.379-0.450 0,0.731-0.151 1,7.992-0.081-2,2.667-0.158-5,2.595-0.134 1,2.421-0.111-2,2.466-0.089 0,2.382-0.070-4,2.492-0.052-1,2.453-0.038 3,-6.487-0.016 0,1.989-0.013 1,31.066-0.041-2,2.367-0.002 0,-28.364 0.034 1,0.507 0.005 2,10.598-0.001-1,0.731 0.008-1,0.217 0.009-2,-0.160 0.008 9,-0.420 0.008 2,-0.586 0.007-5,-0.394 0.006-2,-0.239 0.005 4,-0.399 0.004 0,-0.495 0.003 1,8.098 0.003 0,-2.381 0.002-2,-19.910 0.001 0,-1.378 0.001 1,7.264 0.001 1,-1.333 0.000 1,-1.248 0.000 2,-1.128-0.000 2,-0.990 0.000 0,-0.844-0.000-6,-1.267 0.000-1,-1.508-0.000 2,-1.326-0.000 0,-1.133 0.000-1,-1.226-0.000 0,-1.234 0.000 3,-0.616-0.000 1,-0.147 0.000-3,-0.372-0.000-1,-0.514 0.000 2,-0.025 0.000 0,0.323 0.000-5,0.273 0.000 1,0.226 0.000 2,-0.103 0.000 1,-0.331 0.000-4,5.680 0.000 0,-1.654 0.000 2,-13.495-0.433 0,-0.219-0.741 1,-0.649-0.512 0,-0.948-0.322 1,10.081-0.852 2,-2.579-0.018-2,-2.898 0.160-1,-2.941 0.270 2,-11.578 0.743 1,-1.713 0.210 0,6.147-0.078 0,-2.421 0.330 2,-9.111 0.456-1,-1.418 0.163 1,-1.256 0.145 0,-1.091 0.125-4,4.491 0.075 0,-1.487 0.136 4,-4.040 0.096-1,-1.350 0.059-3,-0.994 0.042-1,-0.693 0.027 0,3.995-0.398 1,0.057-0.685 4,-8.650 0.271-5,-0.189-0.083-1,3.799-0.350 0,-0.384-0.000-2,-0.444-0.228 1,-0.467-0.379 1,-0.743-0.469 3,-0.906-0.511-2,2.452-1.334 0,-2.140 0.086 0,-2.104 0.389 0,-3.798 1.208 0,-0.766 0.331 1,0.774 0.002 2,-0.689 0.486 0,-0.378 0.368 0,3.506-0.072-2,-3.206 0.964-1,0.105 0.543-1,1.324 0.006 0,-1.185-0.115 0,1.868-0.014 0,-0.453 0.134-1,0.638 0.250-1,0.442 0.308-1,0.282 0.331 1,-1.723-0.082 0,-0.075 0.049 0,1.357 0.229 1,-0.575-0.072 1,-0.704-0.116-1,-0.756-0.141 0,0.466 0.021 5,-1.552-0.232-1,1.923 0.181-2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5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8663.219 4566.000 767,'9.388'0.000'0,"-2.242"0.000"0,2.748 0.000 0,4.523 0.000-11,-0.143 0.000 8,3.507 0.000-1,7.673 0.000-3,5.000 0.000-1,5.235 0.000-1,5.155 0.000 1,5.422 0.000-2,5.356 0.000 0,5.339 0.000-2,5.076 0.000 2,13.996 0.000-2,5.053 0.000 0,-15.632 0.000 2,2.672 0.000 2,23.715 0.000-3,2.405 0.000 2,-20.329 0.000 2,0.822 0.000 3,22.566 0.000 0,-0.332 0.000-1,-22.587 0.000 1,-0.861 0.000 4,20.208 0.000 3,-1.479 0.000-3,-22.270 0.000-1,-1.683 0.000 5,8.287 0.000 4,-1.264 0.000-7,-2.187 0.000-2,-2.742 0.000 7,-2.442 0.000 5,-2.114 0.000-10,-1.215 0.000-2,-0.518 0.000 7,-0.279 0.000 4,-0.097 0.000-7,0.320 0.000 0,0.604 0.000-4,1.058 0.000-1,1.333 0.000 2,2.030 0.000-1,2.431 0.000-1,-7.162 0.000 0,2.038 0.000-2,22.537 0.000 0,2.120 0.000-3,-9.315 0.000 1,0.677 0.000 2,-0.291 0.000 0,-0.967 0.000-1,8.728 0.000 0,-2.023 0.000 6,-20.922 0.000 0,-0.863 0.000 2,8.308 0.000 3,-1.481 0.000-3,-1.662 0.000 0,-1.713 0.000 1,-1.668 0.000 0,-1.558 0.000-1,-1.405 0.000-1,-1.231 0.000 2,-1.048 0.000 0,-0.869 0.000-1,-0.701 0.000 0,-0.548 0.000-1,-0.130 0.000 0,0.173 0.000-1,0.381 0.000 0,0.512 0.000 0,0.579-0.283 0,0.602-0.471-3,0.022-0.583 1,-0.391-0.635-1,-1.231-0.359 1,-1.772-0.146 0,4.779-0.293-1,-3.088 0.176 4,-15.917 0.742-1,-2.320 0.191 3,3.233 0.027 3,-2.790 0.266-2,-2.605 0.253 0,-2.351 0.233 4,-2.059 0.208 2,-1.754 0.179-6,-1.737 0.151-1,-1.644 0.124 1,2.333 0.097-1,-1.238 0.091-1,-7.708 0.045-1,-0.231 0.028 1,3.498 0.032 0,0.147 0.015-3,0.209 0.006 1,0.244 0.000 0,-3.333-0.016-1,0.332-0.005-1,7.545 0.010-1,-0.297-0.013 1,2.737-0.008 1,-1.384-0.015-1,-11.155-0.021 1,-0.921-0.006 0,-0.824-0.005 0,-0.723-0.004 2,1.794-0.003 0,-1.249-0.004 1,0.946-0.003 3,-1.693-0.002-3,-5.645-0.001-3,-1.197-0.001 2,0.656-0.001 1,-0.959 0.000 0,-1.006-0.283-1,-0.992-0.471 4,-0.652-0.299-2,-0.381-0.163-4,-0.169-0.059 2,-0.011 0.019-1,-1.127-0.003 0,0.185-0.292-1,2.555-0.712 0,-0.270-0.045 0,-1.317 0.342-1,0.040 0.153 0,-0.146 0.195 1,-0.272 0.215 0,1.078-0.256 1,0.040-0.313-1,-2.458 0.382 0,-0.178 0.016 1,2.274-0.458 0,-0.922 0.222-2,-1.062 0.269 0,-1.079 0.281 2,-1.018 0.270 0,3.839-0.173 0,1.821 0.527 1,-4.757 0.468 0,0.767 0.074-1,1.034 0.057-1,1.175 0.042-2,0.938 0.031 0,0.725 0.020 1,0.821 0.012-1,0.852 0.005 0,0.833 0.001-1,0.780-0.003 2,0.423-0.005 0,0.149-0.007-1,2.214-0.002 0,0.221-0.009 0,-4.294-0.015 1,-0.522-0.005 1,1.582-0.003 1,-0.034-0.005-1,-0.144-0.004-1,-0.216-0.003 2,3.937-0.003 4,-1.335-0.004-7,-1.559-0.002 2,-3.613-0.001 1,-1.169-0.000-1,-0.289-0.000 1,-1.382 0.000-1,-1.235 0.000 5,-0.874 0.000 1,2.104-0.001-4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5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2327.219 5262.000 767,'6.377'-3.188'0,"0.600"-0.300"0,1.874 1.072 0,0.438 0.854-10,4.316-0.088 7,8.630-0.244-2,6.823 0.084-2,7.165 0.145-2,7.070 0.182-2,7.801 0.199-2,7.953 0.203-1,-1.279 0.285 1,6.377 0.140 0,41.337-0.019-7,9.931 0.218 0,-31.127 0.222 6,4.120 0.072 2,18.427 0.055-3,5.031 0.061-1,2.834 0.046 0,1.137 0.032 9,0.157 0.022 3,-0.547 0.013-4,-1.589 0.006-2,-2.255 0.001 5,9.913 0.006 10,-5.324-0.007-1,-29.592-0.021-1,-3.348-0.006 3,7.809-0.001 1,-4.089-0.007 3,-4.182-0.290 0,-4.052-0.477 3,-4.051-0.588 1,-3.859-0.639-7,-4.106-0.928-1,-4.088-1.090 2,-3.884-0.872 0,-3.554-0.675 0,2.194-1.327 0,-4.815-0.380 2,-14.250 1.280-3,-2.004-0.463-1,3.216-1.350 0,-1.571-0.225 3,-2.342 0.216-1,-2.781 0.521-4,-2.397 0.712 0,-2.010 0.815-3,-1.357 0.850-1,-0.829 0.835 7,2.758 0.488 4,-0.294 0.883-7,-6.021 1.050-3,0.965 0.400-1,5.187 0.275-1,1.907 0.364 1,2.171 0.286-2,2.256 0.217-1,1.928 0.159-1,1.604 0.109-1,1.580 0.068 0,1.488 0.036 1,1.636 0.012-1,1.664-0.006 2,1.322-0.019 0,1.017-0.026 1,0.751-0.031-1,0.527-0.033-1,0.625-0.032 1,0.666-0.031 1,0.946-0.028 1,1.101-0.025 1,0.594-0.021-1,0.205-0.018 0,0.201-0.015-1,0.188-0.011 0,-0.112-0.009-1,-0.320-0.006 3,0.112-0.005 1,0.415-0.002-1,-0.239-0.002 0,-0.691-0.000 1,5.305-0.001 0,-1.776 0.001-3,-14.086 0.003 1,-1.669 0.001 2,3.627 0.000 2,-2.151 0.001 0,-1.515 0.001 0,-0.990 0.001 4,7.125 0.000 4,-3.781 0.001-7,-18.350 0.161-3,-1.070 0.280-1,13.682 0.997 1,-5.359 0.284 5,-5.595 0.031 2,-9.316-0.509-4,-2.537-0.110-1,0.408 0.144 4,-3.666-0.251 6,-3.008-0.240 2,1.208 0.178-15,-2.475-0.536 0,0.060-0.703 0,-0.049 0.207-1,2.811 0.061 1,-0.992 0.009 0,3.977 0.001 0,7.959 0.358 0,6.726 0.579-2,-2.462 0.428-4,3.478 0.859-1,8.613 1.052-2,4.120 0.369-1,4.128 0.091 0,3.940-0.111 1,4.469-0.250 1,4.635-0.337-1,4.817-0.383 0,4.720-0.398 1,14.381-0.211-1,4.882-0.455-2,-16.693-0.597 2,3.066-0.218 1,14.507-0.139-1,3.307-0.208 0,3.166-0.168 0,2.915-0.132 4,2.601-0.100 0,2.253-0.072-2,2.183-0.050-1,2.030-0.031 3,15.194-0.394-1,0.535-0.583 2,-27.961 0.046 0,-0.824-0.110 1,12.610-0.220 0,-0.916 0.027 1,-14.098 0.234 1,-0.785 0.088 4,24.676-0.125 8,-2.097 0.185-8,-14.646 0.253-4,-1.904 0.137 5,21.392 0.049 1,-3.623 0.165-5,-47.173 0.196 1,-1.082 0.042 4,21.121 0.021 1,-0.556 0.052-3,-0.764 0.039-2,-0.875 0.029 8,-1.479 0.021 3,-1.840 0.013-15,-1.727 0.007-2,-1.564 0.003 5,-1.941 0.000 3,-2.118-0.003 1,-1.579-0.004 2,-1.120-0.005-3,-1.306-0.005 0,-1.378-0.005 2,-1.362-0.005 1,-1.289-0.005-6,-9.082-0.006 1,-0.542-0.003 1,15.531-0.001 2,-0.963-0.003-1,-9.394-0.002 0,-1.731-0.001-2,-1.481-0.001 1,-1.233-0.001-3,5.090-0.001 0,-2.512 0.000 8,-15.005 0.000-1,-1.687 0.000-5,3.830 0.000 1,-2.358 0.000 1,-2.053 0.000 1,-1.737 0.000 3,-1.716 0.000 0,-1.617 0.000-2,-1.473 0.000 0,-1.300 0.000-3,-1.115 0.000 1,-0.931 0.000 0,-1.039 0.000 0,-1.067 0.000-1,-1.037 0.000 0,-0.966 0.000-1,-1.153 0.000 1,-1.231 0.000 0,-0.948 0.000 0,-0.699 0.000 0,-0.491 0.000 0,-0.318 0.000 1,-0.182 0.000 0,-0.075 0.000-2,2.495 0.000-1,-0.672 0.000 0,-5.763 0.000 0,-0.035 0.000 0,2.896 0.000 0,0.259 0.000 1,0.563 0.000 1,0.754 0.000-2,0.854 0.000 0,0.885 0.000-1,0.865 0.000-1,0.811 0.000 0,4.264 0.000 0,0.570 0.000-1,-6.826 0.000 2,0.325 0.000-1,4.692-0.283 1,1.375-0.471 0,0.362-0.300 0,-0.376-0.164 1,-0.884-0.059 0,-1.203 0.018-3,-1.658 0.072 0,-1.902 0.107 0,-1.421-0.156 6,-1.013-0.335 2,1.664-0.763 0,-1.215-0.602 3,-8.482 0.716-5,-0.602-0.306-2,5.975-2.008-1,-1.311-0.592 1,-3.144 0.495 0,-0.917 0.165 2,-0.227 0.045 1,0.275-0.042-3,0.620-0.103 0,0.836-0.141 3,0.950-0.161-6,0.986-0.168 0,3.166-0.838 0,0.372-0.149 0,-4.865 1.495 0,0.041 0.280 0,2.810-0.415 0,0.451 0.073 1,-0.073 0.268 1,-0.443 0.395 1,-3.225 0.848 0,-0.938 0.378-1,3.462-0.501-2,-0.761 0.016 1,-1.254-0.157 4,-1.512-0.265 4,-0.382-0.356-4,-2.185 0.320-4,-2.065 0.474 2,-3.281 0.977 1,-0.852 0.348 2,-0.646 0.334 0,6.452-0.799 4,-6.452 1.597-6,3.388 0.122-1,-1.047 0.510-2,-0.154 0.266 1,-1.199 0.081 1,0.009-0.001-1,-0.097-0.081 1,0.195-0.079 1,-1.131-0.060-2,-0.059-0.028-1,2.085-0.015 1,1.569-0.009 0,2.209-0.001-1,-5.646 0.004-1,5.193 0.802-1,-4.457 0.205 1,0.526 0.191 0,0.300 0.362 4,0.123 0.468-1,-0.007 0.520-1,-0.102 0.534-1,0.121 0.517 0,0.272 0.482 0,1.146 1.059 1,-0.134 0.422 0,0.532 0.561-1,-0.754-0.487 0,-0.858-0.726 0,-1.823-1.227 1,0.139-0.065 0,0.732 0.177 3,-0.315-0.412-2,-0.451-0.480-1,-0.515-0.498 1,0.090-0.030-1,-0.524-0.070 1,3.999 2.315 0,-1.060-0.031 1,-0.069 0.115-2,1.317 0.099-1,-1.404-1.563-1,-1.472-0.318 5,0.219 1.012-1,-1.512 0.351-2,-2.136 0.741-1,-5.287 1.421 1,-1.598-1.108 0,0.552 0.143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5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2555.219 5970.000 767,'6.266'0.000'0,"0.997"0.000"0,0.533 0.000 0,-0.062 0.000 0,4.916 0.565-11,-1.629 0.941 10,7.814 1.663-1,6.806 1.523-4,2.971 0.919-2,6.188 1.610-2,6.442 1.088 0,6.319 0.666-1,-1.186-0.434 0,4.917 0.856 1,13.956 2.020-3,5.886 0.226 0,5.080-0.388 0,4.266-0.807 1,3.486-1.067 1,2.766-1.202 0,2.406-1.241-1,2.037-1.211 4,1.395-1.132 2,0.872-1.022 2,0.176-0.897 1,-0.329-0.765 0,9.738-0.564 0,-3.509-0.624 2,-24.977-0.442 1,-2.665-0.221 2,7.105-0.209 0,-3.147-0.148 3,-4.400-0.092 4,-5.086-0.047 2,-5.052-0.013 1,-4.789 0.012-6,-11.064 0.077-3,-3.982 0.029 0,5.523-0.038 18,-6.003 0.060-8,-8.844 0.081-5,-3.721 0.043 7,-3.423 0.040-1,-3.049 0.035-5,-2.357 0.030-1,-1.753 0.025-1,2.521 0.019 2,-1.414 0.023-4,-8.086 0.010-5,-0.369 0.004 1,3.334 0.007 0,0.083 0.003-1,0.535 0.002 1,0.831 0.000 1,0.721 0.000-2,0.608-0.001-2,1.064-0.001 0,1.339-0.002 0,1.755-0.001 0,1.968-0.002 0,2.027-0.001 0,1.973-0.002-1,1.842-0.001-1,1.662-0.001 0,1.455-0.001-1,1.240-0.000 2,1.311-0.001-1,1.299-0.000 1,-3.933 0.000 0,0.323-0.000 1,4.502 0.000 0,-0.627 0.000 0,3.564 0.000-1,-1.174 0.000 2,-1.640 0.000 3,-1.857 0.000 1,-9.287 0.000-1,-1.664 0.000-1,4.383 0.000 1,-2.226 0.000 2,-6.734 0.000-1,-0.557 0.000 3,1.802 0.000 4,-1.006 0.000-8,-0.782 0.000-1,-0.586 0.000 0,-0.702 0.000-1,-0.750 0.000 2,-2.864 0.000 1,-0.870 0.000-3,4.115 0.000 0,-1.256 0.000 2,-5.239 0.000 0,-0.339 0.000 2,0.921 0.000-1,-0.612 0.000-3,-0.362 0.000 0,-0.167 0.000 1,-0.303 0.000 0,-0.385 0.000 1,-0.144 0.000-1,0.036 0.000-1,0.162 0.000-1,0.244 0.000 3,1.199 0.000-2,-0.275 0.000 0,-2.376 0.000-1,0.100 0.000 1,2.686 0.000-1,0.307 0.000 2,-2.106 0.000-1,0.602 0.000 0,3.999 0.000-1,1.099 0.000 0,-2.495 0.000 0,1.010 0.000-1,3.104 0.000 0,0.938 0.000 0,1.266 0.000 0,1.440 0.000-1,4.395 0.000 0,1.614 0.000 1,-4.763 0.000 0,1.294 0.000-1,4.838 0.000 0,1.273 0.000 0,0.970 0.000 0,0.708 0.000 0,-3.419 0.000 1,0.391 0.000 0,9.162 0.000-1,1.248 0.000 1,-3.323 0.000 2,0.976 0.000 0,0.725 0.000-1,0.511 0.000-3,6.074 0.000 0,1.687 0.000 3,-8.607 0.000-1,1.813 0.000 2,8.196 0.000-1,2.683 0.000-4,2.737 0.000 0,2.647 0.000 1,3.306 0.000 0,3.619 0.000-3,3.955 0.000 0,4.007 0.000 2,3.290-0.565-2,2.624-0.942 0,1.744-0.882-2,1.035-0.798 2,10.645-1.286-2,0.053-0.690 4,-29.943 1.491 3,-0.239-0.242 0,29.026-2.866 3,-1.211-0.926-1,-10.823 0.160-1,-1.061-0.706 6,-9.878 0.295 1,-0.194-0.914-6,19.193-3.493-3,0.713-0.268 7,-18.515 2.503-1,0.526-0.511-2,20.518-4.110-1,1.044-0.918-6,-9.576 1.141 1,0.100-0.591 6,0.364-0.274 0,0.533-0.036-6,0.348 0.137 0,0.198 0.252 6,0.365 0.605 2,0.467 0.829-5,-1.179 1.231 1,-2.296 1.460 1,6.158 0.602 0,-4.024 1.944-1,-20.251 2.957 1,-2.438 1.016 2,11.443 0.262 12,-5.325 1.273-5,-17.151 1.259-4,-3.038 0.524 3,2.181 0.409 0,-3.667 0.432 1,-3.387 0.319 1,-3.029 0.223 1,-2.914 0.145-1,-2.695 0.082-3,-2.978 0.033-1,-3.038-0.003-1,-4.622-0.092-2,-1.353-0.034 2,0.539 0.009-1,-1.812-0.059 9,0.077-0.028-9,-1.427-0.073-3,-2.389-0.084 1,-0.579-0.047 3,2.316-0.021-3,-1.577-0.056-1,-1.610-0.041-1,-2.967-0.025 1,-0.097-0.012 0,-0.113-0.009 0,-0.120-0.005 0,1.046-0.006 0,0.394-0.001 1,-1.729 0.005-2,0.047 0.000 0,1.513-0.001 0,0.892 0.002-1,1.065 0.002 0,1.138 0.002 2,2.107 0.001-3,0.060 0.002-1,-2.747 0.220 1,0.417 0.372 1,2.019 0.419-1,0.282 0.191 0,-0.139 0.081 4,-0.433-0.003-3,0.228 0.221 0,0.687 0.370 0,0.415 0.175 1,0.202 0.029 3,2.541 0.519-4,0.954 0.380-1,-3.741-0.610 0,0.068-0.049 2,0.413-0.120 0,0.654-0.168-2,5.289 0.248 0,0.525-0.357 1,-2.458-0.493 3,-0.401-0.267-4,-0.004-0.244 0,0.280-0.217 0,0.467-0.186 1,0.580-0.157 4,3.934 0.240-2,1.784 0.456-3,-4.445 0.134 1,1.396 0.447-1,4.885 0.875 0,1.386 0.623-2,-2.935-0.163 1,0.400 0.063 0,8.105 0.761 0,0.277-0.295 0,-3.840-0.709 0,-0.047-0.360 2,3.724-0.167 3,-0.275-0.451-4,-7.300-0.433 1,0.703 0.143 2,4.129 0.284 1,-0.439-0.036-2,-0.350 0.174 0,-0.270 0.315-2,-0.482 0.402 1,-0.611 0.444 0,-0.675 0.453 5,-0.688 0.438-4,-1.229 0.407 1,-1.559 0.365 0,-1.436 0.036 0,-1.280-0.200 1,-1.110-0.359-1,-0.936-0.455 2,1.905 0.195 4,-0.301-0.067-4,-5.528-1.037-1,-0.886-0.229-1,2.017 0.311 0,0.470 0.097-2,0.061-0.075 1,-0.236-0.193 6,0.132 0.014-6,0.386 0.161-2,2.609 0.696-1,0.062 0.361 4,-4.928-0.672 0,-0.361 0.260-2,1.419 0.599 0,-1.090-0.138 0,-1.241-0.290 1,-1.292-0.384 0,-0.701-0.150 2,-0.247 0.023 0,-0.479-0.137 4,-0.619-0.245 0,1.747 0.235-7,-1.212-0.540 1,-4.854-1.063-1,0.200 0.093 2,2.904 0.588 2,0.450-0.065 0,0.955 0.136-4,1.269 0.273 0,0.584 0.358 0,0.069 0.401-1,-0.300 0.130 1,-0.550-0.068-2,-0.418-0.208 1,-0.306-0.296 0,-0.210-0.345 2,-0.133-0.364 3,3.038 0.075 1,-1.374-0.581-4,-1.615-0.495 1,-2.012-0.403-1,-1.988-0.306 0,2.229-0.172 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4:5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2327.219 6546.000 767,'7.578'0.000'0,"0.479"0.000"0,1.011 0.000 0,0.264 1.036 0,-2.037 0.069-11,2.732 0.510 9,5.891 1.219-1,4.687 1.135 0,5.476 1.187-3,5.781 1.167-2,5.442 0.816-2,4.944 0.527 0,4.357 0.862 0,3.733 1.061-1,3.679 0.869 0,3.467 0.691 1,3.153 0.532 1,2.780 0.394 2,1.253-0.289 0,0.107-0.761 1,-0.149-1.062 0,-0.324-1.226 1,-0.434-1.284 1,-0.491-1.266 3,-1.357-1.193 7,-1.910-1.084-4,-1.648-1.240 0,-1.384-1.291-1,-2.261-1.267 1,-2.780-1.190 3,-2.735-1.080 2,-2.574-0.950-5,-3.187-0.530 0,-3.473-0.206 3,-2.382-0.249 4,-1.492-0.267-3,2.810-0.883-1,-1.696-0.274 12,-12.981 1.743-16,-0.117-0.134-1,12.959-2.313 0,0.865-0.231 2,-3.577 0.614 0,0.817-0.081-2,0.899-0.344-1,0.915-0.515-3,0.317-0.048 0,-0.124 0.288 2,4.831-0.168 1,0.108 0.838-1,-9.563 1.858 0,-0.015 0.559 3,0.327 0.543 2,0.570 0.511-4,10.793 0.090 0,0.679 0.661 3,0.279 0.545-1,-0.008 0.434-4,-10.185 0.349 1,0.158 0.162 0,4.943 0.144 0,-0.547 0.118 2,-0.279 0.079 1,-0.075 0.048 0,0.357 0.305 0,0.647 0.475 0,0.258 0.573 1,-0.031 0.616-3,-0.519 0.334 1,-0.841 0.119-2,-0.465-0.041-1,-0.176-0.152 3,-0.527-0.225 1,-0.752-0.266 2,-0.877-0.282 1,-0.925-0.281-5,-0.350-0.266 1,0.077-0.244 1,-0.189-0.216 2,-0.370-0.186 0,0.085-0.156-1,0.404-0.127-4,0.047-0.101 1,-0.208-0.077 2,-0.382-0.057 0,-0.487-0.040-3,-0.821-0.025 1,-1.021-0.014 1,2.260-0.019 2,-2.179 0.002-1,-8.155 0.247 0,-0.518 0.377 1,3.453 0.701 2,0.474 0.672 1,0.169 0.673-1,-0.055 0.641-3,2.475 0.787-1,-1.749 0.024-3,-6.538-0.809 1,0.559 0.162 1,4.106 0.763 2,0.806 0.290 5,0.417 0.281-4,0.120 0.261-5,-0.098-0.047 1,-0.248-0.265 0,-3.487-0.893 0,0.181-0.369 1,7.489 0.309 2,0.282-0.665 0,-3.499-0.834 0,0.111-0.458-1,0.145-0.408-1,0.162-0.353 0,4.183-0.254-1,0.558-0.297 3,-7.383-0.230-1,0.207-0.109 0,8.030-0.116-1,0.046-0.093 0,-7.824-0.005-1,0.009-0.021 2,3.982-0.034 1,0.082 0.000-1,0.021 0.009-1,-0.024 0.014 1,3.780 0.002 2,-0.320 0.025-3,-3.896 0.035 0,0.202 0.019 1,-4.164 0.023 1,-0.560 0.012-1,3.341 0.007 0,-0.211 0.012 0,0.181 0.009-1,0.451 0.008 3,0.340 0.006 3,0.245 0.005-6,0.166 0.003 0,0.101 0.002-1,0.050 0.001 0,0.012 0.000 2,-0.016 0.000 0,-0.035-0.000 0,-0.046-0.000 0,-0.053-0.000 0,-0.055-0.001 0,-0.054-0.000 0,0.515-0.001 0,0.896-0.000 0,0.276-0.000 1,-0.177-0.001-1,-0.210-0.283 0,-0.223-0.471-3,7.045-1.099 0,-1.563-0.888 4,-15.586 0.964 1,-0.759-0.056-1,5.933-0.603-1,-0.748 0.120 1,-0.329 0.195 1,-0.014 0.238 4,-0.354 0.259 0,-0.581 0.260-7,-0.147 0.250 1,0.166 0.230-1,3.533 0.150 0,0.451 0.220 4,-5.849 0.222-3,0.829 0.092-1,5.026-0.213 0,1.844-0.394-1,1.302-0.808 0,0.854-1.065 0,0.213-0.632 0,-0.254-0.294-2,-0.009-0.322 0,0.166-0.327 1,0.001-0.032 2,-0.118 0.179 3,4.157-0.107 1,0.042 0.526-4,-8.352 1.168 0,-0.102 0.352 1,3.442 0.136 1,-1.051 0.413-1,-1.338 0.371-1,-1.480 0.323 1,-1.512 0.273 2,-1.462 0.225 0,-1.924 0.181 2,-2.163 0.140 0,-2.229 0.105-1,-2.173 0.075 0,-2.029 0.050 0,-1.833 0.030-1,-1.605 0.014 8,-1.368 0.002-3,-0.853 0.003-2,-1.296-0.014-1,-1.126-0.018-2,2.907 0.064 1,0.055-0.053-1,2.540-0.061 0,-1.277-0.062-4,1.870-0.021 0,-5.444-0.008 2,0.605-0.002 0,0.366-0.001-1,0.178-0.001 1,1.036-0.001-1,-0.147 0.000 0,-0.268 0.000 0,-0.333 0.000 1,-0.209 0.001 0,-0.599 0.001-1,-0.616 0.000 1,-0.313 0.001-1,0.281 0.000 2,4.022 0.000 4,-4.460 0.001-5,0.064 0.000 0,0.028 0.000 0,-0.001 0.000 0,0.778 0.000 0,-0.089 0.000 0,4.563 0.000 0,-4.487 0.000 0,0.175 0.000 0,0.627-0.283 0,0.918-0.471-1,2.125-0.473-1,0.741-0.184 2,-2.305 0.290-1,0.324 0.022-1,1.819-0.083 0,0.318 0.108 0,0.229 0.127 1,0.155 0.135 1,0.662-0.148 0,0.990-0.343-1,-1.061-0.194 0,0.697-0.429 1,4.652-0.966-1,0.144-0.109-1,-1.703 0.417-1,0.587 0.181 1,0.169 0.242 1,-0.137 0.274 1,-0.065 0.284 0,-0.011 0.278-1,0.027 0.260 0,0.055 0.235 1,-2.328 0.262 2,-0.229 0.139-2,4.128 0.075 0,-0.114 0.154 0,-2.467 0.114 0,-0.475 0.069 1,-2.593-0.176 0,-0.721-0.343-1,3.699-0.713-1,-1.909-0.218 2,-1.922-0.032 1,-1.789 0.090 2,-1.572 0.161-2,-1.541-0.076-2,-0.162-0.414 1,0.434-0.411-1,-0.521 0.019 3,-0.571 0.168 0,4.360-0.671 1,-5.104 1.592-3,0.179 0.182-1,1.453 0.051 0,-0.427 0.229 0,-0.621 0.189 0,4.409 0.025 0,-4.185 0.299 0,0.190-0.924 0,0.579-2.258 6,-1.739 0.058-6,0.370 0.363 0,1.000 1.625-1,-0.950 0.857 2,1.711-0.668-1,1.415-1.271-2,1.429-0.361 1,0.547 0.148-1,-1.604 0.716 1,-0.546 0.673 1,-0.766 0.571 1,-1.347 0.360 2,1.108 0.220-2,0.726 0.076-2,0.723-0.031 0,-1.263-0.036 0,-0.179-0.021 2,0.889-0.013-1,-0.954-0.012 0,-0.649-0.008-1,-0.718-0.005 1,-0.617-0.002 2,-0.061 0.007-1,2.829 0.000 1,-0.040 0.000-2,-0.348 0.000-1,-1.059 0.000 0,0.901 0.000-1,1.857 0.000 1,0.275 0.000 2,-1.832 0.000-2,-0.181 0.000 2,-0.048 0.000 0,-1.678 0.000-2,0.552 0.000 1,-0.571 0.000 0,1.726 0.000 4,-1.893 0.000-4,0.335 0.000-2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5:0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10763.219 6630.000 767,'6.129'0.000'0,"0.836"0.000"0,0.441 0.000 0,-0.076 0.000 0,-0.174 0.000-3,0.415 0.000-5,2.094 0.000 7,-3.004 0.000 0,1.136 0.000 0,6.868 0.000-1,2.564 0.000-1,-2.536 0.000 0,1.303 0.000 0,3.370 0.000 0,0.425 0.000-1,0.784 0.000 0,1.002 0.000 0,5.362 0.000 2,-1.563 0.000 1,-8.586 0.000 2,-0.900 0.000-3,4.561 0.000 0,-2.651 0.000 0,-2.713 0.000 11,-2.337 0.000-5,-2.646 0.000 0,-2.284 0.000-1,2.589 0.000 2,-2.421 0.000-3,-1.785 0.000 1,0.579 0.000-1,0.541 0.000 0,0.896 0.000 0,3.323 0.000-1,5.765-0.283-6,3.528-0.471 0,2.662-0.300-1,1.919-0.164 0,5.537-0.227-1,1.896 0.035-1,-6.627 0.378 3,0.640 0.086 1,4.893-0.006 2,0.952 0.136 0,-3.668 0.206-1,0.350 0.100 1,7.792 0.008 3,-1.910 0.133-2,-5.471 0.129-2,-1.378 0.075 2,-1.756 0.061 2,-1.940 0.048-1,-2.265 0.037 9,-2.388 0.027-6,-2.363 0.019 0,-2.235 0.012 0,1.192 0.026 4,-3.915 0.002 2,-3.438-0.005-1,-2.851-0.008-4,0.277 0.025 0,0.471-0.025 0,0.701-0.055 4,0.063 0.000-8,0.719 0.000-2,1.619 0.000-1,3.983 0.000-1,2.527 0.000 0,2.420 0.000-1,2.229 0.000 1,2.272 0.000 0,2.195 0.000-1,2.037 0.000 0,1.829 0.000 0,6.101 0.000 0,1.969 0.000 1,-7.463 0.000 0,1.131 0.000 1,1.224 0.000 0,1.249 0.000 0,11.023 0.000-1,-0.016 0.000 2,-6.003 0.000 0,-1.419 0.000 0,-2.217 0.000 0,-2.682 0.000 0,1.153 0.000 3,-2.572 0.000 2,-8.700 0.000 3,-1.688 0.000 1,0.633 0.000 5,-2.407 0.000-10,-2.049 0.000 0,-1.699 0.000 3,-1.650 0.000 1,-1.540 0.000 3,1.025 0.000-5,-1.677 0.000-2,-1.333 0.000 2,-1.163 0.000-2,-0.968 0.000-1,-1.928 0.000-1,4.219 0.000 3,-3.036 0.000 0,-0.099 0.283-2,3.448 1.524 1,-4.083-0.590-2,1.562 0.227-2,0.371-0.035 0,-2.479-0.518 1,0.601-0.062 0,5.062 0.258-2,1.550-0.171 3,-1.925-0.307 0,1.222-0.099-2,5.421-0.007-1,1.242-0.133 0,-0.964-0.130 0,1.388-0.075 0,4.324-0.056 0,1.622-0.059 0,-4.646-0.037 1,1.321-0.020 0,1.268-0.014-1,1.181-0.010 0,4.934-0.013 0,1.017-0.004 0,4.708-0.006 0,0.272 0.002 0,-4.081 0.010 1,-0.159 0.005 0,0.387 0.288 0,0.756 0.476 2,0.136 0.305 0,-0.313 0.168 1,3.981 0.588 0,-0.064 0.547-3,-8.100-0.163 0,0.255 0.405 2,4.385 1.207 3,0.097 0.985-4,-0.352 0.477 1,-0.654 0.092-1,-0.839 0.097 1,-0.931 0.096 0,-4.713-0.838-1,-0.976-0.280 1,8.074 1.139 4,-3.052-0.890-1,-12.799-2.193-2,-0.755-0.323 1,8.685 0.568 4,-2.166-0.751 0,-7.789-0.679-2,-0.886 0.103-1,0.736 0.233 0,-1.277-0.051-1,-0.968-0.110 0,-0.701-0.147 0,0.481-0.047 1,-1.011-0.218 1,-2.830-0.359-3,-0.146-0.120 0,-0.184-0.110-1,-0.205-0.099 2,2.196-0.042-1,0.131-0.116-1,-0.662-0.094 0,0.727-0.056 1,0.327-0.042-1,0.025-0.030-1,0.376-0.021-1,0.608-0.013 1,0.744-0.006-1,0.806-0.002 3,0.530 0.002-1,0.308 0.004-2,0.700 0.005 0,0.947 0.007 1,1.078 0.006-1,1.121 0.007 2,3.236 0.004-2,0.527 0.007 0,-4.661 0.008 0,0.115 0.003 0,5.741 0.360 0,1.069 0.582 0,-4.808 0.213 2,0.522 0.490 1,3.495 0.918-1,0.572 0.649-3,0.150 0.312 0,-0.155 0.057 2,0.480 0.154 1,0.913 0.217-2,0.327-0.031 1,-0.104-0.207 2,0.159-0.039 0,0.339 0.083-4,0.169-0.118 1,0.039-0.255 1,0.511-0.340 4,0.821-0.386-4,0.440-0.399-1,0.146-0.391 3,-0.352-0.365-1,-0.689-0.331-2,-0.332-0.291 0,-0.063-0.248 1,0.415-0.206 2,0.736-0.167 2,0.082-0.130-1,-0.389-0.099-2,2.852-0.087-1,-0.715-0.057-2,-6.975 0.008 2,-0.297-0.010 0,6.027-0.041 5,-0.402 0.006-2,-9.566 0.059-2,-0.294 0.007 1,8.714-0.027 1,-0.242 0.020-2,-3.142 0.026 0,-0.121 0.014 2,2.821 0.009 1,-0.134 0.014-5,-2.710 0.013 1,0.431 0.008 1,-2.658-0.210 1,0.314-0.367-1,3.729-0.698-1,0.770-0.659 0,0.760-0.660 0,0.719-0.630 1,0.372-0.579-1,0.107-0.515-1,-0.369-0.163-1,-0.690 0.096 2,-0.604-0.007-1,-0.514-0.081 2,-0.991-0.128 0,-1.285-0.157 2,-1.149 0.113 2,-1.000 0.300-3,-1.411 0.419 0,-1.638 0.484 0,-1.439 0.225 4,-1.229 0.029-2,1.063-0.556-2,-2.057 0.147 6,-1.979 0.178-3,-1.794 0.187-2,-1.551 0.179-1,-1.450 0.326-1,-1.285 0.398 0,3.002-1.096 3,-2.739 1.314 5,-0.230-0.085-3,0.868-0.820-5,-0.723-0.786-1,-1.634-0.539 1,-0.740-0.500 1,1.003 0.304 1,1.434 2.641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5:0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1703.219 7062.000 767,'9.322'0.000'0,"7.661"0.442"-8,-2.097 0.692 4,-4.840-0.165 1,1.243 0.359 0,6.095 1.164-2,1.972 0.679 0,4.832 1.177 0,1.977 0.626 1,-1.388-0.170 1,1.611 0.329-1,-1.857-0.431 0,1.708 0.204 1,6.160 0.952 0,2.170 0.186-1,1.895-0.153 1,1.610-0.386-1,2.179-0.535 0,2.483-0.615-1,7.893-0.270-1,1.568-0.794 4,-4.595-0.945-2,1.442-0.523-1,-4.949-0.579 1,1.458-0.307 1,1.612-0.264 1,1.668-0.222 0,17.397 0.544 0,2.673 0.937-2,-7.213 0.194 1,-0.330 0.191-1,-0.299 0.027-1,-0.263-0.091-1,6.957 0.065 0,-1.255-0.285 9,-8.365-0.474 3,-0.607-0.250-6,-0.316-0.240 1,-0.094-0.221 1,-7.087-0.257 0,0.399-0.135 0,8.611-0.087 0,1.612-0.126-3,1.400-0.101 1,1.183-0.079-1,0.690-0.059 0,0.306-0.042-4,0.018-0.028-1,-0.187-0.017 3,-0.325-0.008 2,-0.407-0.001 1,-8.475 0.014 0,-0.449 0.005 1,7.032-0.002 1,-1.161 0.009-1,5.399 0.004 0,-2.856 0.012 2,-9.204 0.015-1,-1.848 0.008 0,-1.776 0.007 0,-1.641 0.006 4,3.470 0.004 0,-3.042 0.005-1,-12.761 0.003-2,-1.654 0.002 0,3.653 0.001 0,-0.707 0.001 2,-0.282 0.000 2,0.034 0.000 0,0.256 0.000-4,0.403 0.000-4,0.489 0.000-1,0.526-0.000 1,0.246-0.000 0,0.035 0.000-1,0.165-0.000 1,0.250-0.000 0,0.299-0.000 0,0.320 0.000 1,-0.246-0.000 1,-0.637 0.000-2,-1.168 0.000 0,-1.492-0.000 1,-1.935 0.000-1,-2.159 0.000 2,-2.216 0.000 1,-2.153 0.000 2,3.435 0.000 2,-3.724-0.000 1,-12.061 0.000-2,-0.531 0.000-1,9.546 0.000 2,-3.122 0.000 3,-3.397 0.000-8,-5.060 0.000 0,-1.924 0.000-1,-0.530 0.000 4,-2.685 0.000 1,1.422 0.000 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5:0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6239.219 7242.000 767,'9.897'0.000'0,"0.544"0.000"0,0.043 0.000 0,2.880 0.000-13,2.834 0.000 9,2.668 0.000 0,10.272 0.442-3,5.386 0.692-1,-12.212-0.165 4,1.934 0.359-1,11.614 0.881-1,2.804 0.208-1,3.002 0.034-1,3.001-0.091 2,9.203 0.072 0,2.812-0.296 0,-10.894-0.673 0,2.219-0.201 1,17.534 0.037-2,2.608-0.296 1,-14.373-0.380 2,0.802-0.140 0,1.229-0.123 1,1.503-0.104-1,19.110-0.071-3,1.585-0.108 6,1.071-0.078 3,0.660-0.053-7,-17.512-0.007 0,0.724-0.012 1,1.301-0.007 0,1.686-0.002 3,22.359-0.021 1,2.481 0.008 0,-9.081 0.020 1,0.825 0.010-7,0.657 0.010 0,0.507 0.010-1,0.093 0.009 1,-0.207 0.008 6,-0.409 0.007 1,-0.534 0.006-1,-10.570 0.006 0,0.250 0.003 0,20.592 0.002 2,-1.650 0.003 0,-11.927 0.002 0,-1.618 0.001-2,-1.421 0.001-1,-1.214 0.000 3,-1.574 0.000 0,-1.757-0.000 3,-1.804 0.000 1,-1.752-0.000-4,-1.634-0.000 0,-1.472 0.000 2,-1.853-0.000 0,-2.036-0.000 0,-2.071-0.000 0,-1.999 0.000-2,-1.570-0.000 1,-1.190 0.000 1,-1.430 0.000 2,-1.533-0.000-2,-1.817 0.000 0,-1.934 0.000-3,-1.926 0.000 0,-1.828 0.000 2,-1.957 0.000 1,-1.955 0.000 1,-2.429 0.000 0,-2.649 0.000-2,0.966-0.000 1,-3.360 0.000 0,-9.338 0.000-1,-1.984 0.000 3,6.209 0.000 3,-4.969 0.000-2,-4.605 0.000-1,-6.606 0.000 0,-1.777 0.000 0,-1.183 0.000 0,-1.509 0.000 2,3.252 0.000 2,-2.966 0.000-9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5:0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9971.219 6510.000 767,'-6.085'0.000'0,"-0.685"0.000"0,0.138 0.000 0,-3.508 0.000-8,2.720 0.000 7,0.543 0.000 0,-1.012 0.000 0,-2.875 0.283 0,-1.868 0.471-3,-1.019 0.300 0,-0.363 0.164 1,-0.730 0.342 2,-0.956 0.453-2,-0.506 0.228 0,-0.162 0.057 0,-2.647 0.559 5,-0.704 0.372-4,4.590-0.465 0,0.484 0.305 1,-4.900 1.555 2,1.878-0.187-2,7.650-1.935 0,0.404-0.192 0,-2.471 0.675 2,0.810 0.076 5,0.386 0.089-1,1.177-0.238-4,1.174-0.320 1,1.109-0.360-1,1.668-0.427 0,0.042 0.126 0,-1.420 0.592 1,0.392-0.123-1,0.488-0.226 0,0.524-0.283 0,-2.686 1.303 0,0.028 1.143-1,-0.436 1.596 2,2.791-1.519-1,-0.180-0.040-1,-0.108 0.070-1,-0.054 0.140 0,0.980-0.368 0,0.448 0.185 0,0.270 0.207 1,0.129 0.213 0,-3.437 4.110 1,3.238-3.203 0,-0.167 0.669-1,0.484-0.450-1,-0.154 0.264 1,-1.227 2.446-1,0.403 0.653-1,0.788-0.559 1,0.068 0.492 0,0.264 0.197 0,0.390-0.021 1,0.461 0.106-1,0.490 0.192 0,0.205 0.527 1,-0.007 0.741 0,-0.695 4.349 2,0.425-0.191-3,0.515-0.716-1,0.923-4.252 1,0.285-0.656-1,0.265-0.351 2,0.237-0.116 0,0.206-0.226 0,0.175-0.295 7,0.145-0.046-5,0.115 0.133-3,0.372 0.253 1,0.537 0.329 1,0.630 0.083-1,0.666-0.096 0,0.660-0.218-1,0.626-0.295 0,0.570-0.054 0,0.505 0.121 1,0.152-0.043 0,-0.107-0.158 1,-0.004-0.515-1,0.071-0.745-1,0.717 0.521 0,0.147-0.013 1,-1.114-1.584 1,0.124 0.319 2,0.824 0.936-2,0.177-0.349-2,0.154-0.300 0,0.131-0.252 1,0.848 0.559-1,0.061-0.243 1,-1.461-1.658 1,0.033-0.069-1,1.094 0.708 1,0.523-0.013-1,0.336-0.284 0,0.187-0.464 0,0.071-0.571 0,-0.014-0.619-1,0.491-0.625 0,0.828-0.600 1,1.672-0.365 1,0.137-0.611 1,-1.021-0.596-3,0.222-0.341-1,-0.573-0.093 1,1.014 0.194 0,4.617 0.794 2,1.358 0.628-2,-0.975 0.256-1,0.716 0.526-1,-1.513 0.009 1,0.481 0.399-1,9.641 2.415 0,0.135-0.267 2,0.438-0.175-1,3.413 0.320 1,-0.915-0.650 0,-1.452-0.284 0,-5.730-1.121-1,-1.044-0.284 2,-0.804-0.364 0,-0.596-0.404 1,-0.985-0.413-1,-1.216-0.400 1,-1.040-0.373 3,-0.866-0.334-3,2.353-0.170 0,-1.006-0.364 5,-6.530-0.344-5,-0.441-0.085 0,3.178-0.071 0,-0.933-0.116 0,-2.638-0.045-1,-0.090-0.033 2,3.561-0.096 2,-0.894-0.016-3,-1.083 0.007-1,-2.847 0.059 0,-0.397 0.015 0,1.673-0.011 0,-0.183 0.028 2,-0.072 0.025 1,4.531-0.002-3,-5.479-0.229-1,0.188-0.463 0,0.384-0.293 1,0.506-0.159 0,0.568-0.338 0,0.586-0.450-1,1.457-1.253 1,-0.002-1.198-2,-1.981 0.446 1,0.563-0.479 0,1.955-1.464-1,0.562-0.870 1,0.433-0.581 0,0.322-0.347 0,-0.056-0.447-1,-0.321-0.497 0,-0.778-0.509 1,-1.066-0.494-1,0.544-2.704 2,-1.985 0.295 0,-3.870 4.598 1,-0.368-0.631 0,0.671-3.776 1,-0.730-0.759 1,-0.713-0.791-2,-0.666-0.777-3,-0.601-0.729 0,-0.527-0.662 1,-0.448-0.865 0,-0.373-0.969-1,-0.301-0.432 1,-0.234-0.029 0,-0.198-2.630-1,-0.152-0.467 0,-0.428-2.356 0,-0.517 0.532 4,-0.545 0.845-3,-0.104 5.503 0,-0.507 1.279 0,-0.538 1.346 0,-0.535 1.330 1,-0.508 1.256-1,-0.464 1.144 6,-0.129 1.010 4,0.116 0.868-6,-0.892-0.117 0,-0.646 0.763-2,1.746 2.816 2,-0.206 0.183-2,-2.612-2.077 0,-0.261 0.205-2,0.429 0.855 1,-0.509 0.079 0,-3.794-1.626 0,-1.265 0.410-1,-1.088 0.486 0,0.351 1.121-1,-0.235 0.847 0,5.450 1.884 0,0.157 0.024 1,-2.259-0.661-1,0.397 0.251 2,1.319 0.593 2,-0.041 0.260 1,-2.633-0.127-1,-0.252 0.422 0,0.779 0.493-2,-0.686 0.273 0,-0.251 0.238-1,0.071 0.202 0,-1.743 0.150 0,-0.530 0.162 0,4.221 0.109 0,-0.449 0.043 0,-4.563 0.062 3,0.088 0.045-4,0.497 0.026 1,0.755 0.012 0,0.987 0.276 0,-0.123 0.466 0,0.198 0.291 0,0.419 0.152 1,-2.440 0.843 1,0.414 0.612 1,5.691-0.882-1,0.278 0.287 0,-1.766 1.305 2,0.967 0.531-3,0.515 0.472-1,0.169 0.408 2,-2.491 1.947 1,0.594-0.541 0,1.866-1.307-2,0.634-0.479-1,1.531-1.030 2,-1.443 0.820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05:1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10403.219 7266.000 767,'8.911'0.000'0,"-2.147"0.000"-5,3.086 0.000 2,3.854 0.000 0,3.665 0.000-2,-3.172 0.000 2,2.527 0.000 0,2.804 0.000-1,2.907 0.000-1,7.815 0.000-2,4.686 0.000 1,9.367 0.000-2,3.602 0.000-1,-8.736 0.000 2,2.180 0.000 0,15.263 0.000-4,2.177 0.000 4,-5.878 0.000 2,0.234 0.000 1,-6.484 0.000 1,0.384 0.000 0,6.574 0.000-1,-0.934 0.000 3,-1.168 0.000 4,-1.281 0.000-2,-1.300 0.000-1,-1.252 0.000 1,3.777 0.000 4,-2.756 0.000-2,-12.191 0.000 0,-0.826 0.000-1,4.589 0.000 1,-0.281 0.000 2,-0.672 0.000 1,-0.917 0.000-4,-0.484 0.000 0,-0.151 0.000-3,-0.192 0.000-1,-0.211 0.000 5,-4.618 0.000 0,0.373 0.000-4,10.454 0.000 0,0.575 0.000 2,0.261 0.000-1,0.033 0.000-2,-9.951 0.000 1,0.215 0.000-1,5.229 0.000 0,0.008 0.000 2,-0.464 0.000 0,-0.776 0.000 1,-0.681 0.000 0,-0.580 0.000-1,-0.764 0.000-1,-0.858 0.000 3,-0.886 0.000 1,-0.863 0.000-2,-1.089 0.000 0,-1.199 0.000 1,1.713 0.000 1,-2.811 0.000-2,-7.993 0.000 1,-0.614 0.000 0,2.361 0.000 1,-0.868 0.000 4,-0.598-0.283-1,-0.377-0.471-5,-0.202-0.583-1,-0.069-0.635 1,-2.551-0.245 1,0.548-0.504-2,6.703-1.596-1,0.427-0.654 1,-2.986 0.437-1,0.024 0.131-1,-0.006 0.301 0,-0.027 0.407 1,0.242 0.464-1,0.422 0.483 3,-0.035 0.473 0,-0.359 0.444 0,3.082 0.281-1,0.124 0.437-1,-2.939 0.409-1,0.353 0.237 5,-2.592 0.204-2,0.909 0.119-2,4.567 0.102-1,0.929 0.089 2,0.700 0.061-1,0.506 0.039-1,4.229 0.044-1,0.019 0.006 0,-7.851-0.049 2,-0.002-0.009 0,3.974 0.005 0,0.072-0.018 1,3.511-0.008 0,-0.846-0.023 2,-8.126-0.035-1,-0.563-0.012-2,3.236-0.007 1,-0.123-0.012 0,0.011-0.293 3,0.106-0.479 0,3.001-0.480-1,-1.115-0.189-3,-7.097 0.070 0,-0.079-0.350 0,5.756-0.814 1,-1.481-0.075 2,-6.714 0.419 1,-0.399-0.254-3,2.078-0.762 0,-1.013-0.430 1,-1.143-0.136 5,-1.182 0.079-6,-1.437 0.229 1,-1.550 0.325 0,-0.992 0.377 1,-0.549 0.398 1,-0.489 0.393 1,-0.425 0.372 3,0.837 0.232-6,-1.026 0.369-2,-3.344 0.401 1,-0.257 0.159 1,0.932 0.117-1,-0.496 0.138 3,2.161 0.137-1,-1.357 0.117-1,-1.393 0.063-1,-2.663-0.027 1,0.005 0.003 0,1.984 0.040 1,-0.513-0.020-1,-0.655-0.026 0,4.103 0.036-1,-5.276-0.108 1,0.112-0.019-1,0.194-0.015 2,4.102-0.003-2,-3.518-0.022-1,-0.274-0.006 0,-0.407-0.003 1,2.842-0.005 2,0.088-0.001-3,-3.020 0.004 2,-0.168 0.001 0,4.565-0.002-1,-1.116 0.003-1,-0.869 0.001 1,-1.245 0.001 0,-1.101 0.001 0,2.695 0.000 1,-1.094 0.000 2,-0.431-0.000-4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27:5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13007.219 8994.000 767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28:0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9827.219 1554.000 767,'8.680'0.000'0,"-0.756"0.000"0,1.617 0.000 0,-2.735 0.000 0,3.703 0.000 0,1.397 0.000-15,4.961 0.000 11,10.137 0.000-1,7.905 0.000-2,14.772 0.000-5,9.442 0.000-3,0.211 0.000 1,6.556 0.000-2,6.370 0.000 0,5.937 0.000 1,5.065 0.000 0,4.208 0.000 3,-8.766 0.000 3,1.813 0.000-1,12.590 0.000 0,-0.504 0.000 1,-1.896 0.000 4,-2.796 0.000 0,5.730 0.000 6,-6.635 0.000 0,-23.673-0.216 3,-4.014-0.371 1,9.163-0.591 6,-8.633-0.216 2,-13.516-0.177 2,-6.507-0.445-2,-6.227-0.505-2,-5.734-0.523 2,-7.398 0.205 12,-3.451-0.029-7,-0.061-0.684-2,-3.982 0.303 11,-4.980 0.747-22,-1.856-0.108-2,-0.908-0.723-3,-0.605-2.574 1,-6.658-0.589 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28:0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10079.219 2262.000 767,'11.278'0.000'0,"-2.325"0.000"0,3.819 0.000 0,4.380 0.000-15,4.573 0.000 9,9.118 0.000-1,6.067 0.000-2,0.228 0.000 0,4.160 0.000 0,-1.787 0.000 0,3.697 0.000 1,10.858 0.000-2,3.898 0.000 1,2.872 0.000 2,2.005 0.000-1,9.135 0.000-1,-0.207 0.000 0,-1.916 0.000 2,-2.956 0.000 4,-24.166 0.000 2,-1.801 0.000 1,16.279 0.000 3,-4.812 0.000 1,-15.285 0.000 4,-3.847 0.000-2,10.010 0.000 10,-8.223 0.000-6,-12.638 0.000-5,-4.275 0.000 23,-3.771 0.000-20,-3.223 0.000 0,-3.163 0.000 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28:0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14399.219 3138.000 767,'6.042'-1.565'0,"9.293"-2.526"0,-2.088 0.857 0,3.036-0.346-15,2.525-0.078 9,2.325 0.117 0,2.073 0.250 0,4.459 0.010-1,0.477 0.481 2,-3.067 0.700 2,-0.009 0.376 0,-3.393 0.482 1,-0.326 0.245-1,2.007 0.143 5,-1.561 0.244-1,-1.572 0.202 0,-1.507 0.163 0,0.581 0.131 1,-1.624 0.116 0,-0.104 0.097 8,-2.028 0.054-6,-1.853 0.024-1,-3.859-0.034-1,-0.979-0.006-1,0.412 0.004 0,-0.306-0.018 1,-0.732-0.029 4,0.648-0.015-3,-0.644-0.021-3,0.485-0.010-1,2.721-0.006 0,1.927-0.011-1,4.398-0.008 0,2.574-0.010 0,-2.685-0.007-1,2.251-0.004-2,6.084-0.003 0,3.062-0.003 0,2.791-0.001 0,2.466-0.001 0,11.002-0.002-2,0.426 0.000 0,-18.293 0.003 2,0.386 0.000 2,19.990-0.002-2,0.053 0.001 4,-18.972-0.157 2,0.803-0.279 0,15.924-1.044 0,-0.563-0.826-3,-5.450-0.358-1,-0.204-0.595 2,-0.589-0.552 0,-0.834-0.496 1,-0.688-0.433 2,-0.550-0.367-2,3.694-1.381 1,-1.229-0.830 2,-9.332 1.336 0,-0.242-0.219-3,3.732-1.090 1,-0.799-0.084 0,-4.600 0.927 0,-0.321 0.020 1,3.463-0.880-2,-0.681 0.090 2,-0.789 0.122 0,-0.826 0.139-1,1.854-0.688 0,-2.295 0.222 0,-4.867 1.011 0,-1.480 0.152 1,-3.922 0.876-1,-1.094 0.047 3,3.207-1.507 3,-1.607 0.064-4,-5.248 1.346 0,-1.098-0.358 0,0.104-1.188 0,-1.758-0.209-2,0.422-2.731 2,-2.842-0.043-1,-2.438 0.138 1,-2.553 2.969 0,-0.945 0.688-1,0.064-5.149-2,-2.713 3.708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4:28:0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8183.219 2982.000 767,'8.467'0.000'0,"4.447"-1.294"0,-2.880-0.286-9,4.998-1.230 5,6.876-1.252-1,8.033-1.223-3,16.369-1.700-4,12.083-0.344-3,14.616 0.101-4,15.732 0.412-3,16.633 0.615-5,16.490 0.730 1,34.992 0.300-8,16.169 0.974-1,-32.236 1.482 7,5.414 0.509 3,49.408 0.131-9,3.157 0.638 7,-45.506 0.632 8,-1.981 0.263 4,17.635 0.205 16,-5.701 0.217-2,11.612 0.188-4,-10.285 0.133 11,-27.855 0.039 16,-9.581 0.032-5,-9.984 0.010-3,-9.801-0.006 3,-10.057-0.300 0,-9.765-0.495 8,-18.769-0.187-2,-7.688-0.163-2,-1.385-0.242-1,-9.724-0.032 1,-17.701 0.303-6,10.498-0.591 15,-14.061 0.204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BBFDF-A015-40FC-B865-D0A887FAC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F3F9B-F01F-4193-B8A6-D179BD76336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3F3F9B-F01F-4193-B8A6-D179BD7633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414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1341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fld id="{D4F0650E-4764-4DD5-A561-658BAC753D3E}" type="slidenum">
              <a:rPr lang="zh-CN" altLang="en-US" sz="1200" b="0" smtClean="0"/>
            </a:fld>
            <a:endParaRPr lang="en-US" altLang="zh-CN" sz="1200" b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565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15565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fld id="{B8E6625A-9B71-4BDC-91C1-D4226151E34E}" type="slidenum">
              <a:rPr lang="zh-CN" altLang="en-US" sz="1200" b="0" smtClean="0"/>
            </a:fld>
            <a:endParaRPr lang="en-US" altLang="zh-CN" sz="1200" b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4.png"/><Relationship Id="rId18" Type="http://schemas.openxmlformats.org/officeDocument/2006/relationships/image" Target="../media/image3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emf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customXml" Target="../ink/ink5.xml"/><Relationship Id="rId8" Type="http://schemas.openxmlformats.org/officeDocument/2006/relationships/image" Target="../media/image24.png"/><Relationship Id="rId7" Type="http://schemas.openxmlformats.org/officeDocument/2006/relationships/customXml" Target="../ink/ink4.xml"/><Relationship Id="rId6" Type="http://schemas.openxmlformats.org/officeDocument/2006/relationships/image" Target="../media/image23.png"/><Relationship Id="rId5" Type="http://schemas.openxmlformats.org/officeDocument/2006/relationships/customXml" Target="../ink/ink3.xml"/><Relationship Id="rId4" Type="http://schemas.openxmlformats.org/officeDocument/2006/relationships/image" Target="../media/image22.png"/><Relationship Id="rId3" Type="http://schemas.openxmlformats.org/officeDocument/2006/relationships/customXml" Target="../ink/ink2.xml"/><Relationship Id="rId2" Type="http://schemas.openxmlformats.org/officeDocument/2006/relationships/image" Target="../media/image21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6.png"/><Relationship Id="rId11" Type="http://schemas.openxmlformats.org/officeDocument/2006/relationships/customXml" Target="../ink/ink6.xml"/><Relationship Id="rId10" Type="http://schemas.openxmlformats.org/officeDocument/2006/relationships/image" Target="../media/image25.png"/><Relationship Id="rId1" Type="http://schemas.openxmlformats.org/officeDocument/2006/relationships/customXml" Target="../ink/ink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customXml" Target="../ink/ink11.xml"/><Relationship Id="rId8" Type="http://schemas.openxmlformats.org/officeDocument/2006/relationships/image" Target="../media/image35.png"/><Relationship Id="rId7" Type="http://schemas.openxmlformats.org/officeDocument/2006/relationships/customXml" Target="../ink/ink10.xml"/><Relationship Id="rId6" Type="http://schemas.openxmlformats.org/officeDocument/2006/relationships/image" Target="../media/image34.png"/><Relationship Id="rId55" Type="http://schemas.openxmlformats.org/officeDocument/2006/relationships/slideLayout" Target="../slideLayouts/slideLayout2.xml"/><Relationship Id="rId54" Type="http://schemas.openxmlformats.org/officeDocument/2006/relationships/image" Target="../media/image24.png"/><Relationship Id="rId53" Type="http://schemas.openxmlformats.org/officeDocument/2006/relationships/customXml" Target="../ink/ink33.xml"/><Relationship Id="rId52" Type="http://schemas.openxmlformats.org/officeDocument/2006/relationships/image" Target="../media/image57.png"/><Relationship Id="rId51" Type="http://schemas.openxmlformats.org/officeDocument/2006/relationships/customXml" Target="../ink/ink32.xml"/><Relationship Id="rId50" Type="http://schemas.openxmlformats.org/officeDocument/2006/relationships/image" Target="../media/image56.png"/><Relationship Id="rId5" Type="http://schemas.openxmlformats.org/officeDocument/2006/relationships/customXml" Target="../ink/ink9.xml"/><Relationship Id="rId49" Type="http://schemas.openxmlformats.org/officeDocument/2006/relationships/customXml" Target="../ink/ink31.xml"/><Relationship Id="rId48" Type="http://schemas.openxmlformats.org/officeDocument/2006/relationships/image" Target="../media/image55.png"/><Relationship Id="rId47" Type="http://schemas.openxmlformats.org/officeDocument/2006/relationships/customXml" Target="../ink/ink30.xml"/><Relationship Id="rId46" Type="http://schemas.openxmlformats.org/officeDocument/2006/relationships/image" Target="../media/image54.png"/><Relationship Id="rId45" Type="http://schemas.openxmlformats.org/officeDocument/2006/relationships/customXml" Target="../ink/ink29.xml"/><Relationship Id="rId44" Type="http://schemas.openxmlformats.org/officeDocument/2006/relationships/image" Target="../media/image53.png"/><Relationship Id="rId43" Type="http://schemas.openxmlformats.org/officeDocument/2006/relationships/customXml" Target="../ink/ink28.xml"/><Relationship Id="rId42" Type="http://schemas.openxmlformats.org/officeDocument/2006/relationships/image" Target="../media/image52.png"/><Relationship Id="rId41" Type="http://schemas.openxmlformats.org/officeDocument/2006/relationships/customXml" Target="../ink/ink27.xml"/><Relationship Id="rId40" Type="http://schemas.openxmlformats.org/officeDocument/2006/relationships/image" Target="../media/image51.png"/><Relationship Id="rId4" Type="http://schemas.openxmlformats.org/officeDocument/2006/relationships/image" Target="../media/image33.png"/><Relationship Id="rId39" Type="http://schemas.openxmlformats.org/officeDocument/2006/relationships/customXml" Target="../ink/ink26.xml"/><Relationship Id="rId38" Type="http://schemas.openxmlformats.org/officeDocument/2006/relationships/image" Target="../media/image50.png"/><Relationship Id="rId37" Type="http://schemas.openxmlformats.org/officeDocument/2006/relationships/customXml" Target="../ink/ink25.xml"/><Relationship Id="rId36" Type="http://schemas.openxmlformats.org/officeDocument/2006/relationships/image" Target="../media/image49.png"/><Relationship Id="rId35" Type="http://schemas.openxmlformats.org/officeDocument/2006/relationships/customXml" Target="../ink/ink24.xml"/><Relationship Id="rId34" Type="http://schemas.openxmlformats.org/officeDocument/2006/relationships/image" Target="../media/image48.png"/><Relationship Id="rId33" Type="http://schemas.openxmlformats.org/officeDocument/2006/relationships/customXml" Target="../ink/ink23.xml"/><Relationship Id="rId32" Type="http://schemas.openxmlformats.org/officeDocument/2006/relationships/image" Target="../media/image47.png"/><Relationship Id="rId31" Type="http://schemas.openxmlformats.org/officeDocument/2006/relationships/customXml" Target="../ink/ink22.xml"/><Relationship Id="rId30" Type="http://schemas.openxmlformats.org/officeDocument/2006/relationships/image" Target="../media/image46.png"/><Relationship Id="rId3" Type="http://schemas.openxmlformats.org/officeDocument/2006/relationships/customXml" Target="../ink/ink8.xml"/><Relationship Id="rId29" Type="http://schemas.openxmlformats.org/officeDocument/2006/relationships/customXml" Target="../ink/ink21.xml"/><Relationship Id="rId28" Type="http://schemas.openxmlformats.org/officeDocument/2006/relationships/image" Target="../media/image45.png"/><Relationship Id="rId27" Type="http://schemas.openxmlformats.org/officeDocument/2006/relationships/customXml" Target="../ink/ink20.xml"/><Relationship Id="rId26" Type="http://schemas.openxmlformats.org/officeDocument/2006/relationships/image" Target="../media/image44.png"/><Relationship Id="rId25" Type="http://schemas.openxmlformats.org/officeDocument/2006/relationships/customXml" Target="../ink/ink19.xml"/><Relationship Id="rId24" Type="http://schemas.openxmlformats.org/officeDocument/2006/relationships/image" Target="../media/image43.png"/><Relationship Id="rId23" Type="http://schemas.openxmlformats.org/officeDocument/2006/relationships/customXml" Target="../ink/ink18.xml"/><Relationship Id="rId22" Type="http://schemas.openxmlformats.org/officeDocument/2006/relationships/image" Target="../media/image42.png"/><Relationship Id="rId21" Type="http://schemas.openxmlformats.org/officeDocument/2006/relationships/customXml" Target="../ink/ink17.xml"/><Relationship Id="rId20" Type="http://schemas.openxmlformats.org/officeDocument/2006/relationships/image" Target="../media/image41.png"/><Relationship Id="rId2" Type="http://schemas.openxmlformats.org/officeDocument/2006/relationships/image" Target="../media/image32.png"/><Relationship Id="rId19" Type="http://schemas.openxmlformats.org/officeDocument/2006/relationships/customXml" Target="../ink/ink16.xml"/><Relationship Id="rId18" Type="http://schemas.openxmlformats.org/officeDocument/2006/relationships/image" Target="../media/image40.png"/><Relationship Id="rId17" Type="http://schemas.openxmlformats.org/officeDocument/2006/relationships/customXml" Target="../ink/ink15.xml"/><Relationship Id="rId16" Type="http://schemas.openxmlformats.org/officeDocument/2006/relationships/image" Target="../media/image39.png"/><Relationship Id="rId15" Type="http://schemas.openxmlformats.org/officeDocument/2006/relationships/customXml" Target="../ink/ink14.xml"/><Relationship Id="rId14" Type="http://schemas.openxmlformats.org/officeDocument/2006/relationships/image" Target="../media/image38.png"/><Relationship Id="rId13" Type="http://schemas.openxmlformats.org/officeDocument/2006/relationships/customXml" Target="../ink/ink13.xml"/><Relationship Id="rId12" Type="http://schemas.openxmlformats.org/officeDocument/2006/relationships/image" Target="../media/image37.png"/><Relationship Id="rId11" Type="http://schemas.openxmlformats.org/officeDocument/2006/relationships/customXml" Target="../ink/ink12.xml"/><Relationship Id="rId10" Type="http://schemas.openxmlformats.org/officeDocument/2006/relationships/image" Target="../media/image36.png"/><Relationship Id="rId1" Type="http://schemas.openxmlformats.org/officeDocument/2006/relationships/customXml" Target="../ink/ink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1.png"/><Relationship Id="rId7" Type="http://schemas.openxmlformats.org/officeDocument/2006/relationships/customXml" Target="../ink/ink37.xml"/><Relationship Id="rId6" Type="http://schemas.openxmlformats.org/officeDocument/2006/relationships/image" Target="../media/image60.png"/><Relationship Id="rId5" Type="http://schemas.openxmlformats.org/officeDocument/2006/relationships/customXml" Target="../ink/ink36.xml"/><Relationship Id="rId4" Type="http://schemas.openxmlformats.org/officeDocument/2006/relationships/image" Target="../media/image59.png"/><Relationship Id="rId3" Type="http://schemas.openxmlformats.org/officeDocument/2006/relationships/customXml" Target="../ink/ink35.xml"/><Relationship Id="rId2" Type="http://schemas.openxmlformats.org/officeDocument/2006/relationships/image" Target="../media/image58.png"/><Relationship Id="rId1" Type="http://schemas.openxmlformats.org/officeDocument/2006/relationships/customXml" Target="../ink/ink3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章存储器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01" y="2409092"/>
            <a:ext cx="9601196" cy="3466776"/>
          </a:xfrm>
        </p:spPr>
        <p:txBody>
          <a:bodyPr/>
          <a:lstStyle/>
          <a:p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本章重点：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存储器的层次结构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主存与</a:t>
            </a: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的连接</a:t>
            </a:r>
            <a:endParaRPr lang="en-US" altLang="zh-CN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多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模块存储器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endParaRPr lang="en-US" altLang="zh-CN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虚拟存储器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55783" y="633045"/>
            <a:ext cx="10386647" cy="5767754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存储器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的层次结构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寄存器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-&gt;Cache-&gt;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主存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-&gt;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辅存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-&gt;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外存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Cache-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主存：解决了主存与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速度不匹配的问题。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主存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辅存：实现虚拟存储系统，解决了主存容量不够的问题。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注意：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辅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存中的数据要调入到主存才能被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访问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存储器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的分类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按照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存取方式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随机存取存储器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），如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内存</a:t>
            </a:r>
            <a:endParaRPr lang="en-US" altLang="zh-CN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顺序存取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存储器（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SAM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），如磁带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直接存取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存储器（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DAM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），如磁盘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相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联存储器（可按内容访问的存储器，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CAM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），如快表。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按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信息是否可改：分为读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写存储器和只读存储器（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ROM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断电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后是否消失：分为易失性存储器，如内存、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；非易失性存储器，如磁盘、光盘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存储器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的性能指标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存储容量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：存储字数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字长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单位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成本：每位价格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总成本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总容量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存储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速度：数据传输率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数据的宽带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存储周期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存储周期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存取时间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恢复时间</a:t>
            </a:r>
            <a:b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6477" y="732692"/>
            <a:ext cx="10070120" cy="5533292"/>
          </a:xfrm>
        </p:spPr>
        <p:txBody>
          <a:bodyPr/>
          <a:lstStyle/>
          <a:p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主存储器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SRAM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DRAM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的特点；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DRAM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的刷新方式；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(DRAM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的地址引脚数会时分复用）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主存储器与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连接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位扩展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法：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的数据线与存储芯片的数据位数不相等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，使用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多个存储器件对字长进行扩位。每个存储器的数据线都并行连接在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的数据总线上，而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地址线则是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串行相连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。由信号</a:t>
            </a:r>
            <a:r>
              <a:rPr lang="en-US" altLang="zh-CN" sz="1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来控制使用哪个存储芯片。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br>
              <a:rPr lang="zh-CN" altLang="en-US" dirty="0"/>
            </a:br>
            <a:br>
              <a:rPr lang="zh-CN" altLang="en-US" dirty="0"/>
            </a:b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9337" y="2801816"/>
            <a:ext cx="6570785" cy="34172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7506" y="650631"/>
            <a:ext cx="10410093" cy="5486400"/>
          </a:xfrm>
        </p:spPr>
        <p:txBody>
          <a:bodyPr/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字扩展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法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原理：当主存储器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位数够而字数不够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，通过字扩展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的方法来扩展主存储器，将多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个位数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相同的存储芯片并联起来，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增加字数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，并且存储空间是连续的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。可能需要译码器来控制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存储器的个数，如有两位地址线连接了译码器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译码器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可以控制 </a:t>
            </a:r>
            <a:r>
              <a:rPr lang="en-US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2^2 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）个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存储器。</a:t>
            </a:r>
            <a:endParaRPr lang="zh-CN" altLang="en-US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注意：地址译码的方案（线选法；门电路；译码器；可编程逻辑器件）</a:t>
            </a:r>
            <a:br>
              <a:rPr lang="zh-CN" altLang="en-US" dirty="0"/>
            </a:br>
            <a:br>
              <a:rPr lang="zh-CN" altLang="en-US" dirty="0"/>
            </a:b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4615" y="2551600"/>
            <a:ext cx="6858000" cy="3114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99" y="667443"/>
            <a:ext cx="10961077" cy="5225237"/>
          </a:xfrm>
        </p:spPr>
        <p:txBody>
          <a:bodyPr>
            <a:norm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多模块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存储器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双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端口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RAM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；单体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多字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存储器；</a:t>
            </a:r>
            <a:endParaRPr lang="en-US" altLang="zh-CN" sz="1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</a:t>
            </a:r>
            <a:r>
              <a:rPr lang="zh-CN" altLang="en-US" sz="1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体交叉存储器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（重点</a:t>
            </a:r>
            <a:r>
              <a:rPr lang="zh-CN" altLang="en-US" sz="1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1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每个模块都有相同的容量和存取速度，各模块都有独立的读写控制电路，地址寄存器，和数据寄存器，既能并行工作，又能交叉工作（一个模块进入恢复时间，另一个模块进行存取）</a:t>
            </a:r>
            <a:r>
              <a:rPr lang="zh-CN" altLang="en-US" sz="1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4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高位交叉中，由于下一个访问的地址还是在这个存储体上，所以必须等到恢复时间结束后才能继续访问，故不能并行访问。效果也仅仅是扩容。而在低位交叉编制中，下一个访问地址不在同一个存储体上，所以可以交叉访问，不仅扩容还加快了访问速度</a:t>
            </a:r>
            <a:r>
              <a:rPr lang="zh-CN" altLang="en-US" sz="1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。当块数</a:t>
            </a:r>
            <a:r>
              <a:rPr lang="en-US" altLang="zh-CN" sz="1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 ≥ T/r</a:t>
            </a:r>
            <a:r>
              <a:rPr lang="zh-CN" altLang="en-US" sz="1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时，能达到最佳存储效率。</a:t>
            </a:r>
            <a:r>
              <a:rPr lang="en-US" altLang="zh-CN" sz="1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lang="zh-CN" altLang="en-US" sz="1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为存取周期，</a:t>
            </a:r>
            <a:r>
              <a:rPr lang="en-US" altLang="zh-CN" sz="1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zh-CN" altLang="en-US" sz="1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为存取时间。</a:t>
            </a:r>
            <a:endParaRPr lang="zh-CN" altLang="en-US" sz="1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339" y="4636477"/>
            <a:ext cx="4032738" cy="1308957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70555"/>
            <a:ext cx="7157720" cy="3138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9923" y="550985"/>
            <a:ext cx="10515600" cy="5324883"/>
          </a:xfrm>
        </p:spPr>
        <p:txBody>
          <a:bodyPr/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Cache-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高速缓冲存储器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（重点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为什么要引入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程序的局部性原理：（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访问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的）时间局部性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原理和空间局部性原理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时间局部性：如果一个数据现在被访问了，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那么此后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很有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可能再次被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访问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间局部性：如果一个数据现在被访问了，那么它周围的数据在以后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可能会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被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访问</a:t>
            </a:r>
            <a:endParaRPr lang="en-US" altLang="zh-CN" sz="1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和主存的数据</a:t>
            </a:r>
            <a:r>
              <a:rPr lang="zh-CN" altLang="en-US" sz="18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块的对应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关系：每次被访问的主存块，一定会被立即调入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，而且是以块为单位进行调入。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923" y="3213426"/>
            <a:ext cx="6858000" cy="2952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805" y="4337538"/>
            <a:ext cx="3540369" cy="100029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199" y="3658565"/>
            <a:ext cx="2956649" cy="6789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7185" y="637736"/>
            <a:ext cx="4744798" cy="1824110"/>
          </a:xfrm>
        </p:spPr>
        <p:txBody>
          <a:bodyPr>
            <a:normAutofit lnSpcReduction="10000"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主存与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的映射</a:t>
            </a: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全相联映射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主存块可以放在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的任意</a:t>
            </a:r>
            <a:r>
              <a:rPr lang="zh-CN" altLang="en-US" sz="1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位置</a:t>
            </a:r>
            <a:endParaRPr lang="en-US" altLang="zh-CN" sz="1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注意：</a:t>
            </a:r>
            <a:r>
              <a:rPr lang="en-US" altLang="zh-CN" sz="1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在访问主存时，会先对比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所有块中的标记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Tag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Tag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就是在主存中的主存块号，占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22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endParaRPr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>
          <a:xfrm>
            <a:off x="6210652" y="637736"/>
            <a:ext cx="4718304" cy="1783079"/>
          </a:xfrm>
        </p:spPr>
        <p:txBody>
          <a:bodyPr>
            <a:normAutofit lnSpcReduction="10000"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直接映射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每个主存块只能放在一个特定的位置。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块号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主存块号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%Cache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块总数</a:t>
            </a:r>
            <a:endParaRPr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53" y="2942492"/>
            <a:ext cx="5700699" cy="341988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652" y="2942492"/>
            <a:ext cx="5442086" cy="33435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5696" y="609204"/>
            <a:ext cx="4718304" cy="1829196"/>
          </a:xfrm>
        </p:spPr>
        <p:txBody>
          <a:bodyPr>
            <a:norm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组相联映射</a:t>
            </a:r>
            <a:endParaRPr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en-US" altLang="zh-CN" sz="1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块分为若干组，每个主存块可以放到特定分组中的任意一个位置</a:t>
            </a:r>
            <a:r>
              <a:rPr lang="zh-CN" altLang="en-US" sz="1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8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号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主存块号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%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分组数</a:t>
            </a:r>
            <a:endParaRPr lang="zh-CN" altLang="en-US" sz="1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half" idx="2"/>
          </p:nvPr>
        </p:nvSpPr>
        <p:spPr>
          <a:xfrm>
            <a:off x="7315201" y="1910862"/>
            <a:ext cx="3983032" cy="486507"/>
          </a:xfrm>
        </p:spPr>
        <p:txBody>
          <a:bodyPr/>
          <a:lstStyle/>
          <a:p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三种映射方法对比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232" y="2438400"/>
            <a:ext cx="6816969" cy="394444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1" y="2438400"/>
            <a:ext cx="4372707" cy="20775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8554" y="662354"/>
            <a:ext cx="10849708" cy="5609492"/>
          </a:xfrm>
        </p:spPr>
        <p:txBody>
          <a:bodyPr>
            <a:normAutofit/>
          </a:bodyPr>
          <a:lstStyle/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虚拟存储器</a:t>
            </a:r>
            <a:endParaRPr lang="en-US" altLang="zh-CN" sz="1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操作系统的管理下，只把当前需要的部分数据调入主存，暂不需要的部分留在辅存中。在用户看来，似乎获得了一个超大的主存。（虚拟性</a:t>
            </a:r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12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页式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虚拟存储器</a:t>
            </a:r>
            <a:endParaRPr lang="en-US" altLang="zh-CN" sz="1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执行的机器指令中，使用的</a:t>
            </a:r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是“逻辑地址”，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因此需要</a:t>
            </a:r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通过“页表”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将逻辑地址转为物理地址</a:t>
            </a:r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。程序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在逻辑上被分为若干个大小相等</a:t>
            </a:r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的“页面”，“页面”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大小</a:t>
            </a:r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与“块”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的大小相同。每个页面可以离散的存放在不同主存块中</a:t>
            </a:r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2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页表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的作用：记录了每个逻辑页面存放在哪个主存块中。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逻辑地址</a:t>
            </a:r>
            <a:r>
              <a:rPr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逻辑页号</a:t>
            </a:r>
            <a:r>
              <a:rPr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页内</a:t>
            </a:r>
            <a:r>
              <a:rPr lang="zh-CN" altLang="en-US" sz="1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地址；物理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</a:t>
            </a:r>
            <a:r>
              <a:rPr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主存块号</a:t>
            </a:r>
            <a:r>
              <a:rPr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页内</a:t>
            </a:r>
            <a:r>
              <a:rPr lang="zh-CN" altLang="en-US" sz="1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</a:t>
            </a:r>
            <a:endParaRPr lang="en-US" altLang="zh-CN" sz="12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无快表</a:t>
            </a:r>
            <a:r>
              <a:rPr lang="en-US" altLang="zh-CN" sz="1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							   </a:t>
            </a:r>
            <a:r>
              <a:rPr lang="zh-CN" altLang="en-US" sz="1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快表：快</a:t>
            </a:r>
            <a:r>
              <a:rPr lang="zh-CN" altLang="en-US" sz="1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表存放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中，先访问快表，若未命中，则去访问主存中的慢表</a:t>
            </a:r>
            <a:endParaRPr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zh-CN" altLang="en-US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461" y="2731476"/>
            <a:ext cx="5457748" cy="351680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373" y="2731476"/>
            <a:ext cx="5249889" cy="35168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6814" y="609600"/>
            <a:ext cx="10204939" cy="5266268"/>
          </a:xfrm>
        </p:spPr>
        <p:txBody>
          <a:bodyPr/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虚拟存储器与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的比较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266" y="1187341"/>
            <a:ext cx="8642034" cy="27926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97169" y="597877"/>
            <a:ext cx="10644553" cy="5632937"/>
          </a:xfrm>
        </p:spPr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、计算机的存储器采用分级方式是为了（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9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、方便编程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		B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、解决容量、速度、价格三者之间的矛盾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、保存大量数据方便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D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、操作方便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、计算机的存储系统是指（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9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RAM			B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ROM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、主存储器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		D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、主存储器和外存储器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、下列关于多级存储系統的说法中，正确的有（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、多级存储系統是为了降低存储成本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II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、虚拟存储器中主存和辅存之间的数据调动对任何程序员是透明的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III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只能与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Cache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直接交换信息，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与主存交换信息也需要经过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Cache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、仅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I	  B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、仅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Ⅱ	 C.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Ⅱ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III	D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、仅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Ⅱ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、某一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SRAM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芯片，其容量为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1024x8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位，除电源和接地端外，该芯片的引脚的最小数目为（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A. 21 	B. 22 		C. 23 		D. 24</a:t>
            </a:r>
            <a:endParaRPr lang="en-US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解析</a:t>
            </a:r>
            <a:r>
              <a:rPr lang="en-US" altLang="zh-CN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 </a:t>
            </a:r>
            <a:r>
              <a:rPr lang="zh-CN" altLang="en-US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数据线，</a:t>
            </a:r>
            <a:r>
              <a:rPr lang="en-US" altLang="zh-CN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 </a:t>
            </a:r>
            <a:r>
              <a:rPr lang="zh-CN" altLang="en-US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地址线，</a:t>
            </a:r>
            <a:r>
              <a:rPr lang="en-US" altLang="zh-CN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zh-CN" altLang="en-US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片选（使能），</a:t>
            </a:r>
            <a:r>
              <a:rPr lang="en-US" altLang="zh-CN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zh-CN" altLang="en-US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读写控制线（这里两根分开了）</a:t>
            </a:r>
            <a:r>
              <a:rPr lang="en-US" altLang="zh-CN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；这题比较啥</a:t>
            </a:r>
            <a:r>
              <a:rPr lang="en-US" altLang="zh-CN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b</a:t>
            </a:r>
            <a:r>
              <a:rPr lang="zh-CN" altLang="en-US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zh-CN" sz="2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、某存储器容量为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32K×16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位，则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(	</a:t>
            </a:r>
            <a:r>
              <a:rPr lang="en-US" altLang="zh-CN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)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地址线为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16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根，数据线为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32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根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B.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地址线为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32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根，数据线为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16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根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C.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地址线为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15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根，数据线为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16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根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D.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地址线为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15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根，数据线为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32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根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7169" y="568326"/>
            <a:ext cx="10656277" cy="628967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若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RAM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中每个存储单元为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16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位，则下面所述正确的是（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地址线</a:t>
            </a:r>
            <a:r>
              <a:rPr lang="zh-CN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数据线</a:t>
            </a:r>
            <a:r>
              <a:rPr lang="zh-CN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	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指令长度</a:t>
            </a:r>
            <a:r>
              <a:rPr lang="zh-CN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		D.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以上说法都不正确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7. DRAM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的刷新是以（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）为单位的。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存储单元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	B.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	C.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列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	D.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存储字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动态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RAM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采用下列哪种刷新方式时，不存在死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区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时间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集中刷新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	B.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分散刷新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C.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异步刷新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D.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都不对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9.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下面是有关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DRAM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SRAM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存储器芯片的叙述：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I. DRAM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芯片的集成度比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SRAM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芯片的高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√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II. DRAM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芯片的成本比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SRAM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芯片的高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×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III. DRAM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芯片的速度比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SRAM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芯片的快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×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IV. DRAM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芯片工作时需要刷新，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SRAM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芯片工作时不需要刷新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√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通常情况下，错误的是（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	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II	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B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II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III	C.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III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IV	D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IV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10.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2014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统考真题】某容量为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256MB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的存储器由若干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4M×8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位的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DRAM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芯片构成，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DRAM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芯片的地址引脚和数据引脚总数是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	</a:t>
            </a:r>
            <a:r>
              <a:rPr lang="en-US" altLang="zh-CN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)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A. 19 		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B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 22		C. 30		D. 36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【选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A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，因为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DRAM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有地址线复用技术，地址线算出来之后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/ 2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6138" y="644038"/>
            <a:ext cx="10626970" cy="5699125"/>
          </a:xfrm>
        </p:spPr>
        <p:txBody>
          <a:bodyPr>
            <a:normAutofit fontScale="67500" lnSpcReduction="20000"/>
          </a:bodyPr>
          <a:lstStyle/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11.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2010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统考真题】下列有关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ROM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的叙述中，正确的是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(	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)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I. 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是易失性存储器，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ROM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是非易失性存储器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√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II. 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ROM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都采用随机存取方式进行信息访问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√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III. 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ROM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都可用作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Cache 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×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IV. 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ROM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都需要进行刷新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×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SRAM 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不刷新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仅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Ⅱ	B.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仅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Ⅱ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Ⅲ	C.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仅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II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III 	D.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仅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Ⅱ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III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IV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12.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2012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统考真题】下列关于闪存的叙述中，错误的是（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信息可读可写，并且读、写速度一样快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	   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写入比读取慢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B.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存储元由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MOS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管组成，是一种半导体存储器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C.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掉电后信息不丢失，是一种非易失性存储器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D.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采用随机访问方式，可替代计算机外部存储器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13.U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盘属于（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）类型的存储器。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高速缓存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B.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主存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C.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只读存储器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D.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随机存取存储器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14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、【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2009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统考真题】某计算机主存容量为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64KB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，其中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ROM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区为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4KB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，其余为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RAM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区， 按字节编址。现要用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2K×8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位的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ROM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芯片和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4Kx4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位的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芯片来设计该存储器，需要上述规格的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ROM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芯片数和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芯片数分别是（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 1, 15		B. 2,15		C. 1,30		D. 2,30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、【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2010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统考真题】假定用若干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2Kx4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位的芯片组成一个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8Kx8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位的存储器，则地址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0B1FH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所在芯片的最小地址是（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 0000H 	B. 0600H		C. 0700H		D.0800H</a:t>
            </a:r>
            <a:endParaRPr lang="en-US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  <a:defRPr/>
            </a:pPr>
            <a:r>
              <a:rPr lang="zh-CN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位扩展为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8 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位，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片。字扩展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4 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组。</a:t>
            </a:r>
            <a:endParaRPr lang="zh-CN" altLang="en-US" sz="1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  <a:defRPr/>
            </a:pP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0B1FH = 15 + 16 + 11 * 256 = 2847 \in [2k, 4k)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，最小地址就是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0800H</a:t>
            </a:r>
            <a:endParaRPr lang="zh-CN" altLang="en-US" sz="1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  <a:defRPr/>
            </a:pP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2K = 0000 1000 0000 0000         [0, 2K) [2K, 4K) [4K, 6K) [6K, 8K)</a:t>
            </a:r>
            <a:endParaRPr lang="en-US" altLang="zh-CN" sz="1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862" y="620713"/>
            <a:ext cx="10650415" cy="5700712"/>
          </a:xfrm>
        </p:spPr>
        <p:txBody>
          <a:bodyPr>
            <a:normAutofit fontScale="90000" lnSpcReduction="20000"/>
          </a:bodyPr>
          <a:lstStyle/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16.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2016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统考真题】某存储器容量为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64KB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，按字节编址，地址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4000H~5FFFH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ROM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区，其余为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区。若采用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8K×4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位的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SRAM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芯片进行设计，则需要该芯片的数量</a:t>
            </a:r>
            <a:r>
              <a:rPr lang="zh-CN" altLang="zh-CN" sz="18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18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 </a:t>
            </a:r>
            <a:r>
              <a:rPr lang="en-US" altLang="zh-CN" sz="1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 7		B. 8		C. 14		D.16</a:t>
            </a:r>
            <a:endParaRPr lang="en-US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  <a:defRPr/>
            </a:pP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2000H = 0010 0000 0000 0000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，即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2^13 = 8KB ROM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56KB RAM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56 * 8 RAM</a:t>
            </a:r>
            <a:endParaRPr lang="zh-CN" altLang="zh-CN" sz="1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17.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2011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统考真题】某计算机存储器按字节编址，主存地址空间大小为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64MB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，现用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4M×8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位的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芯片组成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32MB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的主存储器，则存储器地址寄存器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MAR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的位数至少</a:t>
            </a:r>
            <a:r>
              <a:rPr lang="zh-CN" altLang="zh-CN" sz="18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18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A	)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A.22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B. 23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 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C.25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D. 26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D ?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18.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用存储容量为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16K×1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位的存储器芯片来组成一个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64K×8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位的存储器，则在字方向和位方向分别扩展了（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）倍。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 4,2 		B. 8,4 		C. 2,4 		D. 4,8 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. 80386DX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8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32 </a:t>
            </a:r>
            <a:r>
              <a:rPr lang="zh-CN" altLang="zh-CN" sz="18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系統，以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4B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为编址单位，当在该系統中用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8KB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8Kx8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位）的存储芯片构造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32KB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的存储体时，应完成存储器的（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）设计。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位扩展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B.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字扩展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C.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字位扩展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D.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字位均不扩展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20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2015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统考真题】某计算机便用四体交叉编址存储器，假定在存储器总线上出现的主存地址（十进制）序列为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8005, 8006,8007, 8008, 8001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8002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8003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8004, 8000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，则可能发生访存冲突的地址对是（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A.8004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8008 		B. 8002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8007 	C. 8001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8008 	D. 8000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8004</a:t>
            </a:r>
            <a:endParaRPr lang="en-US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  <a:defRPr/>
            </a:pPr>
            <a:r>
              <a:rPr lang="zh-CN" altLang="zh-CN" sz="18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没学，看后两位，一样的就冲突</a:t>
            </a:r>
            <a:r>
              <a:rPr lang="en-US" altLang="zh-CN" sz="18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r>
              <a:rPr lang="en-US" altLang="zh-CN" sz="18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追加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：四体低位交叉编址，看第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2 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位，相同就说明位于同一模块，这是在发生相邻的请求，就说明冲突了。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6720840" y="2165350"/>
              <a:ext cx="318135" cy="213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6720840" y="2165350"/>
                <a:ext cx="318135" cy="213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墨迹 3"/>
              <p14:cNvContentPartPr/>
              <p14:nvPr/>
            </p14:nvContentPartPr>
            <p14:xfrm>
              <a:off x="7315200" y="2270760"/>
              <a:ext cx="15875" cy="36957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7315200" y="2270760"/>
                <a:ext cx="15875" cy="3695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" name="墨迹 4"/>
              <p14:cNvContentPartPr/>
              <p14:nvPr/>
            </p14:nvContentPartPr>
            <p14:xfrm>
              <a:off x="7316470" y="2301240"/>
              <a:ext cx="365125" cy="3530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6"/>
            </p:blipFill>
            <p:spPr>
              <a:xfrm>
                <a:off x="7316470" y="2301240"/>
                <a:ext cx="365125" cy="3530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6" name="墨迹 5"/>
              <p14:cNvContentPartPr/>
              <p14:nvPr/>
            </p14:nvContentPartPr>
            <p14:xfrm>
              <a:off x="8244840" y="3901440"/>
              <a:ext cx="635" cy="63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8"/>
            </p:blipFill>
            <p:spPr>
              <a:xfrm>
                <a:off x="8244840" y="390144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7" name="墨迹 6"/>
              <p14:cNvContentPartPr/>
              <p14:nvPr/>
            </p14:nvContentPartPr>
            <p14:xfrm>
              <a:off x="10288270" y="4922520"/>
              <a:ext cx="75565" cy="26098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0"/>
            </p:blipFill>
            <p:spPr>
              <a:xfrm>
                <a:off x="10288270" y="4922520"/>
                <a:ext cx="75565" cy="2609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8" name="墨迹 7"/>
              <p14:cNvContentPartPr/>
              <p14:nvPr/>
            </p14:nvContentPartPr>
            <p14:xfrm>
              <a:off x="10164445" y="4944110"/>
              <a:ext cx="551180" cy="26924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2"/>
            </p:blipFill>
            <p:spPr>
              <a:xfrm>
                <a:off x="10164445" y="4944110"/>
                <a:ext cx="551180" cy="269240"/>
              </a:xfrm>
              <a:prstGeom prst="rect"/>
            </p:spPr>
          </p:pic>
        </mc:Fallback>
      </mc:AlternateContent>
      <p:sp>
        <p:nvSpPr>
          <p:cNvPr id="9" name="文本框 8"/>
          <p:cNvSpPr txBox="1"/>
          <p:nvPr/>
        </p:nvSpPr>
        <p:spPr>
          <a:xfrm>
            <a:off x="6224270" y="66243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0" y="665164"/>
            <a:ext cx="10673862" cy="6192837"/>
          </a:xfrm>
        </p:spPr>
        <p:txBody>
          <a:bodyPr>
            <a:normAutofit lnSpcReduction="20000"/>
          </a:bodyPr>
          <a:lstStyle/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21.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2017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统考真题】某计算机主存按字节编址，由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4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64M*8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位的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DRAM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芯片采用交叉编址方式构成，并与宽度为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32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位的存储器总线相连，主存每次最多读写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32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位数据。若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double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型变量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x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的主存地址为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804 001AH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，则读取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需要的存储周期数是（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A. 1		B. 2		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C. 3	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D. 4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  <a:defRPr/>
            </a:pP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交叉编址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、对齐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？不对齐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double 64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  C   ;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不是很会，推测是因为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804 001A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位于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10  = 2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号块，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8B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double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需要三行存储，低位交叉编址，读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3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次。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22.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2009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统考真题】假设某计算机的存储系统由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Cache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和主存组成，某程序执行过程申访存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1000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次，其中访问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Cache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缺失（未命中）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50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次，则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Cache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的命中率是（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A.5%		B. 9.5%		C. 50%		D. 95%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23.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2009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统考真题】某计算机的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Cache 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共有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块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，采用二路组相联映射方式（即每组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。每个主存块大小为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32B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，按字节编址，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主存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129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号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单元所在主存块应装入的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组号是（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A. 0 		B. 2 		C. 4 		D. 6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块内地址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5 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位，一共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8 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组，组号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3 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位。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129 : </a:t>
            </a:r>
            <a:r>
              <a:rPr lang="en-US" altLang="zh-CN" sz="1600" b="1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0 0001</a:t>
            </a:r>
            <a:endParaRPr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24.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2012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统考真题】假设某计算机按字编址，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行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主存之间交换的块大小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字。若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Cache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的内容初始为空，采用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2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路组相联映射方式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LRU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替换策略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访问的主存地址依次为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0,4, 8,2,0,6,8,6,4,8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命中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次数是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(		)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A. 1		B. 2		C. 3		D. 4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两种答案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？这题有问题，按照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tang’shuo’fei 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的书籍貌似我感觉选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25.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访问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Cache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系统失效时，通常不仅主存向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CPU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传送信息，同时还需要将信息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写入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，在此过程中传送和写入信息的数据宽度各为（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块、页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	B.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字、字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	C.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字、块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	D.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块、块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4062" y="650631"/>
            <a:ext cx="10052535" cy="5225237"/>
          </a:xfrm>
        </p:spPr>
        <p:txBody>
          <a:bodyPr>
            <a:normAutofit fontScale="90000" lnSpcReduction="10000"/>
          </a:bodyPr>
          <a:lstStyle/>
          <a:p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2022 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</a:t>
            </a:r>
            <a:r>
              <a:rPr lang="zh-CN" altLang="en-US" b="1" dirty="0" smtClean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某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内存条包含</a:t>
            </a: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8192×8192×8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位的</a:t>
            </a: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DRAM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芯片，按字节编址，支持突发传送方式，对应存储器总线宽度为</a:t>
            </a: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64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位，每个</a:t>
            </a: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DRAM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芯片内有一个行缓冲区。下列关于该内存条的叙述中，不正确的是</a:t>
            </a:r>
            <a:r>
              <a:rPr lang="zh-CN" altLang="en-US" b="1" dirty="0" smtClean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 smtClean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	</a:t>
            </a:r>
            <a:r>
              <a:rPr lang="zh-CN" altLang="en-US" b="1" dirty="0" smtClean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en-US" b="1" dirty="0">
              <a:solidFill>
                <a:srgbClr val="191B1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A. 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内存条的容量为</a:t>
            </a: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512MB</a:t>
            </a:r>
            <a:endParaRPr lang="en-US" altLang="zh-CN" b="1" dirty="0">
              <a:solidFill>
                <a:srgbClr val="191B1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B. 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采用多模块交叉编址方式</a:t>
            </a:r>
            <a:endParaRPr lang="zh-CN" altLang="en-US" b="1" dirty="0">
              <a:solidFill>
                <a:srgbClr val="191B1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C. 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芯片的地址引脚为</a:t>
            </a: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endParaRPr lang="zh-CN" altLang="en-US" b="1" dirty="0">
              <a:solidFill>
                <a:srgbClr val="191B1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D. 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芯片内行缓冲有</a:t>
            </a: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8192×8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endParaRPr lang="zh-CN" altLang="en-US" b="1" dirty="0">
              <a:solidFill>
                <a:srgbClr val="191B1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b="1" dirty="0">
              <a:solidFill>
                <a:srgbClr val="191B1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 : 8192 = 2 ^ 13, 2 ^ 29 = 512 MB  √</a:t>
            </a:r>
            <a:endParaRPr lang="en-US" altLang="zh-CN" b="1" dirty="0">
              <a:solidFill>
                <a:srgbClr val="191B1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 : 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√</a:t>
            </a:r>
            <a:endParaRPr lang="en-US" altLang="zh-CN" b="1" dirty="0">
              <a:solidFill>
                <a:srgbClr val="191B1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 : DRAM / 2	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×</a:t>
            </a:r>
            <a:endParaRPr lang="zh-CN" altLang="en-US" b="1" dirty="0">
              <a:solidFill>
                <a:srgbClr val="191B1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 : √</a:t>
            </a:r>
            <a:endParaRPr lang="zh-CN" altLang="en-US" b="1" dirty="0">
              <a:solidFill>
                <a:srgbClr val="191B1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7184" y="633046"/>
            <a:ext cx="10955215" cy="5242822"/>
          </a:xfrm>
        </p:spPr>
        <p:txBody>
          <a:bodyPr>
            <a:normAutofit fontScale="70000"/>
          </a:bodyPr>
          <a:lstStyle/>
          <a:p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2022 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某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计算机主存地址为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位，按字节编址，某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的数据区容量为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32KB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，主存块大小为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64B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，采用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路组相联映射方式，该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中比较器的个数和位数分别为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A. 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20		B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. 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23		C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. 64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20	D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. 64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23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 smtClean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32 </a:t>
            </a:r>
            <a:r>
              <a:rPr lang="zh-CN" altLang="en-US" b="1" dirty="0" smtClean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位，后</a:t>
            </a:r>
            <a:r>
              <a:rPr lang="en-US" altLang="zh-CN" b="1" dirty="0" smtClean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 6 </a:t>
            </a:r>
            <a:r>
              <a:rPr lang="zh-CN" altLang="en-US" b="1" dirty="0" smtClean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位是块内地址。</a:t>
            </a:r>
            <a:r>
              <a:rPr lang="en-US" altLang="zh-CN" b="1" dirty="0" smtClean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 Cache </a:t>
            </a:r>
            <a:r>
              <a:rPr lang="zh-CN" altLang="en-US" b="1" dirty="0" smtClean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一共</a:t>
            </a:r>
            <a:r>
              <a:rPr lang="en-US" altLang="zh-CN" b="1" dirty="0" smtClean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 512 </a:t>
            </a:r>
            <a:r>
              <a:rPr lang="zh-CN" altLang="en-US" b="1" dirty="0" smtClean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块，</a:t>
            </a:r>
            <a:r>
              <a:rPr lang="en-US" altLang="zh-CN" b="1" dirty="0" smtClean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 smtClean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路，共</a:t>
            </a:r>
            <a:r>
              <a:rPr lang="en-US" altLang="zh-CN" b="1" dirty="0" smtClean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 64 </a:t>
            </a:r>
            <a:r>
              <a:rPr lang="zh-CN" altLang="en-US" b="1" dirty="0" smtClean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组，组号</a:t>
            </a:r>
            <a:r>
              <a:rPr lang="en-US" altLang="zh-CN" b="1" dirty="0" smtClean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 6 </a:t>
            </a:r>
            <a:r>
              <a:rPr lang="zh-CN" altLang="en-US" b="1" dirty="0" smtClean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位。</a:t>
            </a:r>
            <a:endParaRPr lang="zh-CN" altLang="en-US" b="1" dirty="0" smtClean="0"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b="1" dirty="0" smtClean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剩下</a:t>
            </a:r>
            <a:r>
              <a:rPr lang="en-US" altLang="zh-CN" b="1" dirty="0" smtClean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 20 </a:t>
            </a:r>
            <a:r>
              <a:rPr lang="zh-CN" altLang="en-US" b="1" dirty="0" smtClean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位是标记。</a:t>
            </a:r>
            <a:endParaRPr lang="en-US" altLang="zh-CN" b="1" dirty="0" smtClean="0"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AutoNum type="alphaUcPeriod"/>
            </a:pP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组相联映射格式为 主存字块标记 组号 块内地址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主存块大小为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64B= 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2^6B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，按字节编址，块内地址占低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位，数据区容量为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32KB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，总共有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32KB/64B= 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2^9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行，采用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路组相联映射方式，每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行为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组，有 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2^9/8=2^6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组，组号占中间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位，主存地址为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位，主存字块标记占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高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32-6-6=20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采用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路组相联映射方式，首先根据组号定位到某一分组，然后根据主存字块标记和该分组中的每一行的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Tag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进行比较，需要比较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行，所以比较器的个数为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，主存字块标记为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位，所以比较器位数为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https://pic4.zhimg.com/v2-73206251e9752bf01f43d1460d05cdc9_r.jpg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49" y="504092"/>
            <a:ext cx="10792765" cy="5761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454150" y="5079428"/>
          <a:ext cx="7886700" cy="792184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</a:tblGrid>
              <a:tr h="396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lang="zh-CN" altLang="en-US" sz="18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6680" marR="106680" marT="60886" marB="6088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</a:t>
                      </a:r>
                      <a:r>
                        <a:rPr lang="zh-CN" altLang="en-US" sz="18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块地址</a:t>
                      </a:r>
                      <a:endParaRPr lang="zh-CN" altLang="en-US" sz="18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6680" marR="106680" marT="60886" marB="6088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块内地址</a:t>
                      </a:r>
                      <a:endParaRPr lang="zh-CN" altLang="en-US" sz="18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6680" marR="106680" marT="60886" marB="6088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960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effectLst/>
                        </a:rPr>
                        <a:t>19-6=7</a:t>
                      </a:r>
                      <a:endParaRPr lang="en-US" altLang="zh-CN" sz="1800">
                        <a:effectLst/>
                      </a:endParaRPr>
                    </a:p>
                  </a:txBody>
                  <a:tcPr marL="106680" marR="106680" marT="60886" marB="6088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effectLst/>
                        </a:rPr>
                        <a:t>12-6=6</a:t>
                      </a:r>
                      <a:endParaRPr lang="en-US" altLang="zh-CN" sz="1800">
                        <a:effectLst/>
                      </a:endParaRPr>
                    </a:p>
                  </a:txBody>
                  <a:tcPr marL="106680" marR="106680" marT="60886" marB="6088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</a:rPr>
                        <a:t>6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marL="106680" marR="106680" marT="60886" marB="6088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3617" name="Rectangle 1"/>
          <p:cNvSpPr>
            <a:spLocks noChangeArrowheads="1"/>
          </p:cNvSpPr>
          <p:nvPr/>
        </p:nvSpPr>
        <p:spPr bwMode="auto">
          <a:xfrm>
            <a:off x="738554" y="379341"/>
            <a:ext cx="9745540" cy="44011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1. 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假设主存容量为 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512 KB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Cache 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容量为 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4KB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，每个子块为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16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字，每个字 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32 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位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, </a:t>
            </a:r>
            <a:r>
              <a:rPr lang="zh-CN" altLang="en-US" sz="20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pitchFamily="2" charset="-122"/>
              </a:rPr>
              <a:t>按字节编址</a:t>
            </a:r>
            <a:b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</a:b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）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Cache 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地址有多少位？可容纳多少</a:t>
            </a:r>
            <a:r>
              <a:rPr lang="zh-CN" altLang="en-US" sz="20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pitchFamily="2" charset="-122"/>
              </a:rPr>
              <a:t>子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块？</a:t>
            </a:r>
            <a:b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</a:b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）主存地址有多少位？可容纳多少</a:t>
            </a:r>
            <a:r>
              <a:rPr lang="zh-CN" altLang="en-US" sz="20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pitchFamily="2" charset="-122"/>
              </a:rPr>
              <a:t>子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块？</a:t>
            </a:r>
            <a:b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</a:b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）在直接映射方式下，主存的第几块映射到 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Cache 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的第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5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块（假设开始字块为第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块）？</a:t>
            </a:r>
            <a:b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</a:b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）画出直接映射方式下主存地址字段中各段的位数。</a:t>
            </a:r>
            <a:br>
              <a:rPr lang="zh-CN" altLang="en-US" sz="2000" b="0" dirty="0">
                <a:solidFill>
                  <a:srgbClr val="000000"/>
                </a:solidFill>
                <a:latin typeface="华文楷体" panose="02010600040101010101" pitchFamily="2" charset="-122"/>
              </a:rPr>
            </a:br>
            <a:r>
              <a:rPr lang="zh-CN" altLang="en-US" sz="2000" b="0" dirty="0">
                <a:solidFill>
                  <a:srgbClr val="FF0000"/>
                </a:solidFill>
                <a:latin typeface="华文楷体" panose="02010600040101010101" pitchFamily="2" charset="-122"/>
              </a:rPr>
              <a:t>注意：</a:t>
            </a:r>
            <a:r>
              <a:rPr lang="zh-CN" altLang="en-US" sz="1800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容量与地址线的位数有关</a:t>
            </a:r>
            <a:b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因 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512KB = 2</a:t>
            </a:r>
            <a:r>
              <a:rPr lang="en-US" altLang="zh-CN" sz="1800" baseline="300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19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B 	4KB = 2</a:t>
            </a:r>
            <a:r>
              <a:rPr lang="en-US" altLang="zh-CN" sz="1800" baseline="300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12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 B  	16 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个字 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= 2</a:t>
            </a:r>
            <a:r>
              <a:rPr lang="en-US" altLang="zh-CN" sz="1800" baseline="300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4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     32bit/8 = 4B = 2</a:t>
            </a:r>
            <a:r>
              <a:rPr lang="en-US" altLang="zh-CN" sz="1800" baseline="300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B</a:t>
            </a:r>
            <a:b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答案：</a:t>
            </a:r>
            <a:b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）由于地址线的位数与容量有关，故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Cache 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地址有 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12 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位；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2</a:t>
            </a:r>
            <a:r>
              <a:rPr lang="en-US" altLang="zh-CN" sz="1800" baseline="300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12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/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2</a:t>
            </a:r>
            <a:r>
              <a:rPr lang="en-US" altLang="zh-CN" sz="1800" baseline="300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4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×2</a:t>
            </a:r>
            <a:r>
              <a:rPr lang="en-US" altLang="zh-CN" sz="1800" baseline="300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）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= 64(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块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)</a:t>
            </a:r>
            <a:b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）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19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；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8K</a:t>
            </a:r>
            <a:b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）第 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5 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个缓存块，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j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：第 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j 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个主存块，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Cache 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的块数；</a:t>
            </a:r>
            <a:endParaRPr lang="en-US" altLang="zh-CN" sz="1800" dirty="0">
              <a:solidFill>
                <a:srgbClr val="00000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5=j mod 64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）假设开始字块为第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块（这里规定从 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 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开始，如果题目不说一般从 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0 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开始）</a:t>
            </a:r>
            <a:b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4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）</a:t>
            </a:r>
            <a:endParaRPr lang="zh-CN" altLang="en-US" sz="18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627186" y="1181417"/>
            <a:ext cx="10814538" cy="48317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假设主存容量为 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512K×16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位，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容量为 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4096×16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位，块长为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位字，访存地址为字地址。</a:t>
            </a:r>
            <a:b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）直接映射方式下，设计主存地址格式</a:t>
            </a:r>
            <a:b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）全相联映射方式下，设计主存地址格式</a:t>
            </a:r>
            <a:b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）二路组相联映射方式下，设计主存地址格式</a:t>
            </a:r>
            <a:b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）若主存容量为 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512</a:t>
            </a:r>
            <a:r>
              <a:rPr lang="en-US" altLang="zh-CN" sz="18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×32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位，块长不变，在四路组相联映射方式下，设计主存地址格式</a:t>
            </a:r>
            <a:b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答：按字编址，每个字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2B</a:t>
            </a:r>
            <a:b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）直接映射：块长是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个字，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位；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Cache/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块大小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=1024,10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位；主存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=512K,19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位。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）全相联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）二路组相联，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块两块一组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）块长不变，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块地址地址线 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标记地址线 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块内地址线 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=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主存所需要的地址线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注：为什么主存需要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根地址线？</a:t>
            </a:r>
            <a:b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若主存容量为 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512</a:t>
            </a:r>
            <a:r>
              <a:rPr lang="en-US" altLang="zh-CN" sz="18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×32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位，按字编址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512KB = 2</a:t>
            </a:r>
            <a:r>
              <a:rPr lang="en-US" altLang="zh-CN" sz="1800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B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32bit/8 = 4B = 2</a:t>
            </a:r>
            <a:r>
              <a:rPr lang="en-US" altLang="zh-CN" sz="1800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Tx/>
              <a:buChar char="•"/>
              <a:defRPr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主存容量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 2</a:t>
            </a:r>
            <a:r>
              <a:rPr lang="en-US" altLang="zh-CN" sz="1800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 × 2</a:t>
            </a:r>
            <a:r>
              <a:rPr lang="en-US" altLang="zh-CN" sz="1800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 / 2B = 2</a:t>
            </a:r>
            <a:r>
              <a:rPr lang="en-US" altLang="zh-CN" sz="1800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————&gt; 20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根地址线</a:t>
            </a:r>
            <a:endParaRPr lang="zh-CN" altLang="en-US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dirty="0"/>
          </a:p>
        </p:txBody>
      </p:sp>
      <p:pic>
        <p:nvPicPr>
          <p:cNvPr id="154627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3970" y="2712085"/>
            <a:ext cx="274002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628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026" y="3349306"/>
            <a:ext cx="47069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629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752" y="3776661"/>
            <a:ext cx="5383212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630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011" y="4495557"/>
            <a:ext cx="460851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0278" y="549276"/>
            <a:ext cx="10673860" cy="63087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【2013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某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32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位计算机，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主频为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800MHz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命中时的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CPI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块大小为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32B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；主存采用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8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体交叉存储方式，每个体的存储字长为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32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位、存储周期为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40ns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；存储器总线宽度为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32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位，总线时钟频率为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200MHz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，支持突发传送总线事务。每次读突发传送总线事务的过程包括：送首地址和命令、存储器准备数据、传送数据。每次突发传送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32B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，传送地址或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32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位数据均需要一个总线时钟周期。请回答下列问题，要求给出理由或计算过程。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和总线的时钟周期各为多少？总线的带宽（即最大数据传输率）为多少？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缺失时，需要用几个读突发传送总线事务来完成一个主存块的读取？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）存储器总线完成一次读突发传送总线事务所需的时间是多少？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）若程序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BP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执行过程中共执行了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100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条指令，平均每条指令需进行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1.2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次访存，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缺失率为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5%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，不考虑替换等开销，则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BP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执行时间是多少？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6" name="墨迹 5"/>
              <p14:cNvContentPartPr/>
              <p14:nvPr/>
            </p14:nvContentPartPr>
            <p14:xfrm>
              <a:off x="3253740" y="871855"/>
              <a:ext cx="1864995" cy="3937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2"/>
            </p:blipFill>
            <p:spPr>
              <a:xfrm>
                <a:off x="3253740" y="871855"/>
                <a:ext cx="1864995" cy="39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7" name="墨迹 6"/>
              <p14:cNvContentPartPr/>
              <p14:nvPr/>
            </p14:nvContentPartPr>
            <p14:xfrm>
              <a:off x="5372100" y="834390"/>
              <a:ext cx="2142490" cy="9271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4"/>
            </p:blipFill>
            <p:spPr>
              <a:xfrm>
                <a:off x="5372100" y="834390"/>
                <a:ext cx="2142490" cy="927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8" name="墨迹 7"/>
              <p14:cNvContentPartPr/>
              <p14:nvPr/>
            </p14:nvContentPartPr>
            <p14:xfrm>
              <a:off x="7795260" y="818515"/>
              <a:ext cx="3037840" cy="9334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6"/>
            </p:blipFill>
            <p:spPr>
              <a:xfrm>
                <a:off x="7795260" y="818515"/>
                <a:ext cx="3037840" cy="933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9" name="墨迹 8"/>
              <p14:cNvContentPartPr/>
              <p14:nvPr/>
            </p14:nvContentPartPr>
            <p14:xfrm>
              <a:off x="1120140" y="1169035"/>
              <a:ext cx="2477770" cy="7112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8"/>
            </p:blipFill>
            <p:spPr>
              <a:xfrm>
                <a:off x="1120140" y="1169035"/>
                <a:ext cx="2477770" cy="711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0" name="墨迹 9"/>
              <p14:cNvContentPartPr/>
              <p14:nvPr/>
            </p14:nvContentPartPr>
            <p14:xfrm>
              <a:off x="3611880" y="1184910"/>
              <a:ext cx="3597275" cy="6286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0"/>
            </p:blipFill>
            <p:spPr>
              <a:xfrm>
                <a:off x="3611880" y="1184910"/>
                <a:ext cx="3597275" cy="628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2" name="墨迹 11"/>
              <p14:cNvContentPartPr/>
              <p14:nvPr/>
            </p14:nvContentPartPr>
            <p14:xfrm>
              <a:off x="7200900" y="1160780"/>
              <a:ext cx="2985770" cy="6413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2"/>
            </p:blipFill>
            <p:spPr>
              <a:xfrm>
                <a:off x="7200900" y="1160780"/>
                <a:ext cx="2985770" cy="641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4" name="墨迹 13"/>
              <p14:cNvContentPartPr/>
              <p14:nvPr/>
            </p14:nvContentPartPr>
            <p14:xfrm>
              <a:off x="10477500" y="1137920"/>
              <a:ext cx="679450" cy="8699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14"/>
            </p:blipFill>
            <p:spPr>
              <a:xfrm>
                <a:off x="10477500" y="1137920"/>
                <a:ext cx="679450" cy="869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5" name="墨迹 14"/>
              <p14:cNvContentPartPr/>
              <p14:nvPr/>
            </p14:nvContentPartPr>
            <p14:xfrm>
              <a:off x="1202690" y="1451610"/>
              <a:ext cx="1183005" cy="5461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16"/>
            </p:blipFill>
            <p:spPr>
              <a:xfrm>
                <a:off x="1202690" y="1451610"/>
                <a:ext cx="1183005" cy="546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7" name="墨迹 16"/>
              <p14:cNvContentPartPr/>
              <p14:nvPr/>
            </p14:nvContentPartPr>
            <p14:xfrm>
              <a:off x="2606040" y="1443990"/>
              <a:ext cx="8502650" cy="9842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18"/>
            </p:blipFill>
            <p:spPr>
              <a:xfrm>
                <a:off x="2606040" y="1443990"/>
                <a:ext cx="8502650" cy="984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8" name="墨迹 17"/>
              <p14:cNvContentPartPr/>
              <p14:nvPr/>
            </p14:nvContentPartPr>
            <p14:xfrm>
              <a:off x="1234440" y="1802765"/>
              <a:ext cx="4029710" cy="762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0"/>
            </p:blipFill>
            <p:spPr>
              <a:xfrm>
                <a:off x="1234440" y="1802765"/>
                <a:ext cx="4029710" cy="76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9" name="墨迹 18"/>
              <p14:cNvContentPartPr/>
              <p14:nvPr/>
            </p14:nvContentPartPr>
            <p14:xfrm>
              <a:off x="5501640" y="1727835"/>
              <a:ext cx="2293620" cy="7493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22"/>
            </p:blipFill>
            <p:spPr>
              <a:xfrm>
                <a:off x="5501640" y="1727835"/>
                <a:ext cx="2293620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20" name="墨迹 19"/>
              <p14:cNvContentPartPr/>
              <p14:nvPr/>
            </p14:nvContentPartPr>
            <p14:xfrm>
              <a:off x="7566660" y="1772920"/>
              <a:ext cx="3048000" cy="6858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24"/>
            </p:blipFill>
            <p:spPr>
              <a:xfrm>
                <a:off x="7566660" y="1772920"/>
                <a:ext cx="3048000" cy="685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21" name="墨迹 20"/>
              <p14:cNvContentPartPr/>
              <p14:nvPr/>
            </p14:nvContentPartPr>
            <p14:xfrm>
              <a:off x="10789920" y="1816735"/>
              <a:ext cx="210820" cy="2413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26"/>
            </p:blipFill>
            <p:spPr>
              <a:xfrm>
                <a:off x="10789920" y="1816735"/>
                <a:ext cx="210820" cy="241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25" name="墨迹 24"/>
              <p14:cNvContentPartPr/>
              <p14:nvPr/>
            </p14:nvContentPartPr>
            <p14:xfrm>
              <a:off x="1158240" y="2044700"/>
              <a:ext cx="7146290" cy="19240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28"/>
            </p:blipFill>
            <p:spPr>
              <a:xfrm>
                <a:off x="1158240" y="2044700"/>
                <a:ext cx="7146290" cy="1924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27" name="墨迹 26"/>
              <p14:cNvContentPartPr/>
              <p14:nvPr/>
            </p14:nvContentPartPr>
            <p14:xfrm>
              <a:off x="8655050" y="1786890"/>
              <a:ext cx="241300" cy="33020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0"/>
            </p:blipFill>
            <p:spPr>
              <a:xfrm>
                <a:off x="8655050" y="1786890"/>
                <a:ext cx="241300" cy="330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28" name="墨迹 27"/>
              <p14:cNvContentPartPr/>
              <p14:nvPr/>
            </p14:nvContentPartPr>
            <p14:xfrm>
              <a:off x="3797300" y="2152650"/>
              <a:ext cx="203200" cy="29654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32"/>
            </p:blipFill>
            <p:spPr>
              <a:xfrm>
                <a:off x="3797300" y="2152650"/>
                <a:ext cx="203200" cy="2965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29" name="墨迹 28"/>
              <p14:cNvContentPartPr/>
              <p14:nvPr/>
            </p14:nvContentPartPr>
            <p14:xfrm>
              <a:off x="1485900" y="2891155"/>
              <a:ext cx="3572510" cy="6985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34"/>
            </p:blipFill>
            <p:spPr>
              <a:xfrm>
                <a:off x="1485900" y="2891155"/>
                <a:ext cx="3572510" cy="69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30" name="墨迹 29"/>
              <p14:cNvContentPartPr/>
              <p14:nvPr/>
            </p14:nvContentPartPr>
            <p14:xfrm>
              <a:off x="5501640" y="2860675"/>
              <a:ext cx="4395470" cy="3937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36"/>
            </p:blipFill>
            <p:spPr>
              <a:xfrm>
                <a:off x="5501640" y="2860675"/>
                <a:ext cx="4395470" cy="39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31" name="墨迹 30"/>
              <p14:cNvContentPartPr/>
              <p14:nvPr/>
            </p14:nvContentPartPr>
            <p14:xfrm>
              <a:off x="1478280" y="3188335"/>
              <a:ext cx="8138160" cy="15367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38"/>
            </p:blipFill>
            <p:spPr>
              <a:xfrm>
                <a:off x="1478280" y="3188335"/>
                <a:ext cx="8138160" cy="1536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32" name="墨迹 31"/>
              <p14:cNvContentPartPr/>
              <p14:nvPr/>
            </p14:nvContentPartPr>
            <p14:xfrm>
              <a:off x="1623060" y="3673475"/>
              <a:ext cx="6391910" cy="21209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40"/>
            </p:blipFill>
            <p:spPr>
              <a:xfrm>
                <a:off x="1623060" y="3673475"/>
                <a:ext cx="6391910" cy="2120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33" name="墨迹 32"/>
              <p14:cNvContentPartPr/>
              <p14:nvPr/>
            </p14:nvContentPartPr>
            <p14:xfrm>
              <a:off x="1478280" y="4149090"/>
              <a:ext cx="4930140" cy="11557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42"/>
            </p:blipFill>
            <p:spPr>
              <a:xfrm>
                <a:off x="1478280" y="4149090"/>
                <a:ext cx="4930140" cy="1155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35" name="墨迹 34"/>
              <p14:cNvContentPartPr/>
              <p14:nvPr/>
            </p14:nvContentPartPr>
            <p14:xfrm>
              <a:off x="6835140" y="4202430"/>
              <a:ext cx="3345180" cy="10033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44"/>
            </p:blipFill>
            <p:spPr>
              <a:xfrm>
                <a:off x="6835140" y="4202430"/>
                <a:ext cx="3345180" cy="1003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36" name="墨迹 35"/>
              <p14:cNvContentPartPr/>
              <p14:nvPr/>
            </p14:nvContentPartPr>
            <p14:xfrm>
              <a:off x="1082040" y="4484370"/>
              <a:ext cx="2599055" cy="69850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46"/>
            </p:blipFill>
            <p:spPr>
              <a:xfrm>
                <a:off x="1082040" y="4484370"/>
                <a:ext cx="2599055" cy="69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37" name="墨迹 36"/>
              <p14:cNvContentPartPr/>
              <p14:nvPr/>
            </p14:nvContentPartPr>
            <p14:xfrm>
              <a:off x="3962400" y="4598670"/>
              <a:ext cx="2796540" cy="16510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48"/>
            </p:blipFill>
            <p:spPr>
              <a:xfrm>
                <a:off x="3962400" y="4598670"/>
                <a:ext cx="2796540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38" name="墨迹 37"/>
              <p14:cNvContentPartPr/>
              <p14:nvPr/>
            </p14:nvContentPartPr>
            <p14:xfrm>
              <a:off x="5988685" y="4133850"/>
              <a:ext cx="627380" cy="42037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50"/>
            </p:blipFill>
            <p:spPr>
              <a:xfrm>
                <a:off x="5988685" y="4133850"/>
                <a:ext cx="627380" cy="420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39" name="墨迹 38"/>
              <p14:cNvContentPartPr/>
              <p14:nvPr/>
            </p14:nvContentPartPr>
            <p14:xfrm>
              <a:off x="6606540" y="4552315"/>
              <a:ext cx="2611120" cy="62230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52"/>
            </p:blipFill>
            <p:spPr>
              <a:xfrm>
                <a:off x="6606540" y="4552315"/>
                <a:ext cx="2611120" cy="622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" p14:bwMode="auto">
            <p14:nvContentPartPr>
              <p14:cNvPr id="41" name="墨迹 40"/>
              <p14:cNvContentPartPr/>
              <p14:nvPr/>
            </p14:nvContentPartPr>
            <p14:xfrm>
              <a:off x="8260080" y="5711190"/>
              <a:ext cx="635" cy="635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54"/>
            </p:blipFill>
            <p:spPr>
              <a:xfrm>
                <a:off x="8260080" y="5711190"/>
                <a:ext cx="635" cy="635"/>
              </a:xfrm>
              <a:prstGeom prst="rect"/>
            </p:spPr>
          </p:pic>
        </mc:Fallback>
      </mc:AlternateContent>
      <p:sp>
        <p:nvSpPr>
          <p:cNvPr id="42" name="文本框 41"/>
          <p:cNvSpPr txBox="1"/>
          <p:nvPr/>
        </p:nvSpPr>
        <p:spPr>
          <a:xfrm>
            <a:off x="1082040" y="4619625"/>
            <a:ext cx="983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2) Cache</a:t>
            </a:r>
            <a:r>
              <a:rPr lang="zh-CN" altLang="en-US"/>
              <a:t>块</a:t>
            </a:r>
            <a:r>
              <a:rPr lang="en-US" altLang="zh-CN"/>
              <a:t> 32B</a:t>
            </a:r>
            <a:r>
              <a:rPr lang="zh-CN" altLang="en-US"/>
              <a:t>，一次读突发总线传输</a:t>
            </a:r>
            <a:r>
              <a:rPr lang="en-US" altLang="zh-CN"/>
              <a:t>32B</a:t>
            </a:r>
            <a:r>
              <a:rPr lang="zh-CN" altLang="en-US"/>
              <a:t>，所以需要</a:t>
            </a:r>
            <a:r>
              <a:rPr lang="en-US" altLang="zh-CN"/>
              <a:t> 1 </a:t>
            </a:r>
            <a:r>
              <a:rPr lang="zh-CN" altLang="en-US"/>
              <a:t>次</a:t>
            </a:r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994410" y="4979035"/>
            <a:ext cx="983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3) </a:t>
            </a:r>
            <a:r>
              <a:rPr lang="zh-CN"/>
              <a:t>送首地址和命令</a:t>
            </a:r>
            <a:r>
              <a:rPr lang="en-US" altLang="zh-CN"/>
              <a:t> </a:t>
            </a:r>
            <a:r>
              <a:rPr lang="zh-CN" altLang="en-US"/>
              <a:t>：</a:t>
            </a:r>
            <a:r>
              <a:rPr lang="en-US" altLang="zh-CN">
                <a:sym typeface="+mn-ea"/>
              </a:rPr>
              <a:t>5</a:t>
            </a:r>
            <a:r>
              <a:rPr lang="en-US" altLang="zh-CN"/>
              <a:t>ns </a:t>
            </a:r>
            <a:r>
              <a:rPr lang="zh-CN" altLang="en-US"/>
              <a:t>；</a:t>
            </a:r>
            <a:r>
              <a:rPr lang="en-US" altLang="zh-CN"/>
              <a:t> </a:t>
            </a:r>
            <a:r>
              <a:rPr lang="zh-CN"/>
              <a:t>读数据</a:t>
            </a:r>
            <a:r>
              <a:rPr lang="en-US" altLang="zh-CN"/>
              <a:t> 40 ns ; </a:t>
            </a:r>
            <a:r>
              <a:rPr lang="zh-CN" altLang="en-US"/>
              <a:t>传送数据</a:t>
            </a:r>
            <a:r>
              <a:rPr lang="en-US" altLang="zh-CN"/>
              <a:t> 8 </a:t>
            </a:r>
            <a:r>
              <a:rPr lang="zh-CN" altLang="en-US"/>
              <a:t>×</a:t>
            </a:r>
            <a:r>
              <a:rPr lang="en-US" altLang="zh-CN"/>
              <a:t> 5 ns </a:t>
            </a:r>
            <a:r>
              <a:rPr lang="zh-CN" altLang="en-US"/>
              <a:t>一共</a:t>
            </a:r>
            <a:r>
              <a:rPr lang="en-US" altLang="zh-CN"/>
              <a:t> 85 ns</a:t>
            </a:r>
            <a:endParaRPr lang="en-US" altLang="zh-CN"/>
          </a:p>
        </p:txBody>
      </p:sp>
      <p:sp>
        <p:nvSpPr>
          <p:cNvPr id="44" name="文本框 43"/>
          <p:cNvSpPr txBox="1"/>
          <p:nvPr/>
        </p:nvSpPr>
        <p:spPr>
          <a:xfrm>
            <a:off x="994410" y="5425440"/>
            <a:ext cx="98386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4) </a:t>
            </a:r>
            <a:r>
              <a:rPr lang="zh-CN" altLang="en-US"/>
              <a:t>这题答案我们按照如下方式理解</a:t>
            </a:r>
            <a:r>
              <a:rPr lang="en-US" altLang="zh-CN"/>
              <a:t> </a:t>
            </a:r>
            <a:r>
              <a:rPr lang="zh-CN" altLang="en-US"/>
              <a:t>：考虑一条指令的平均执行时间，假设</a:t>
            </a:r>
            <a:r>
              <a:rPr lang="en-US" altLang="zh-CN"/>
              <a:t> cache </a:t>
            </a:r>
            <a:r>
              <a:rPr lang="zh-CN" altLang="en-US"/>
              <a:t>命中，会花费</a:t>
            </a:r>
            <a:r>
              <a:rPr lang="en-US" altLang="zh-CN"/>
              <a:t> 4 </a:t>
            </a:r>
            <a:r>
              <a:rPr lang="zh-CN" altLang="en-US"/>
              <a:t>个</a:t>
            </a:r>
            <a:r>
              <a:rPr lang="en-US" altLang="zh-CN"/>
              <a:t> CPU </a:t>
            </a:r>
            <a:r>
              <a:rPr lang="zh-CN" altLang="en-US"/>
              <a:t>周期，（</a:t>
            </a:r>
            <a:r>
              <a:rPr lang="en-US" altLang="zh-CN"/>
              <a:t>cpi=4</a:t>
            </a:r>
            <a:r>
              <a:rPr lang="zh-CN" altLang="en-US"/>
              <a:t>），也就是</a:t>
            </a:r>
            <a:r>
              <a:rPr lang="en-US" altLang="zh-CN"/>
              <a:t> 5ns </a:t>
            </a:r>
            <a:r>
              <a:rPr lang="zh-CN" altLang="en-US"/>
              <a:t>。还有</a:t>
            </a:r>
            <a:r>
              <a:rPr lang="en-US" altLang="zh-CN"/>
              <a:t> 5% </a:t>
            </a:r>
            <a:r>
              <a:rPr lang="zh-CN" altLang="en-US"/>
              <a:t>概率</a:t>
            </a:r>
            <a:r>
              <a:rPr lang="en-US" altLang="zh-CN"/>
              <a:t>cache</a:t>
            </a:r>
            <a:r>
              <a:rPr lang="zh-CN" altLang="en-US"/>
              <a:t>不命中，因为指令需要</a:t>
            </a:r>
            <a:r>
              <a:rPr lang="en-US" altLang="zh-CN"/>
              <a:t> 1.2 </a:t>
            </a:r>
            <a:r>
              <a:rPr lang="zh-CN" altLang="en-US"/>
              <a:t>次访存，每个指令平均</a:t>
            </a:r>
            <a:r>
              <a:rPr lang="en-US" altLang="zh-CN"/>
              <a:t> 1.2 </a:t>
            </a:r>
            <a:r>
              <a:rPr lang="zh-CN" altLang="en-US"/>
              <a:t>次不命中，就是</a:t>
            </a:r>
            <a:r>
              <a:rPr lang="en-US" altLang="zh-CN"/>
              <a:t> 1.2* 5%*85ns, </a:t>
            </a:r>
            <a:r>
              <a:rPr lang="zh-CN" altLang="en-US"/>
              <a:t>即每个指令</a:t>
            </a:r>
            <a:r>
              <a:rPr lang="en-US" altLang="zh-CN"/>
              <a:t> 5%</a:t>
            </a:r>
            <a:r>
              <a:rPr lang="zh-CN" altLang="en-US"/>
              <a:t>概率出现</a:t>
            </a:r>
            <a:r>
              <a:rPr lang="en-US" altLang="zh-CN"/>
              <a:t>1.2</a:t>
            </a:r>
            <a:r>
              <a:rPr lang="zh-CN" altLang="en-US"/>
              <a:t>次</a:t>
            </a:r>
            <a:r>
              <a:rPr lang="en-US" altLang="zh-CN"/>
              <a:t>cache</a:t>
            </a:r>
            <a:r>
              <a:rPr lang="zh-CN" altLang="en-US"/>
              <a:t>缺失，处理一次</a:t>
            </a:r>
            <a:r>
              <a:rPr lang="en-US" altLang="zh-CN"/>
              <a:t>85ns</a:t>
            </a:r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内容占位符 2"/>
          <p:cNvSpPr>
            <a:spLocks noGrp="1"/>
          </p:cNvSpPr>
          <p:nvPr>
            <p:ph idx="1"/>
          </p:nvPr>
        </p:nvSpPr>
        <p:spPr bwMode="auto">
          <a:xfrm>
            <a:off x="767863" y="620714"/>
            <a:ext cx="10644552" cy="5627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indent="0">
              <a:buNone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的时钟周期是主频的倒数，即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1/800MHz= 1.25ns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/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总线的时钟周期是总线频率的倒数，即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1/200MHz=5ns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/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总线宽度为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32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位，因此总线带宽为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4B×200MHz=800MB/s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或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4B/5ns =800MB/6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/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块大小是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32B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，因此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缺失时需要一个读突发传送总线事务读取一个主存块。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/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）一次读突发传送总线事务包括一次地址传送和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32B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数据传送：用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个总线时钟周期传输地址；每隔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40ns/8 = 5ns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启动一个体工作（各进行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次存取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，第一个体读数据花费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40ns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，之后数据存取与数据传输重叠；用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8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个总线时钟周期传输数据。读突发传送总线事务时间为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5ns+ 40ns + 8×5ns=85ns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/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）一条指令的平均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执行时间包括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命中时的指令执行时间和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缺失时带来的额外开销。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命中时的一条指令执行时间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- 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命中时的 </a:t>
            </a:r>
            <a:r>
              <a:rPr lang="en-US" altLang="zh-CN" sz="20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CPIx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时钟周期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=4×1.25ns = 5ns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。一条指令执行过程中因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缺失而导致的平均额外开销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平均访存次数</a:t>
            </a:r>
            <a:r>
              <a:rPr lang="en-US" altLang="zh-CN" sz="20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xCache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缺失率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一次读突发传送总线事务时间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= 1.2×5%*85ns = 5.1ns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。一条指令的平均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执行时间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= 5ns + 5.1ns = 10.1ns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/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BP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执行时间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一条指令的平均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执行时间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指令条数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=10.1ns×100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1010ns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6240780" y="957580"/>
              <a:ext cx="1196975" cy="2984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6240780" y="957580"/>
                <a:ext cx="1196975" cy="298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6400800" y="1436370"/>
              <a:ext cx="783590" cy="63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6400800" y="1436370"/>
                <a:ext cx="783590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4" name="墨迹 3"/>
              <p14:cNvContentPartPr/>
              <p14:nvPr/>
            </p14:nvContentPartPr>
            <p14:xfrm>
              <a:off x="9144000" y="1811020"/>
              <a:ext cx="1261110" cy="18224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6"/>
            </p:blipFill>
            <p:spPr>
              <a:xfrm>
                <a:off x="9144000" y="1811020"/>
                <a:ext cx="1261110" cy="1822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5" name="墨迹 4"/>
              <p14:cNvContentPartPr/>
              <p14:nvPr/>
            </p14:nvContentPartPr>
            <p14:xfrm>
              <a:off x="5196840" y="1842135"/>
              <a:ext cx="2283460" cy="5207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8"/>
            </p:blipFill>
            <p:spPr>
              <a:xfrm>
                <a:off x="5196840" y="1842135"/>
                <a:ext cx="2283460" cy="5207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内容占位符 2"/>
          <p:cNvSpPr>
            <a:spLocks noGrp="1"/>
          </p:cNvSpPr>
          <p:nvPr>
            <p:ph idx="1"/>
          </p:nvPr>
        </p:nvSpPr>
        <p:spPr bwMode="auto">
          <a:xfrm>
            <a:off x="767862" y="621323"/>
            <a:ext cx="10691446" cy="555564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normAutofit fontScale="85000" lnSpcReduction="10000"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【2010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统考真题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某计算机的主存地址空间大小为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256MB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，按字节编址。指令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Cache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和数据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Cache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分离，均有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8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Cache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行，每个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Cache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行大小为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64B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，数据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Cache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采用直接映射方式。现有两个功能相同的程序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，其伪代码如下所示：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程序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				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	</a:t>
            </a:r>
            <a:r>
              <a:rPr lang="zh-CN" altLang="en-US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程序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a[256][256];			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	</a:t>
            </a:r>
            <a:r>
              <a:rPr lang="en-US" altLang="zh-CN" sz="1800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a[256][256];</a:t>
            </a: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……					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	……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sum_array1(){			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	</a:t>
            </a:r>
            <a:r>
              <a:rPr lang="en-US" altLang="zh-CN" sz="1800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sum_array2(){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sum=0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		          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	</a:t>
            </a:r>
            <a:r>
              <a:rPr lang="en-US" altLang="zh-CN" sz="1800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sum=0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 for(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=0;i&lt;256;i++)			          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for(j=0;j&lt;256;j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++)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for(j=0;j&lt;256;j++)                                     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for(</a:t>
            </a:r>
            <a:r>
              <a:rPr lang="en-US" altLang="zh-CN" sz="1800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=0;i&lt;256;i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++)	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sum += a[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][j]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sum += a[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][j]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 return sum; 			           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return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sum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18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				                 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	}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假定 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类型数据用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32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位补码表示，程序编译时，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j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sum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均分配在寄存器中，</a:t>
            </a:r>
            <a:r>
              <a:rPr lang="zh-CN" altLang="en-US" sz="1800" dirty="0">
                <a:ln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数组按行优先方式存放，其首地址为 </a:t>
            </a:r>
            <a:r>
              <a:rPr lang="en-US" altLang="zh-CN" sz="1800" dirty="0">
                <a:ln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320</a:t>
            </a:r>
            <a:r>
              <a:rPr lang="zh-CN" altLang="en-US" sz="1800" dirty="0">
                <a:ln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（十进制数</a:t>
            </a:r>
            <a:r>
              <a:rPr lang="en-US" altLang="zh-CN" sz="1800" dirty="0">
                <a:ln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。请回答下列问题，要求说明理由或给出计算过程。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）不考虑用于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Cache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一致性维护和替换算法的控制位，数据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Cache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的总容量为多少？</a:t>
            </a: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）数组元素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a[0][31]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a[1][1]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各自所在的主存块对应的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Cache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行号是多少（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Cache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行号从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开始）。</a:t>
            </a: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）程序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的数据访问命中率各是多少？哪个程序的执行时间更短？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endParaRPr lang="zh-CN" alt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862" y="638908"/>
            <a:ext cx="10691446" cy="5236960"/>
          </a:xfrm>
        </p:spPr>
        <p:txBody>
          <a:bodyPr>
            <a:normAutofit/>
          </a:bodyPr>
          <a:lstStyle/>
          <a:p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每个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行对应一个标记项，标记项包括有效位、脏位、替换控制位以及主存字块标记位。由主存空间大小为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256MB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，按字节编址， 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256M=2^28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，地址总长度为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28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位，每个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行大小为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64B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，块内地址为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log64=6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位，有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行号为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log8=3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位，主存字块标记位数为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28-6-3=19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位，不考虑一致性维护和替换算法的控制位，还需一位有效位，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19+1=20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标记位，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20bit=20/8B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，数据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共有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行，可计算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的总容量：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的总容量 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行数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×(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每行标记位大小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每行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块大小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)=8×(64+20/8)B=532B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2)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数组按行优先方式存放，首地址为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320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，数组元素占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个字节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a[256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][256]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表示数组有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256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行，每行有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256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个元素。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采用直接映射方式，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zh-CN" sz="1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a[0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][31]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所在的主存块对应的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行号为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:(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320B+(256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0+31)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4B)/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64B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 mod 8=6 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a[1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][1]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所在的主存块对应的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行号为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:(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320B+(256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1+1)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4B)/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64B mod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 8=5 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3)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按行存放，程序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按行存取。每个字块中存放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型数据，除访问的第一个不命中 ，随后的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个全都命中，程序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的命中率为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15/16=93.75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%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按列存取，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总容量为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64B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8=512B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，数组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一行的大小为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1KB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，正好是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容量的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倍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。不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同行的同一列数组元素地址同余，所以不同行的同一列数组元素使用的是同一个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单元，故逐列访问每个数据时，都会将之前的字块置换出，也即每次访问都不会命中，命中率为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8892" y="674077"/>
            <a:ext cx="10597662" cy="5597769"/>
          </a:xfrm>
        </p:spPr>
        <p:txBody>
          <a:bodyPr>
            <a:normAutofit fontScale="60000" lnSpcReduction="20000"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2023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统考真题】已知计算机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字长为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位，按字节编址，采用请求调页策略的虚拟存储管理方式，虚拟地址为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位，页面大小为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4KB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；数据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采用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路组相联映射，数据区大小为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8KB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，主存块大小为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。现有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语言程序段如下：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int a[24][64];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for (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= 0; 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&lt; 24; 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 for (j = 0; j &lt; 64; 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j++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) a[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][j] = 10;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已知二维数组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按行优先存放，在虚拟地址空间中分配的起始地址为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0042 2000H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)=4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，假定在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上执行上述程序段之前数组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不在主存，且在该程序段执行过程中不会发生页面置换。请回答下列问题。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(1)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分为几个页面存储？对于数组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的访问，会发生几次缺页异常？</a:t>
            </a:r>
            <a:r>
              <a:rPr lang="zh-CN" altLang="en-US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次）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页故障地址各是什么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(2)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不考虑变量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，该程序段的数据访问是否具有时间局部性？为什么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(3)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计算机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的虚拟地址（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A31~A0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）中哪几位用作块内地址？哪几位用作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组号？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a[1][0]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的虚拟地址是多少？其所在主存块对应的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组号是多少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(4)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占用多少主存块？假设上述程序段执行过程中数组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的访问不会和其他数据发生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访问冲突，则数组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命中率是多少？若将循环中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的次序按如下方式调换：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for (j = 0; j &lt; 64; 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j++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 for (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= 0; 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&lt; 24; 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++) a[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][j] = 10;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则数组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命中率又是多少？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6138" y="662354"/>
            <a:ext cx="10679724" cy="5213514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(1)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第一问。数组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分为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个页面存储。根据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语言程序段，数组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共有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24×64=1536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个元素，每个数组元素类型为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)=4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，即一个元素占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4B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内存，所以数组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占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1536×4B=6KB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内存。页面大小为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4KB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，数组元素在内存空间连续存放，需要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占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页面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第二问。对于数组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的访问，会发生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次缺页异常。因为在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上执行上述程序段之前数组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不在主存，且数组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分为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个页面存储。所以当访问这两个页面中第一个元素时，页面尚未调入内存，会产生缺页异常，总计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次缺页异常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第三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问。两个页故障地址分别是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0042 2000H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0042 3000H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。虚拟地址格式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虚页号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页内地址，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页面大小为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4KB=2^12B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，按字节编址，页内地址占低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位，虚拟地址为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位，虚页号占高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32-12=20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位。数组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在虚拟地址空间中分配的起始地址为 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00422(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虚页号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)000H(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页内地址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),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第一次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缺页访问虚页号为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00422H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，数组元素在内存空间从低地址到高地址连续存放，所以第二次缺页访问虚页号为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00422H + 1H = 00423H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，访问该页面第一个元素所在页内地址为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000H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，即访问位置为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0042 3000H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。所以两个页故障地址分别是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0042 2000H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0042 3000H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8892" y="697523"/>
            <a:ext cx="10644554" cy="5178345"/>
          </a:xfrm>
        </p:spPr>
        <p:txBody>
          <a:bodyPr>
            <a:normAutofit/>
          </a:bodyPr>
          <a:lstStyle/>
          <a:p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(2)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第一问。该程序段的数据访问没有时间局部性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问。时间局部性是指如果某数据被访问过，不久以后该数据可能再次被访问。显然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中每个元素仅被访问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次，不存在重复访问，所以没有时间局部性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虚拟地址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格式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虚页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号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页内地址，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物理地址格式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为：页框号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页内地址；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页大小和页框号大小相同，页面大小为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4KB= 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2^12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 B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，按字节编址，页内地址占低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位。也就是虚拟地址和物理地址的低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位相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同。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组相联映射格式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为主存字块标志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组号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块内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地址；主存块大小为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32B=2^5B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，按字节编址，块内地址占低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位，数据区大小为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8KB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，有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8KB/32B=2^8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，数据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采用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路组相联映射，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2^8/4=2^6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组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，组号占中间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位。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5+6=11&lt;12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，虚拟地址和物理地址的低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位一定相同。物理地址中低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位用作块内地址，低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位中高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位用作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组号。对应虚拟地址中低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A4~A0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）用作块内地址，低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位中高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A10~A5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）用作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组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号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a[1][0]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的虚拟地址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0042 2100H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。因为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的起始地址为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0042 2000H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，一行有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64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个元素，一个元素占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个地址单元，所以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a[1][0]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的虚拟地址是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0042 2000H+(64×1+0)×4H=0042 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2100H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第四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问。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a[1][0]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所在主存块对应的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组号是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。因为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a[1][0]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的虚拟地址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0042 2100H =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0615" y="685800"/>
            <a:ext cx="10075982" cy="5190068"/>
          </a:xfrm>
        </p:spPr>
        <p:txBody>
          <a:bodyPr/>
          <a:lstStyle/>
          <a:p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(4) 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第一问。数组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占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192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个主存块。根据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第一问的结论，数组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占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6KB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内存，主存块大小为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32B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，由于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的起始地址为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0042 2000H,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第一个元素的块内地址是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00000B=0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，也就是数组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占用每个块都是用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中元素占满了，不存在数组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占了某个块的仅一部分内存空间的情况。所以数组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恰好占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6KB/32B=192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个主存块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1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smtClean="0">
                <a:latin typeface="宋体" panose="02010600030101010101" pitchFamily="2" charset="-122"/>
                <a:ea typeface="宋体" panose="02010600030101010101" pitchFamily="2" charset="-122"/>
              </a:rPr>
              <a:t>第二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问。数组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命中率为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87.5%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。主存块大小为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每个元素大小为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，一个主存块包含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32B/4B=8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个元素，本题代码为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语言代码，在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语言中，二维数组按行优先方式存放，因此数组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按行优先存放，该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语言程序段按行访问数组元素，每个元素仅访问一次，所以每访问每个主存块中第一个元素产生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缺失，剩余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8-1=7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命中，所以数组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命中率为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7/8=87.5%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章 指令系统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3369" y="2426677"/>
            <a:ext cx="10468708" cy="3804137"/>
          </a:xfrm>
        </p:spPr>
        <p:txBody>
          <a:bodyPr/>
          <a:lstStyle/>
          <a:p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本章重点：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指令格式</a:t>
            </a:r>
            <a:endParaRPr lang="en-US" altLang="zh-CN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寻址方式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39553B-1F90-479D-B535-3177EED08F60}" type="slidenum">
              <a:rPr lang="en-US" altLang="zh-CN"/>
            </a:fld>
            <a:endParaRPr lang="en-US" altLang="zh-CN"/>
          </a:p>
        </p:txBody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7142" y="647944"/>
            <a:ext cx="10523904" cy="560045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zh-CN" altLang="en-US" sz="2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影响计算机指令格式的因素</a:t>
            </a:r>
            <a:endParaRPr lang="zh-CN" altLang="en-US" sz="2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机器的字长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存储器的容量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指令的功能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指令应能</a:t>
            </a:r>
            <a:r>
              <a:rPr lang="zh-CN" altLang="en-US" sz="2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反映以下信息</a:t>
            </a:r>
            <a:endParaRPr lang="zh-CN" altLang="en-US" sz="2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做什么操作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如果需要操作数，从哪里取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结果送哪里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下一条指令从哪里取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指令格式</a:t>
            </a:r>
            <a:r>
              <a:rPr lang="zh-CN" altLang="en-US" sz="2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包括两个方面</a:t>
            </a:r>
            <a:r>
              <a:rPr lang="zh-CN" altLang="en-US" sz="2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sz="26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指令格式的设置一般遵循以下规则：</a:t>
            </a:r>
            <a:endParaRPr lang="zh-CN" altLang="en-US" sz="2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尽量多的信息；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长度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尽可能与机器字长相匹配；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指令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中包含尽量少的冗余信息。 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>
              <a:lnSpc>
                <a:spcPct val="90000"/>
              </a:lnSpc>
            </a:pPr>
            <a:endParaRPr lang="zh-CN" altLang="en-US" sz="2200" dirty="0"/>
          </a:p>
          <a:p>
            <a:pPr>
              <a:lnSpc>
                <a:spcPct val="90000"/>
              </a:lnSpc>
            </a:pPr>
            <a:endParaRPr lang="en-US" altLang="zh-CN" dirty="0" smtClean="0"/>
          </a:p>
        </p:txBody>
      </p:sp>
      <p:grpSp>
        <p:nvGrpSpPr>
          <p:cNvPr id="171013" name="Group 4"/>
          <p:cNvGrpSpPr/>
          <p:nvPr/>
        </p:nvGrpSpPr>
        <p:grpSpPr bwMode="auto">
          <a:xfrm>
            <a:off x="4469911" y="3787654"/>
            <a:ext cx="7010400" cy="685800"/>
            <a:chOff x="1056" y="1728"/>
            <a:chExt cx="4416" cy="432"/>
          </a:xfrm>
        </p:grpSpPr>
        <p:sp>
          <p:nvSpPr>
            <p:cNvPr id="171014" name="Rectangle 5"/>
            <p:cNvSpPr>
              <a:spLocks noChangeArrowheads="1"/>
            </p:cNvSpPr>
            <p:nvPr/>
          </p:nvSpPr>
          <p:spPr bwMode="auto">
            <a:xfrm>
              <a:off x="1056" y="1728"/>
              <a:ext cx="4416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71015" name="Line 6"/>
            <p:cNvSpPr>
              <a:spLocks noChangeShapeType="1"/>
            </p:cNvSpPr>
            <p:nvPr/>
          </p:nvSpPr>
          <p:spPr bwMode="auto">
            <a:xfrm>
              <a:off x="3120" y="172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1016" name="Rectangle 7"/>
            <p:cNvSpPr>
              <a:spLocks noChangeArrowheads="1"/>
            </p:cNvSpPr>
            <p:nvPr/>
          </p:nvSpPr>
          <p:spPr bwMode="auto">
            <a:xfrm>
              <a:off x="1488" y="1776"/>
              <a:ext cx="120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800" b="1">
                  <a:solidFill>
                    <a:srgbClr val="3333FF"/>
                  </a:solidFill>
                  <a:latin typeface="Times New Roman" panose="02020603050405020304" pitchFamily="18" charset="0"/>
                </a:rPr>
                <a:t>操作码字段</a:t>
              </a:r>
              <a:endPara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1017" name="Rectangle 8"/>
            <p:cNvSpPr>
              <a:spLocks noChangeArrowheads="1"/>
            </p:cNvSpPr>
            <p:nvPr/>
          </p:nvSpPr>
          <p:spPr bwMode="auto">
            <a:xfrm>
              <a:off x="3648" y="1776"/>
              <a:ext cx="120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800" b="1">
                  <a:solidFill>
                    <a:srgbClr val="3333FF"/>
                  </a:solidFill>
                  <a:latin typeface="Times New Roman" panose="02020603050405020304" pitchFamily="18" charset="0"/>
                </a:rPr>
                <a:t>地址码字段</a:t>
              </a:r>
              <a:endPara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1308" y="638908"/>
            <a:ext cx="10621107" cy="5580184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指令的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寻址方式</a:t>
            </a:r>
            <a:endParaRPr lang="en-US" altLang="zh-CN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立即寻址		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	</a:t>
            </a:r>
            <a:r>
              <a:rPr lang="en-US" altLang="zh-CN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EA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＝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endParaRPr lang="en-US" altLang="zh-CN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直接寻址		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	</a:t>
            </a:r>
            <a:r>
              <a:rPr lang="en-US" altLang="zh-CN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EA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＝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endParaRPr lang="en-US" altLang="zh-CN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寄存器寻址	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		</a:t>
            </a:r>
            <a:r>
              <a:rPr lang="en-US" altLang="zh-CN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EA=R</a:t>
            </a:r>
            <a:endParaRPr lang="en-US" altLang="zh-CN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基址寻址		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	</a:t>
            </a:r>
            <a:r>
              <a:rPr lang="en-US" altLang="zh-CN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EA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=(BR)+</a:t>
            </a:r>
            <a:r>
              <a:rPr lang="en-US" altLang="zh-CN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endParaRPr lang="en-US" altLang="zh-CN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用以解决程序在存储器中的定位和扩大寻址空间等问题。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变址寻址		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	</a:t>
            </a:r>
            <a:r>
              <a:rPr lang="en-US" altLang="zh-CN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EA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=(X)+A</a:t>
            </a:r>
            <a:endParaRPr lang="en-US" altLang="zh-CN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结合循环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方法，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逐次改变变址寄存器的值，来访问一片主存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地址</a:t>
            </a:r>
            <a:endParaRPr lang="en-US" altLang="zh-CN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间接寻址	</a:t>
            </a:r>
            <a:endParaRPr lang="en-US" altLang="zh-CN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存储器间接寻址：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EA=(A</a:t>
            </a:r>
            <a:r>
              <a:rPr lang="en-US" altLang="zh-CN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en-US" altLang="zh-CN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寄存器间接寻址：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EA=(R) </a:t>
            </a:r>
            <a:endParaRPr lang="en-US" altLang="zh-CN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相对寻址		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	</a:t>
            </a:r>
            <a:r>
              <a:rPr lang="en-US" altLang="zh-CN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EA=(PC)+</a:t>
            </a:r>
            <a:r>
              <a:rPr lang="en-US" altLang="zh-CN" dirty="0" err="1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disp</a:t>
            </a:r>
            <a:endParaRPr lang="en-US" altLang="zh-CN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7620" name="Group 52"/>
          <p:cNvGraphicFramePr>
            <a:graphicFrameLocks noGrp="1"/>
          </p:cNvGraphicFramePr>
          <p:nvPr>
            <p:ph idx="1"/>
          </p:nvPr>
        </p:nvGraphicFramePr>
        <p:xfrm>
          <a:off x="1827457" y="1085728"/>
          <a:ext cx="7772400" cy="731838"/>
        </p:xfrm>
        <a:graphic>
          <a:graphicData uri="http://schemas.openxmlformats.org/drawingml/2006/table">
            <a:tbl>
              <a:tblPr/>
              <a:tblGrid>
                <a:gridCol w="2663825"/>
                <a:gridCol w="947737"/>
                <a:gridCol w="4160838"/>
              </a:tblGrid>
              <a:tr h="365919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15           10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4216" marR="154216" marT="45740" marB="4574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9  8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4216" marR="154216" marT="45740" marB="4574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7                        0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4216" marR="154216" marT="45740" marB="4574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OP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4216" marR="154216" marT="45740" marB="457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4216" marR="154216" marT="45740" marB="457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4216" marR="154216" marT="45740" marB="457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7BD39B-87A6-41D5-B71B-70C3F2649560}" type="slidenum">
              <a:rPr lang="zh-CN" altLang="en-US"/>
            </a:fld>
            <a:endParaRPr lang="en-US" altLang="zh-CN"/>
          </a:p>
        </p:txBody>
      </p:sp>
      <p:sp>
        <p:nvSpPr>
          <p:cNvPr id="139280" name="Rectangle 3"/>
          <p:cNvSpPr>
            <a:spLocks noGrp="1"/>
          </p:cNvSpPr>
          <p:nvPr>
            <p:ph type="body" sz="half" idx="4294967295"/>
          </p:nvPr>
        </p:nvSpPr>
        <p:spPr>
          <a:xfrm>
            <a:off x="791307" y="691662"/>
            <a:ext cx="10603523" cy="5556737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4-3】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某微机的指令格式如下所示：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dirty="0"/>
          </a:p>
          <a:p>
            <a:pPr lvl="1">
              <a:buFontTx/>
              <a:buNone/>
            </a:pP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OP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：操作码；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：位移量；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：寻址特征位，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buFontTx/>
              <a:buNone/>
            </a:pP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X=00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：直接寻址；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buFontTx/>
              <a:buNone/>
            </a:pP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X=01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：用变址寄存器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X1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进行变址；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buFontTx/>
              <a:buNone/>
            </a:pP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X=10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：用变址寄存器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X2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进行变址；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buFontTx/>
              <a:buNone/>
            </a:pP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X=11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：相对寻址。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  设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(PC)=1234H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(X1)=0037H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(X2)=1122H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，请确定下列指令的有效地址。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4420H	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2244H	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1322H	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3521H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3"/>
          <p:cNvSpPr>
            <a:spLocks noGrp="1"/>
          </p:cNvSpPr>
          <p:nvPr>
            <p:ph idx="1"/>
          </p:nvPr>
        </p:nvSpPr>
        <p:spPr>
          <a:xfrm>
            <a:off x="662353" y="673222"/>
            <a:ext cx="10650415" cy="557517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4420H = 010001 00 00100000 B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∵X=00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D=20H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，∴是直接寻址，有效地址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E=D=20H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2244H = 001000 10 01000100 B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∵X=10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D=44H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，∴是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X2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变址寻址，有效地址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E=(X2)+D =1122H+44H=1166H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1322H = 000100 11 00100010 B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∵X=11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D=22H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，∴是相对寻址，有效地址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E=(PC)+D =1234H+22H=1256H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3521H = 001101 01 00100001 B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∵X=01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D=21H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，∴是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X1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变址寻址，有效地址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E=(X1)+D =0037H+21H=0058H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8F319A-04DE-4949-942C-688A769F2E8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1308" y="662354"/>
            <a:ext cx="10105289" cy="5213514"/>
          </a:xfrm>
        </p:spPr>
        <p:txBody>
          <a:bodyPr/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一条双字长的取数指令（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LDA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）存于存储器的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200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和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201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单元，其中第一个字为操作码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OP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和寻址特征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，第二个字为形式地址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假设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PC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的当前值为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200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，变址寄存器 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内容为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100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，基址寄存器的内容为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200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，存储器相关单元的内容如下表所示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下表的各列分别为寻址方式、该寻址方式下的有效地址及取数指令执行结束后累加器（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AC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）的内容，试补全下表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944" y="1644246"/>
            <a:ext cx="7273158" cy="7559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58" y="3318441"/>
            <a:ext cx="7669433" cy="296900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6138" y="656492"/>
            <a:ext cx="10668000" cy="521937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例题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：某机字内存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64KB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内有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位通用寄存器（其中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个又可当作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位通用寄存器）。该机指令系统共有64条指令，全部为双地址指令，且第一个操作数在寄存器中，指令采用下列寻址方式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 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）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寄存器直接寻址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）寄存器间接寻址（用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位寄存器）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）存储器直接寻址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）变址寻址（用任意一个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位寄存器作变址寄存器，位移量为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位）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要求：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）设计该计算机指令格式，并画出各种类型的指令格式示意图；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）写出各种寻址方式的有效地址。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532551" y="1066483"/>
          <a:ext cx="6096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298832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操作码</a:t>
                      </a: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   </a:t>
                      </a:r>
                      <a:r>
                        <a:rPr lang="zh-CN" altLang="en-US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寻址方式</a:t>
                      </a: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</a:t>
                      </a: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</a:t>
                      </a: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偏移量</a:t>
                      </a: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5424" name="文本框 5"/>
          <p:cNvSpPr txBox="1">
            <a:spLocks noChangeArrowheads="1"/>
          </p:cNvSpPr>
          <p:nvPr/>
        </p:nvSpPr>
        <p:spPr bwMode="auto">
          <a:xfrm>
            <a:off x="797048" y="1049096"/>
            <a:ext cx="16557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指令格式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0332" y="2353377"/>
            <a:ext cx="10633806" cy="83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位寄存器，其中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个可以扩展成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位寄存器，因此寄存器一共需要编码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8+4x2=16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2^4=16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，需要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4b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编码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584574" y="3563265"/>
          <a:ext cx="6096000" cy="369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698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操作码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03" marB="456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00</a:t>
                      </a:r>
                      <a:endParaRPr lang="zh-CN" altLang="en-US" sz="1800" dirty="0"/>
                    </a:p>
                  </a:txBody>
                  <a:tcPr marT="45603" marB="456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 smtClean="0"/>
                        <a:t>Rs</a:t>
                      </a:r>
                      <a:endParaRPr lang="zh-CN" altLang="en-US" sz="1800" dirty="0"/>
                    </a:p>
                  </a:txBody>
                  <a:tcPr marT="45603" marB="456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Rd</a:t>
                      </a:r>
                      <a:endParaRPr lang="zh-CN" altLang="en-US" sz="1800" dirty="0"/>
                    </a:p>
                  </a:txBody>
                  <a:tcPr marT="45603" marB="45603"/>
                </a:tc>
              </a:tr>
            </a:tbl>
          </a:graphicData>
        </a:graphic>
      </p:graphicFrame>
      <p:sp>
        <p:nvSpPr>
          <p:cNvPr id="145438" name="文本框 8"/>
          <p:cNvSpPr txBox="1">
            <a:spLocks noChangeArrowheads="1"/>
          </p:cNvSpPr>
          <p:nvPr/>
        </p:nvSpPr>
        <p:spPr bwMode="auto">
          <a:xfrm>
            <a:off x="760597" y="4063847"/>
            <a:ext cx="1992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寄存器间接寻址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45439" name="文本框 9"/>
          <p:cNvSpPr txBox="1">
            <a:spLocks noChangeArrowheads="1"/>
          </p:cNvSpPr>
          <p:nvPr/>
        </p:nvSpPr>
        <p:spPr bwMode="auto">
          <a:xfrm>
            <a:off x="843941" y="5506334"/>
            <a:ext cx="1217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变址寻址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3605214" y="4075112"/>
          <a:ext cx="6096000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操作码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01</a:t>
                      </a:r>
                      <a:endParaRPr lang="zh-CN" altLang="en-US" sz="1800" dirty="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 smtClean="0"/>
                        <a:t>Rs</a:t>
                      </a:r>
                      <a:endParaRPr lang="zh-CN" altLang="en-US" sz="1800" dirty="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Rd</a:t>
                      </a:r>
                      <a:endParaRPr lang="zh-CN" altLang="en-US" sz="1800" dirty="0"/>
                    </a:p>
                  </a:txBody>
                  <a:tcPr marT="45798" marB="45798"/>
                </a:tc>
              </a:tr>
            </a:tbl>
          </a:graphicData>
        </a:graphic>
      </p:graphicFrame>
      <p:sp>
        <p:nvSpPr>
          <p:cNvPr id="145452" name="文本框 11"/>
          <p:cNvSpPr txBox="1">
            <a:spLocks noChangeArrowheads="1"/>
          </p:cNvSpPr>
          <p:nvPr/>
        </p:nvSpPr>
        <p:spPr bwMode="auto">
          <a:xfrm>
            <a:off x="797048" y="3563265"/>
            <a:ext cx="1474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寄存器寻址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605214" y="4550477"/>
          <a:ext cx="6096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298832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     </a:t>
                      </a:r>
                      <a:r>
                        <a:rPr lang="zh-CN" altLang="en-US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操作码</a:t>
                      </a: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        </a:t>
                      </a:r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偏移量</a:t>
                      </a:r>
                      <a:r>
                        <a:rPr lang="en-US" altLang="zh-CN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A1</a:t>
                      </a:r>
                      <a:r>
                        <a:rPr lang="zh-CN" altLang="en-US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偏移量</a:t>
                      </a:r>
                      <a:r>
                        <a:rPr lang="en-US" altLang="zh-CN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A2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5467" name="文本框 13"/>
          <p:cNvSpPr txBox="1">
            <a:spLocks noChangeArrowheads="1"/>
          </p:cNvSpPr>
          <p:nvPr/>
        </p:nvSpPr>
        <p:spPr bwMode="auto">
          <a:xfrm>
            <a:off x="845529" y="4737589"/>
            <a:ext cx="1216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直接寻址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3605214" y="5338059"/>
          <a:ext cx="6096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298832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     </a:t>
                      </a:r>
                      <a:r>
                        <a:rPr lang="zh-CN" altLang="en-US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操作码</a:t>
                      </a: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         </a:t>
                      </a:r>
                      <a:r>
                        <a:rPr lang="en-US" altLang="zh-CN" dirty="0" smtClean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R1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R2</a:t>
                      </a:r>
                      <a:r>
                        <a:rPr lang="zh-CN" altLang="en-US" dirty="0" smtClean="0"/>
                        <a:t> 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偏移量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5482" name="文本框 15"/>
          <p:cNvSpPr txBox="1">
            <a:spLocks noChangeArrowheads="1"/>
          </p:cNvSpPr>
          <p:nvPr/>
        </p:nvSpPr>
        <p:spPr bwMode="auto">
          <a:xfrm>
            <a:off x="3062289" y="625353"/>
            <a:ext cx="542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6b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45483" name="文本框 16"/>
          <p:cNvSpPr txBox="1">
            <a:spLocks noChangeArrowheads="1"/>
          </p:cNvSpPr>
          <p:nvPr/>
        </p:nvSpPr>
        <p:spPr bwMode="auto">
          <a:xfrm>
            <a:off x="4574381" y="603832"/>
            <a:ext cx="5445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2b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5484" name="文本框 17"/>
          <p:cNvSpPr txBox="1">
            <a:spLocks noChangeArrowheads="1"/>
          </p:cNvSpPr>
          <p:nvPr/>
        </p:nvSpPr>
        <p:spPr bwMode="auto">
          <a:xfrm>
            <a:off x="6088061" y="610306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4b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5485" name="文本框 18"/>
          <p:cNvSpPr txBox="1">
            <a:spLocks noChangeArrowheads="1"/>
          </p:cNvSpPr>
          <p:nvPr/>
        </p:nvSpPr>
        <p:spPr bwMode="auto">
          <a:xfrm>
            <a:off x="7554181" y="625353"/>
            <a:ext cx="542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4b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862" y="662354"/>
            <a:ext cx="10650415" cy="5213514"/>
          </a:xfrm>
        </p:spPr>
        <p:txBody>
          <a:bodyPr/>
          <a:lstStyle/>
          <a:p>
            <a:pPr>
              <a:defRPr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某模型机共有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64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种操作码，位数固定，且具有以下特点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）采用一地址或二地址格式。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）有寄存器寻址、直接寻址和相对寻址（位移量为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-128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～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+127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种寻址方式。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）有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16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个通用寄存器，算术运算和逻辑运算的操作数均在寄存器中，结果也在寄存器中。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）取数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存数指令在通用寄存器和存储器之间传送数据。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）存储器容量为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1MB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，按字节编址。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要求设计算术逻辑指令、取数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存数指令和相对转移指令的格式，并简述理由。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5446" y="650631"/>
            <a:ext cx="10621108" cy="5225237"/>
          </a:xfrm>
        </p:spPr>
        <p:txBody>
          <a:bodyPr/>
          <a:lstStyle/>
          <a:p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【2017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在按字节编址的计算机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M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上，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f1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的部分源程序（阴影部分）如下。将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f1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中的 </a:t>
            </a:r>
            <a:r>
              <a:rPr lang="en-US" altLang="zh-CN" sz="20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都改成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float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，可得到计算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f(n)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的另一个函数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f2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对应的机器代码（包括指令的虚拟地址）如下：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3963" y="1366265"/>
            <a:ext cx="3883489" cy="407857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702" y="1314037"/>
            <a:ext cx="3883489" cy="18167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90" y="3623254"/>
            <a:ext cx="4213241" cy="2589977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13447</Words>
  <Application>WPS 演示</Application>
  <PresentationFormat>宽屏</PresentationFormat>
  <Paragraphs>497</Paragraphs>
  <Slides>38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4" baseType="lpstr">
      <vt:lpstr>Arial</vt:lpstr>
      <vt:lpstr>宋体</vt:lpstr>
      <vt:lpstr>Wingdings</vt:lpstr>
      <vt:lpstr>Arial</vt:lpstr>
      <vt:lpstr>楷体</vt:lpstr>
      <vt:lpstr>Times New Roman</vt:lpstr>
      <vt:lpstr>微软雅黑</vt:lpstr>
      <vt:lpstr>Arial Unicode MS</vt:lpstr>
      <vt:lpstr>方正舒体</vt:lpstr>
      <vt:lpstr>Garamond</vt:lpstr>
      <vt:lpstr>等线</vt:lpstr>
      <vt:lpstr>华文楷体</vt:lpstr>
      <vt:lpstr>华文仿宋</vt:lpstr>
      <vt:lpstr>Tahoma</vt:lpstr>
      <vt:lpstr>华文新魏</vt:lpstr>
      <vt:lpstr>环保</vt:lpstr>
      <vt:lpstr>第3章存储器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第4章 指令系统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</dc:creator>
  <cp:lastModifiedBy>蔚破冲</cp:lastModifiedBy>
  <cp:revision>113</cp:revision>
  <dcterms:created xsi:type="dcterms:W3CDTF">2023-12-05T11:21:00Z</dcterms:created>
  <dcterms:modified xsi:type="dcterms:W3CDTF">2025-01-01T08:33:43Z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BC90E0A8D03C4CCEB17043C6F399358A_12</vt:lpwstr>
  </property>
  <property fmtid="{D5CDD505-2E9C-101B-9397-08002B2CF9AE}" pid="3" name="KSOProductBuildVer">
    <vt:lpwstr>2052-12.1.0.19770</vt:lpwstr>
  </property>
</Properties>
</file>