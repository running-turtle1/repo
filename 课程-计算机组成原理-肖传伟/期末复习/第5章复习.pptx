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ink/ink1.xml" ContentType="application/inkml+xml"/>
  <Override PartName="/ppt/ink/ink10.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xml" ContentType="application/inkml+xml"/>
  <Override PartName="/ppt/ink/ink20.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xml" ContentType="application/inkml+xml"/>
  <Override PartName="/ppt/ink/ink240.xml" ContentType="application/inkml+xml"/>
  <Override PartName="/ppt/ink/ink241.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6" r:id="rId3"/>
    <p:sldMasterId id="2147483680" r:id="rId4"/>
  </p:sldMasterIdLst>
  <p:notesMasterIdLst>
    <p:notesMasterId r:id="rId19"/>
  </p:notesMasterIdLst>
  <p:sldIdLst>
    <p:sldId id="256" r:id="rId5"/>
    <p:sldId id="287" r:id="rId6"/>
    <p:sldId id="288" r:id="rId7"/>
    <p:sldId id="257" r:id="rId8"/>
    <p:sldId id="258" r:id="rId9"/>
    <p:sldId id="259" r:id="rId10"/>
    <p:sldId id="260" r:id="rId11"/>
    <p:sldId id="261" r:id="rId12"/>
    <p:sldId id="262" r:id="rId13"/>
    <p:sldId id="263" r:id="rId14"/>
    <p:sldId id="264" r:id="rId15"/>
    <p:sldId id="265" r:id="rId16"/>
    <p:sldId id="266" r:id="rId17"/>
    <p:sldId id="267" r:id="rId18"/>
    <p:sldId id="268" r:id="rId20"/>
    <p:sldId id="269" r:id="rId21"/>
    <p:sldId id="270" r:id="rId22"/>
    <p:sldId id="271" r:id="rId23"/>
    <p:sldId id="272" r:id="rId24"/>
    <p:sldId id="273" r:id="rId25"/>
    <p:sldId id="274" r:id="rId26"/>
    <p:sldId id="275" r:id="rId27"/>
    <p:sldId id="276" r:id="rId28"/>
    <p:sldId id="277" r:id="rId29"/>
    <p:sldId id="278" r:id="rId30"/>
    <p:sldId id="279" r:id="rId31"/>
    <p:sldId id="281" r:id="rId32"/>
    <p:sldId id="282" r:id="rId33"/>
    <p:sldId id="283" r:id="rId34"/>
    <p:sldId id="284" r:id="rId35"/>
    <p:sldId id="285" r:id="rId36"/>
    <p:sldId id="286" r:id="rId3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9" d="100"/>
          <a:sy n="109" d="100"/>
        </p:scale>
        <p:origin x="100" y="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slide" Target="slides/slide1.xml"/><Relationship Id="rId40" Type="http://schemas.openxmlformats.org/officeDocument/2006/relationships/tableStyles" Target="tableStyles.xml"/><Relationship Id="rId4" Type="http://schemas.openxmlformats.org/officeDocument/2006/relationships/slideMaster" Target="slideMasters/slideMaster3.xml"/><Relationship Id="rId39" Type="http://schemas.openxmlformats.org/officeDocument/2006/relationships/viewProps" Target="viewProps.xml"/><Relationship Id="rId38" Type="http://schemas.openxmlformats.org/officeDocument/2006/relationships/presProps" Target="presProps.xml"/><Relationship Id="rId37" Type="http://schemas.openxmlformats.org/officeDocument/2006/relationships/slide" Target="slides/slide32.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notesMaster" Target="notesMasters/notesMaster1.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ink/ink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24:11"/>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9966.626 2549.548 767,'0.000'6.087'0,"0.000"1.035"0,0.000 0.558 0,0.000 2.223-8,0.000-1.495 7,0.000 1.965 0,0.000 1.573 0,0.000-5.524 1,0.000 0.227-1,0.000 1.474 0,0.000 0.785 0,0.000 1.308 1,0.000-0.229-1,0.000-0.563 0,0.000-1.900 0,0.000 0.294 0,0.000 2.715 1,0.000-0.425 0,0.000-0.718 1,0.000-2.709-1,0.000-0.242 0,0.000-0.146 0,0.000-0.071 0,0.000 0.760 2,0.000-0.011 0,0.000 3.922-1,0.000-3.919-2,0.000 0.415 1,0.000 0.453 0,0.000 0.456 0,0.000 2.310-1,0.000-0.378-2,0.000-0.699 1,0.000 2.254 0,0.000-5.258 2,0.000-0.056 2,0.000-0.015 1,0.000 0.015-1,0.391 2.388-1,0.600 0.154-1,0.677 0.094 0,0.669 0.077-1,0.606 0.060-1,0.519 0.044 1,0.241-0.425 0,-0.119-1.073 1,-0.271-1.220-1,-0.339-1.202 1,1.946 2.282 0,-1.122-2.948-1,0.654-0.422 1,0.678 0.130-1,-0.012 0.365 1,-0.476-0.891-1,0.743 2.529 4,-1.231 2.669 8,-1.614-3.509-12,0.495 1.364 0,-0.062 0.455 0,-0.793-1.471-1,-0.178 0.167 0,0.503 2.673 1,-0.477-0.814 0,-0.458-1.134 2,0.401 3.102-1,-0.989-2.869 1</inkml:trace>
</inkml:ink>
</file>

<file path=ppt/ink/ink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24:13"/>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10134.626 3455.548 767,'-6.105'0.000'0,"-0.498"0.000"0,0.419 0.000-5,-0.003 0.000 4,-0.476 0.000 0,-0.184 0.000 0,-0.007 0.000 0,-1.650 0.000 1,0.300 0.000 0,0.192 0.000 0,1.972 0.000-1,-0.188 0.000 0,-0.396 0.000 3,-0.291 0.196 0,1.266 2.991-2,1.275 1.360 0,0.207-0.052-1,0.454 4.291 2,0.431-0.171-1,-0.118 2.570-2,1.199-4.227 0,-0.696 2.268-1,0.029 0.313 3,0.213-0.075-2,0.320-0.325 0,0.368-0.467 0,0.452-0.910 1,0.313-0.294 0,0.216 0.721 1,0.297 0.015 0,0.240 0.093 5,0.184 0.121-2,0.153-0.776-4,0.104-0.923 1,0.156 3.982-2,0.042-3.541 4,0.025 0.982 0,0.573-1.501 1,1.331 1.271-2,1.542 1.555-2,1.110-0.091 0,0.327-1.464-1,-0.185-1.509 2,-1.246-1.586 0,-0.346 1.502 1,-2.546 0.206 1,7.927-0.210-1,-3.459-3.199-2,0.754 0.272 1,0.984 0.405-1,0.657 0.242-1,0.545 0.201 0,1.439 0.423 0,-0.756-0.802 0,-1.097-0.996 2,-1.205-1.023-1,3.215-0.873-1,-3.425-2.657 1,-0.321-3.423-1,-1.444-0.967 0,-0.023 0.061 1,0.299 0.255-1,0.221 0.172 0,0.094 0.069 0,0.023 0.013 1,-0.006-0.006-1,-0.009-0.007 0,-0.006-0.004 0,-0.001-0.001 1,-0.001 0.000-1,0.002 0.000 0,-0.001 0.000 0,0.000 0.000 0,0.001 0.000 1,-0.002 0.000-1,0.002 0.000 0,-0.001 0.000 0,0.000 0.000 1,0.001-0.000-1,-0.002 0.000 0,0.002 0.000 0,-0.002 0.000 1,0.002-0.000-1,0.000 0.000 0,-0.002-0.000 0,0.002 0.000 0,-0.002 0.000 1,0.002-0.000-1,-0.001 0.000 0,0.000 0.000 0,0.001-0.000 1,-0.002 0.000-1,0.002 0.000 0,-0.001 0.000 0,0.000-0.000 1,-0.148 0.159-1</inkml:trace>
</inkml:ink>
</file>

<file path=ppt/ink/ink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24:14"/>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10008.626 3427.548 767,'-4.514'4.514'0,"0.151"-0.152"0,0.039 0.069 0,3.474 1.763-6,-0.990 0.037 6,-3.327-2.955 1,0.891 2.458-1,2.352 1.973-1,1.151 2.067-1,0.540-3.059 1,0.080 1.226 0,0.067-0.124 0,0.040 0.855-1,0.456 3.853-1,0.711 1.017 1,0.202-1.270 0,0.170-0.081 0,0.251 1.141 0,-0.061-0.637 0,0.031-2.019 1,0.404-0.607 0,1.432 2.136 4,0.540-1.384-1,0.381-1.368 0,0.083-1.507 0,-0.268-1.730-2,-0.401-1.595 0,2.555 0.759 1,0.466-3.303 2,-0.036-2.711 0,1.093 0.019-2,0.851 0.114-1,0.450 0.121 1,-0.887 0.127-2,-1.731 0.123 0</inkml:trace>
</inkml:ink>
</file>

<file path=ppt/ink/ink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24:15"/>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10231.626 3246.548 767,'-4.555'-4.556'0,"0.118"0.120"0,-1.142 0.221-6,-2.235 3.624 5,2.125 2.833 0,0.589 7.798-1,2.952-1.535 2,0.304 1.792-1,0.463 0.329-1,0.223 1.835-1,0.107 4.306-2,0.244 2.328 1,0.211 1.417 1,0.179 0.702-1,0.147 0.820 0,0.117 0.865 0,0.091 0.833 0,0.067 0.770 0,0.048 0.384 6,0.031 0.090-4,0.004-3.721 1,0.007-0.963 0,0.031 4.232-1,-0.006-1.686 1,0.308-3.524 2,0.539-0.623 0,1.313 5.048 10,0.812-1.544-8,0.631-1.637-2,0.468-1.977-1,0.328-2.020 0,0.214-1.878-1,-1.002-4.683 1,0.283-0.862 2,0.342-0.385 2,0.368-0.026-1,0.369 0.229 1,0.354 0.401 1,-0.006 0.175-5,-0.260 0.005-1,-0.101 0.214 0,0.020 0.353 0,0.769 1.396-1,0.156-0.179 3,-1.240-2.997 0,0.154-0.661-2,2.547 2.343 0,-0.738-1.987 1,-1.032-1.905 0,-1.123-1.689 3,1.466 0.475-1</inkml:trace>
</inkml:ink>
</file>

<file path=ppt/ink/ink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2:48"/>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6259.626 4807.548 767,'-4.353'4.687'0,"0.210"-0.226"0,0.958 2.658-6,6.030 2.686 5,1.159-2.329 0,1.713 1.497-3,1.280 1.303 1,0.912 1.104 0,0.606 0.909 0,0.360 0.728 0,0.168 0.235 0,0.023-0.127-1,1.031 1.161 2,-0.254-0.759 1,-1.038-1.556 0,-0.623-0.823 1,-0.682-0.792 2,-0.686-0.728 0,-2.237-3.153 0,-0.118-0.238-1,1.442 1.453-1,0.020-0.808 0,-0.265-0.570 0,-0.456-0.373 4,0.411 0.579 0,-0.604-0.664-1,-0.544-0.656-1,-0.470-0.605-1,3.101 2.906-1,0.193-2.515-1,0.942-2.173 2,1.414-2.313-1,-0.895-2.563 1,-2.635-0.896 0,-0.801-0.904 0,2.766-3.795-1,-2.318 1.138 0,1.136-2.276-1,1.144-2.525-2,1.095-2.584-1,1.009-2.504-1,3.242-4.970 0,2.206-2.337-1,-2.622 3.655 2,0.669-2.000-1,2.925-5.385 0,0.880-1.616-1,0.464-0.771 2,0.146-0.132-1,0.243 0.352 1,0.300 0.680 1,-0.003 0.858 0,-0.219 0.945 1,-0.692 1.292 5,-0.997 1.478-1,-0.507 1.870 0,-0.133 2.062 0,-0.522 2.101 1,-0.773 2.030 0,1.103 0.347 6,-0.612 2.146-6,0.379 0.930 0,-1.673 2.182 6,-1.779 1.840-7,-1.467 1.383 0,-2.340 1.786 1,-2.145 1.493-1,1.032-0.921 4,-6.416-1.105-1</inkml:trace>
</inkml:ink>
</file>

<file path=ppt/ink/ink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2:50"/>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9688.626 3678.548 767,'-4.464'-4.464'0,"-0.487"0.686"0,-3.375 10.905-7,4.501-0.172 6,0.832-0.998 1,-0.380 1.104-2,-1.650 4.184-1,-0.582 2.017-1,1.843-3.610 1,0.079 0.937 1,-1.274 5.326 0,-0.129 1.519-1,-0.512 1.249-1,-0.761 0.999 1,-1.518 3.856 1,-0.438 1.210-1,0.753-2.304-1,-0.096 0.226 2,0.293-0.578 0,0.556-1.123 0,1.399-2.979 1,0.605 0.093-1,-0.198 3.142 3,0.254 0.717 3,0.902-2.891 3,0.370-0.546-8,-0.745 4.731 0,0.002-0.539-1,0.338-2.890 0,-0.239-0.206 0,0.298-2.765 10,-0.258-0.337-8,-0.644 1.580-1,0.180-1.076 1,-0.136 0.977 1,0.572-1.014-1,0.625-2.567 2,-0.045-0.504 1,0.134-0.684 1,0.255-0.780-3,0.330-0.481 0,0.367-0.246 0,0.054 1.484 0,0.517-1.266 2,0.465-1.448-2,0.400-1.468-1,0.330-1.382 0,0.249-0.953 0,0.195 2.021 2</inkml:trace>
</inkml:ink>
</file>

<file path=ppt/ink/ink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2:52"/>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9702.626 3720.548 767,'0.000'-6.084'0,"1.944"-1.071"-4,4.004 2.355 2,2.779 0.554 0,2.853 1.310-1,-0.327 1.339 1,-3.463 0.953 1,1.421 0.160 1,3.135 0.113-1,1.857 0.139 0,-2.404 0.117-1,0.642 0.053-1,2.785 0.046 0,0.965 0.040 0,0.915 0.027 0,0.834 0.017 1,0.408 0.009 2,0.086 0.003-2,-0.147-0.002 0,-0.308-0.005 0,-0.735-0.007 1,-1.007-0.008 0,2.589 0.003 3,-2.704-0.014-1,-2.752-0.012 0,-2.564-0.010 2,-2.241-0.008 1,-0.028-0.004-1,-1.623-0.008 1,-0.031-0.003 3,0.187-0.002 0,4.369 0.752-10,-1.086 1.571 1,-0.492 3.851 2,-3.748 3.478 1,-2.725 0.159-2,-1.710-3.827 1,0.119 0.739 0,0.299 2.088-1,-0.166 0.616 0,-0.248 0.387-1,-0.517-1.936 1,-0.184-0.022 0,-0.506-0.056 1,-0.714-0.078-1,-1.155 0.240 1,-1.418 0.456 2,-1.206 0.588 0,-0.999 0.654-2,-1.135 0.670-2,-1.178 0.650 0,-1.153-0.054 0,-1.081-0.554 0,-0.979-0.553 0,-0.859-0.526 0,-0.404-0.483 0,-0.062-0.429 1,-0.144-0.041 1,-0.196 0.238 0,-0.201 0.095 0,-0.194-0.011 1,-0.204-0.110 0,-0.201-0.175-2,0.140-0.189 0,0.376-0.191 0,0.527-0.513 1,0.609-0.718 0,-2.846 0.780 0,0.987-1.541 1,0.934-1.452 3,4.407-1.862-1,-0.082-0.066-2,-2.317 0.928-1,0.165 0.327 0,1.358-0.110 1,0.250 0.381 0,-0.065 0.345 0,0.594-0.180-1,0.650-0.354 0,0.654-0.457 0,-3.566 1.237 1,4.535-2.673 0,-7.394 1.188 2,6.534-2.156 0,-3.546 0.122-3,3.724-0.656 0,-0.263 0.544-2,1.338 1.864 1,-0.323-0.055-1,-0.171-0.030 1,-0.661 0.417 1,-1.838 1.658 3,2.956-2.001-1,-2.304 1.120 0,0.603-0.331-2,1.138-0.529-1,-1.798 1.420-2,12.651-1.041 4,1.201-3.961 0,1.638 0.074 0,-0.514 0.217 0,-0.188 0.076 1,0.738 0.005-1,4.810-0.009-2,-3.818-0.002 0,1.241-0.000 0,3.445-0.417-3,2.345-0.675 0,-2.629 0.006 1,0.695-0.138 0,2.671-0.251 2,0.365 0.015-2,0.428-0.250-1,0.452-0.428 1,0.141-0.534 3,-0.086-0.583 0,1.299-0.739 0,-1.567 0.014-1,-1.901 0.247 0,-2.015 0.390 1,-1.536 0.374 0,-1.837 0.521 1,-1.583 0.503 2,-2.104 0.615 0,-0.591 0.303 4,1.151 0.126 1,-0.744 0.365-5,3.619 0.175 0,-1.151 0.397-3,1.175 0.174-1,2.033 0.070 1,-5.481-0.138-2,-0.151-0.017 1,0.090-0.013 0,4.775 0.041 1,-2.390-0.075 1,0.001-0.048 1,-0.627-0.025 1,-1.880-0.010-2,0.038-0.006-2,-0.478 0.441-1,-4.015 5.904 5,-1.989 3.893 0,-0.098 0.662-6,0.002-0.410 1,0.030-3.330 1,0.005 0.262-1,0.011-1.012 1,0.004 0.101 2,0.004 0.097 0,0.004 0.089-2,0.003 1.803 0,0.004-0.614 0,0.003 0.106 0,0.002-1.278 0,0.002 0.869 2,0.001 5.622 1,0.001 0.697-4,0.001 0.047 0,-0.001-3.367 0,0.000-0.749 0,0.000-0.856 1,0.000-0.884 0,0.000-1.070 0,0.000-0.424 0,0.000 1.034 5,0.000-0.610 0,0.000-0.563-1,-2.332 4.619 0,-1.519-2.425-3,-1.048 0.631-1,-0.626 0.394-1,0.413-0.587 1,0.419-0.142 0,-0.951 0.901-1,2.063-4.842 0,-5.853 4.518 3,3.417-4.683 5,-0.373-0.054-5,-0.289 0.096-1,1.102-0.967-1,-0.590 0.199-1,-3.776 1.759 2,-0.681-0.431 0,-0.341-0.676-2,1.156-1.110 1,0.207-0.646-1,-0.122-0.228 1,-0.337 0.068 0,2.207-0.706 1,0.010-0.133 3,-2.147 0.706-1,0.271 0.347-3,1.022 0.032 0,-0.291 0.448 1,-3.393 1.450 2,0.011-0.250-3,0.261-0.550 0,2.312-0.728 0,0.450 0.162 0,-0.911 0.521 0,0.973-0.439 1,0.986-0.580 2,-0.474-0.197 1,1.597-1.174-1,0.040-0.464-1,-1.464-0.153 2,2.283-0.333-2,-0.749 0.384-2,-1.924 0.564 1,0.163 0.087 0,0.553-0.069-2,0.770-0.167 1,0.857-0.219 0,-3.611 0.547-1,1.612-0.795 2,0.125-0.484 3,-2.154-0.341 1,0.220-0.299-4,1.196-0.129 0,1.575-0.021 0,-2.765 0.032 0,2.445 0.069-1,-0.160 0.012 0,-0.580 0.006-1,2.601-0.175 1,-0.454-0.324 0,-3.181-0.931 0,-0.898-0.800 0,-0.466-0.463 2,-0.137-0.202-2,-1.695-0.791-1,-0.255-0.484 0,3.061 0.885 0,0.205 0.084 1,-4.129-1.304 2,1.940 0.645-2,2.223 0.726 1,2.208 0.713 0,-1.981-0.604 3</inkml:trace>
</inkml:ink>
</file>

<file path=ppt/ink/ink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2:53"/>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2190.626 5490.548 767,'6.482'0.000'0,"4.176"0.000"-5,-3.516 0.000 4,3.066 0.000-2,3.351 0.000 0,4.033 0.000-2,4.328 0.000-1,8.673 0.000-2,5.526 0.000 1,-4.815 0.000 0,3.528 0.000 0,10.057 0.000-3,4.777 0.000 1,4.689 0.000-1,4.406 0.000 2,4.303 0.000-1,4.027 0.000 0,3.970 0.000-2,3.743 0.000 2,3.734 0.000 1,3.552 0.000 0,2.266 0.000 0,1.243 0.000 1,0.150 0.000 0,-0.636 0.000 1,-1.518 0.000 0,-2.076 0.000 3,6.380 0.000 4,-4.896 0.000 3,-22.198 0.000 0,-3.756 0.000 0,3.442 0.000 3,-4.554 0.000 0,0.805 0.000 4,-6.315 0.000 6,-15.356 0.000-3,-4.117 0.000-7,-3.943 0.000-1,-3.672 0.000 0,4.396 0.000 8,-7.675 0.000 13,-6.376 0.000-11,-5.027 0.000-9,-1.545 0.000-2,-13.688 0.000-9,13.198 0.000 9,1.394 0.000 4,-1.577 0.000-2,2.046 0.000-9,3.037 0.000-1,3.599 0.000-1,5.483 0.000 0,2.452 0.000-2,-3.708 0.000 2,1.605 0.000-1,5.884 0.306-1,3.102 0.510 0,1.788 0.325 3,0.767 0.177-1,0.970 0.394 1,1.070 0.530-3,-4.475-0.072 1,-0.698 0.077 0,7.028 0.604 7,-1.838-0.196-2,-2.469-0.291-3,-2.748-0.337 1,-5.120-0.501 12,-1.476-0.268-6,-3.962-0.349-2,-1.010-0.176 4,6.427 0.016 2,-3.438-0.289-5,-3.494-0.216 0,-5.680-0.147-1,-0.857-0.066 0,-0.786-0.048 3,-0.698-0.034-1,-0.603-0.021-1,-0.506-0.012-1,-0.414-0.004 1,-0.329 0.001-2,-0.009 0.000 0,-0.533 0.009 0,-0.548 0.010-1,5.569-0.046 1,-3.051 0.044-1,-2.667 0.036 0</inkml:trace>
</inkml:ink>
</file>

<file path=ppt/ink/ink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2:55"/>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5298.626 5545.548 767,'7.410'-1.381'0,"-0.178"-2.290"-5,-0.390-0.671 3,-1.287 0.246 0,0.390-1.021 1,-0.641-0.209-1,-1.940-1.409 3,-1.799 0.062 2,2.267 0.814-1,1.917-2.165-4,-1.698 1.900 1,0.114-0.764 0,0.191-0.549-1,0.237-0.371 0,0.514-1.262 0,-0.345-0.069-1,-1.118 1.827 3,0.076-0.394-1,2.159-4.857 1,0.029-0.234 1,-0.086 0.146-2,-1.759 3.480 0,-0.408 0.328 0,-0.132 0.320 0,0.069 0.300-1,-0.120 0.271 1,-0.249 0.238 5,0.001-0.104 0,0.179-0.341-4,0.384-1.049 1,-0.254 0.320 0,-0.382 0.538-2,-0.446 0.653 0,0.666-3.520 0,-1.041 0.321 1,-1.247 2.269 2,-0.403-0.260 3,-0.305-0.197-5,-0.148-2.814-2,-0.228 4.147 1,-0.066-0.015 0,-0.041 0.036 0,-0.021 0.067 3,-0.033-1.104-1,0.008 0.538-1,0.019 0.629 0,0.022 0.833 0,-0.045-3.879 0,0.078 3.330 1,0.048 0.276 0,0.046-0.021 1,-0.271 0.694 0,-2.495 1.021 0,-3.351 4.999-1,-0.966 0.612-1,-2.105-0.230-1,1.915-0.033 1,1.090-0.005-1,-0.304-0.003-1,-0.408 0.000 1,0.521 0.006 1,0.160 0.000 3,2.013 4.822-1,2.539 1.285-2,-4.467-3.213 0,-1.841-2.334 0,1.487-0.651-2,-1.523-0.063 1,-0.614 0.058 1,0.560 0.057 0,1.120 0.030 0,-3.090 0.008 0,0.661 0.004-2,2.135 0.001 2,0.303 0.000-1,0.120-0.001 2,-0.557-0.002 0,0.407 0.000 1,0.691 0.000-1,-2.002 0.069-2,-0.250 0.396 0,2.134 0.448 0,0.604 1.054 0,0.590 2.747 0,0.724 0.304 0,-0.124-0.363 2,-1.967 1.747 1,-1.000-0.191-2,-1.518-0.289-2,3.940-2.681 1,0.054 0.131 0,-4.283 3.488 1,0.917-0.204 0,-1.297-0.425 1,3.912-2.668-1,0.024 0.118 0,0.501 0.546 0,0.753 0.764-1,0.845 0.834 0,-0.649 3.933 1,1.776-0.078 0,1.263 1.275 1,1.035-1.454 0,0.426 0.037 0,0.209 0.300-1,0.010-1.174 0,-0.067 0.194-1,-0.096 3.915 3,-0.139-4.391-1,-0.021 0.529-3,-0.016-0.030 0,-0.012-0.371 0,0.335-0.329 1,0.533 0.559 0,0.620 0.745 2,0.122-0.772-2,0.061-0.377 1,-0.064-0.597-1,-0.144-0.708 0,-0.188-0.736 0,0.483 3.820 2,1.006 1.127 2,-0.655-4.968 0,0.036-0.126 0,-0.136-0.189-4,0.444 2.425 1,-0.357 1.885-1,-0.752-2.682 1,0.323 0.518 1,0.449 0.422-1,0.432-0.417-2,0.652-0.007 1,0.309-0.473-1,0.067-0.735 1,-0.092-0.850 1,-0.188-0.859 1,2.592 2.871 0,-0.939-2.376-2,1.135-0.593 1,0.714-3.387 4,0.375-2.277 1,2.125 0.410-5,-2.932 0.124 0,1.034 0.014-1,-1.310 0.013 0,-0.002 0.006 0,5.593 0.001-3,-4.839 0.010 2,-0.392 0.003 2,-0.392 0.001 1,1.815 0.002 1,3.051 0.000 0,-4.448-0.003-1,0.466 0.000-1,1.084 0.000-1,-0.126-0.000-1,-0.348-0.000 1,-0.478-0.000 0,3.453 0.000 0,-0.095-0.000 1,-4.014-0.000 0,0.673 0.000 3,-0.525 0.000-2,0.287 0.000-1,4.301 0.000-1,0.280 0.000-1,-0.004 0.000 0,-1.045 0.000 2,-0.461 0.000-2,-0.684 0.000 1,-0.775 0.000 0,-0.777 0.000 2,-1.085 0.000 2,4.016 0.000-1,-2.956 0.000-1,0.299 0.000 1,-1.716 0.000 0,0.307 0.000-1,1.435 0.000 0,1.601 0.000-2,-1.288 0.000-1,-1.655 0.000 1</inkml:trace>
</inkml:ink>
</file>

<file path=ppt/ink/ink1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2:57"/>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5730.626 5517.548 767,'6.597'0.000'0,"0.513"0.000"0,0.910 0.000-5,-1.337 0.000 4,0.050 0.000-1,1.636 0.000 0,5.873 0.000-1,3.948 0.000-1,-5.549 0.000 1,2.317 0.000 1,14.402 0.000-5,6.657 0.000-1,-4.561 0.000 2,3.461 0.000-1,15.484 0.000-2,4.027 0.000-3,-9.905 0.000 2,2.540 0.000 2,2.980 0.000 2,3.201 0.000 0,20.142 0.000-2,3.100 0.000 1,-7.809 0.000 3,-0.106 0.000-4,-0.691 0.000 0,-1.076 0.000 2,-9.092 0.000 2,-0.382 0.000 2,15.828-0.417 9,-1.396-0.675-1,-9.815-0.494-2,-1.945-0.669-3,-2.233-0.701 1,-2.333-0.689-2,-2.954-0.319 1,-3.257-0.041 3,-3.013 0.160 3,-2.698 0.295-2,-2.321 0.377 0,-1.944 0.418 5,-1.585 0.428 0,-1.254 0.414-5,-0.322 0.385-1,0.354 0.346-1,0.515 0.302 0,0.604 0.257-2,0.970 0.212-1,1.184 0.170-3,1.257 0.133 1,1.250 0.100 0,1.209 0.071 0,1.124 0.047-1,-4.814 0.008 0,0.881 0.012 1,12.777 0.045-1,0.112-0.006 1,-6.121-0.030 0,-0.073-0.014 0,-0.633-0.017 1,-1.000-0.017 0,4.171-0.009 1,-1.926-0.019 1,-11.670-0.024 0,-0.574-0.009 2,-0.453-0.008 0,-0.348-0.006 0,8.709-0.005 1,-2.198-0.007-1,-6.098-0.005-2,-1.104-0.002 0,-0.419-0.332-1,0.091-0.550 4,-0.543-0.351 1,-0.966-0.191-3,-1.554-0.069 0,-1.897 0.021-4,-1.724 0.084 1,-1.519 0.125 1,-1.960 0.149 4,-2.183 0.158 1,-4.422 0.241 1,-1.678 0.116-3,2.246 0.008-1,-1.678 0.156 2,-1.671 0.132 7,-1.565 0.107-4,-3.681 0.094-6,-0.709 0.042-1,0.438 0.035 1,-0.624 0.032 2,-0.499 0.022 0,-0.388 0.015-1,-0.880 0.001-1,0.298 0.003-1,2.301 0.015 1,0.141-0.003 0,-1.043-0.011-2,-0.070-0.006-1,0.230-0.006 1,0.435-0.006 1,0.616-0.005 0,-0.259-0.006 0,-0.475-0.005 0,-0.601-0.004-1,-0.885-0.004 1,-0.300-0.003-1,4.644-0.001 1,-5.001-0.003 1,-0.002-0.001 2,0.355-0.000-1,0.593-0.000-2,0.404-0.000 0,0.250 0.000 0,0.459 0.000-1,0.586 0.000-1,1.540 0.000 1,0.057 0.000 0,-2.230 0.000 1,0.307 0.000-1,1.798 0.000 0,0.553 0.000 0,-1.236 0.000 2,0.011 0.000-2,2.664 0.000 0,-0.438 0.000 0,-0.602 0.000 0,-0.675 0.000 0,-2.822 0.000 3,-0.346 0.000-1,1.031-0.330 0,0.181-0.549 0,0.415-0.450 1,-0.406-0.203 0,-0.567-0.060-3,-0.651 0.043 1,-1.431 0.350-1,0.223 0.101 0,3.146-0.237 1,0.051 0.248 1,-2.725 0.443 0,0.385 0.111-1,0.780 0.102 1,1.050 0.092-1,2.231 0.058-1,0.452 0.088 0,0.754 0.072 0,0.934 0.057-2,0.663 0.044 1,0.440 0.032-1,-0.045 0.022 4,-0.390 0.014-3,-0.286 0.008 0,-0.199 0.003 1,-0.457-0.000 1,-0.620-0.003 0,-0.047-0.005 3,0.364-0.006-2,0.309-0.006-1,0.255-0.006 3,0.205-0.006-3,0.160-0.005-2,0.119-0.005 1,0.086-0.004 0,0.364-0.003 1,0.545-0.003-1,1.887-0.002 1,-0.578-0.002 0,-2.558-0.001 0,-0.850-0.001-1,-2.286 0.000 0,-0.635-0.000 0,0.663-0.000 2,-0.712 0.000 2,1.837-0.000 2,-2.146 0.000-2,-2.148 0.000-2,1.865-0.000 0</inkml:trace>
</inkml:ink>
</file>

<file path=ppt/ink/ink1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3:07"/>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1703.626 5796.548 767,'-6.125'0.000'0,"0.938"5.110"-5,4.592 3.418 4,1.951-0.854 0,0.778 1.228-1,0.540 0.729-1,0.348 0.357 1,0.200 0.097 0,-1.407-4.328 1,2.023 6.947-2,-1.511-5.308 1,0.769 1.791 0,0.495 0.750 5,0.183 0.396 1,-0.048 0.125-6,0.201 1.631-1,-0.414 0.333 2,-0.213 1.774-1,-0.629 0.238 4,-1.284-5.915-2,-0.206-0.151-1,0.051 2.513 1,-0.302-0.379-1,-0.259-0.435 1,-0.216-0.454 0,-0.115 2.008 3,-0.153-1.795-1,-0.065-1.897-2,-0.005-1.797 1,0.230 1.656 0,2.439-2.216 0,2.474-2.139-1,-1.510 3.132 2,0.956-0.492 3,1.304-1.012-3,1.277 0.493-4,-2.220-1.253 1,0.331 0.542-1,-0.201-0.200 2,-0.022-0.199 1,-0.104-0.375-1,-0.156-0.476-1,3.292 2.129-1,-2.977-1.717 2,-0.390 0.381 0,3.523 3.243 2,-1.911-1.548-1,0.547 1.134-2,-1.584-1.147 0,-0.217 0.375 0,0.615 1.313 0,-0.035 0.244-2,1.473 2.243 1,-0.735-1.068 1,-0.878-1.419 2,-0.894-1.520 0,-0.829-1.455-2,1.879 1.099 1,-0.342-3.122 0,0.826-3.799 0,0.135-0.028 0,-2.541-4.374 6,0.868-3.973 4,-1.395 3.444-12,0.640-0.602 0,0.837-1.391-1,-0.059-0.326 1,-1.002 1.521 0,0.159-0.483 1,0.531-1.826 0,-0.231-0.794 0,-0.033-0.760 1,0.109-0.700-1,0.205-0.624 0,0.263-0.540-1,0.623-0.456 1,0.849-0.374-1,2.008-1.625 0,1.174 0.502 1,-1.448 3.686 0,0.700 0.491 0,2.174-1.165 0,0.814 0.096 0,0.996 0.273 1,1.079 0.386 1,0.781 0.778-1,0.531 1.021-1,0.329 0.816-1,0.169 0.631 1,0.378 0.164 0,0.508-0.177 0,2.784-1.481 3,0.600-0.674-1,-4.115 1.953-2,0.406-0.112 0,3.235-1.513-1,1.050-0.510 0,0.776-0.231 0,0.545-0.023 2,2.745-1.094 0,-0.603 0.355-4,-5.903 2.930 2,-0.593 0.683 0,4.444-0.776 2,-0.397 1.333 1,-5.439 2.253 2,-0.833 0.744 1,1.294 0.050 0,-0.732 0.242-4,3.041-0.533 0,-2.966 0.687 5,-3.153 0.689-1,-3.002 0.632-4,-2.656 0.545 0,0.754-0.067 0</inkml:trace>
</inkml:ink>
</file>

<file path=ppt/ink/ink1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3:08"/>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10942.626 5852.548 767,'0.697'6.319'0,"7.859"-5.094"-5,0.712-5.156 2,-1.650-1.849 1,-1.592-0.355 1,1.079-1.692-1,-0.218-0.655 0,0.412-1.675 1,-0.445-0.017-1,0.606-1.335-1,0.689-1.593 0,0.728-1.729-1,4.158-7.162 1,1.571-2.335-2,-1.142 1.283 1,0.037-1.245 0,0.050-0.708-1,0.058-0.292 1,1.357-3.585-1,-0.707-0.235 2,-3.468 6.413 3,-0.107-0.233 1,1.555-3.413-1,0.078 0.155 1,-0.524 0.354-1,-0.929 0.480 0,-0.514 0.900 0,-0.194 1.157 0,0.043 1.262 1,0.210 1.277 0,1.287-1.041 2,-0.290 1.516 2,-3.820 7.382-3,0.155 0.458-1,5.445-6.895 2,-0.273 1.804 0,-4.426 6.206-1,-0.720 0.863-2,1.501-2.317 1,-1.222 1.318 1,-1.106 1.164 2,-0.957 0.985 3,-0.479 0.570-7,-0.570 0.979 0,-0.385 0.854 0,0.958-0.921 2,-1.771 2.611 1,-0.176-0.118 0,0.492-0.455-1,0.208 0.489-2,2.997-3.544 1,-2.572 2.721-1,0.360-0.968 1,2.107-3.778-3,0.054-0.742 0,-0.180-0.266-1,-1.820 3.108 2,0.039 0.182-1,1.557-2.365 0,-0.671 1.057 1,-0.839 1.198 1,-0.868 1.180 3,-0.811 1.067-1,-0.706 0.906-3,1.290-3.529-1,-1.370 1.650 1,-0.644 0.729 0,-0.764 0.492 0,2.816-2.481 6,-0.272 3.948 9,0.333 0.287-14,3.813-2.532-2,-1.835 3.087 0,0.805 3.030 1,-2.509 5.736 2,0.126 1.970 0,-1.565 0.057-2,0.695 2.686 1,0.871 3.381-1,0.711 1.709-2,1.613 3.507-2,0.253 0.246 1,1.089 2.482-2,5.625 14.266-3,1.269 3.861 0,-4.478-10.646 3,-0.062 1.036 1,1.296 5.808-1,-0.403 1.460 1,-0.506 0.937-1,-0.553 0.520 3,-0.562-0.109 5,-0.540-0.550-4,-0.501-1.169 0,-0.448-1.555 0,0.569 2.542 3,-0.457-1.775 1,-1.907-9.399 1,0.269-1.562 1,1.260 1.462 2,0.130-2.049-3,-1.025-4.476-2,0.004-1.304 3,2.082 3.339 2,-0.155-1.709 0,-1.221-3.722-3,-0.185-1.510 0,-0.502-1.434 0,-0.705-1.312-2,-0.815-0.833 0,-0.856-0.453 2,-0.028 1.118 5,-0.318 0.000-5,-0.092 0.782-2,-0.724-0.906-1,-0.745-1.088-1,-0.563-0.823 1,-0.725-1.896-1,-0.598-1.829 3,-0.088 1.307-1</inkml:trace>
</inkml:ink>
</file>

<file path=ppt/ink/ink1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3:09"/>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11346.626 5531.548 767,'7.311'0.000'0,"-1.066"0.000"0,0.521 0.000 0,0.064 0.000 0,-0.077 0.000 0,2.496 0.000-12,1.128 0.000 16,-2.334-0.330-4,1.333-0.549-3,4.808-0.915-1,0.631-0.233 2,-0.071 0.026-2,-2.796 0.443 2,-0.629 0.182 1,0.793 0.008-1,-2.045 0.303 1,-2.125 0.277 1,2.240-0.120 6</inkml:trace>
</inkml:ink>
</file>

<file path=ppt/ink/ink1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3:13"/>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2135.626 7315.548 767,'6.298'0.000'0,"0.723"0.000"0,0.381 0.000 0,1.014 0.000-8,1.917 0.000 6,4.259 0.000-1,-2.686 0.000 0,2.678 0.000 0,19.120 0.000-4,8.171 0.000-4,-9.508 0.000 4,3.119 0.000 0,9.083 0.000-3,3.397 0.000-1,-3.367 0.000 1,2.865 0.000 2,18.417 0.000 2,3.499 0.000-1,-5.811 0.000 0,1.655 0.000 1,9.899 0.000-2,0.845 0.000 1,-16.264 0.000 1,1.320 0.000 5,10.431 0.000 0,1.151 0.000 0,0.344 0.000 0,-0.248 0.000-1,7.033 0.000 0,-3.640 0.000-1,-19.646 0.000 1,-2.586 0.000 1,11.066 0.000 4,-4.708 0.000 4,-10.724-0.330 3,-3.885-0.549 1,-8.959-0.158-2,-3.254-0.163-2,1.314-0.604-2,-2.802-0.553 4,-2.839-0.282 1,-2.731-0.077 5,-1.867-0.257-7,-1.163-0.373-6,-1.597-0.107 1,-1.830 0.086 5,-0.591-0.110-7,0.320-0.245-1,1.259-0.329 0,1.869-0.373 8,1.579-0.057-11,1.297 0.170 0,1.366 0.325 0,1.350 0.418-2,1.252 0.466 1,1.123 0.478 1,1.002 0.464 1,0.869 0.432 0,0.402 0.389-1,0.052 0.340 1,3.458 0.241 0,-1.377 0.292 1,-12.506 0.254 0,-0.684 0.084 1,9.700-0.324 1,-1.486-0.567 1,-5.233-0.143 2,-2.186-0.127 1,-1.637-0.336-1,-1.169-0.469-2,3.880-1.116-2,-3.301 0.011 14,-3.359 0.274-14,-3.242 0.368 0,-3.377 0.486 2,-2.932 0.477 2,0.896-0.372 2,-2.144 1.702 0,1.964 0.248-1,5.036 0.013-2,-3.420 0.000-1,2.723 0.000-6,2.993 0.000 0,3.374 0.000-1,3.486 0.000 0,6.669 0.000-1,2.927 0.000-1,-9.552 0.000 3,1.411 0.000 0,15.509 0.000-4,2.513 0.000 2,-2.659 0.000 1,2.213 0.000 2,0.939 0.000 0,-0.013 0.000-2,-0.713 0.000 0,-1.179 0.000 1,2.423 0.000 1,-3.517 0.000 0,-11.126 0.000 7,-2.280 0.000-1,-2.393 0.000 1,-2.391 0.000-1,5.746 0.000 9,-6.174 0.000 0,-5.580 0.000-4,-4.728 0.000 1,-3.794 0.000-6</inkml:trace>
</inkml:ink>
</file>

<file path=ppt/ink/ink1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3:18"/>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1814.626 9531.548 767,'0.000'6.024'0,"0.000"0.875"0,-1.209 3.590-6,-0.020-4.508 4,-0.191 0.804 1,-0.069 0.912-1,0.021 0.946 0,-0.077 1.836 0,0.164 0.303 0,0.424-2.409 1,0.122-0.059 0,0.039 1.068 0,0.150-0.198 0,0.018 2.568 1,0.213-1.368 1,0.166-1.544 0,0.122-1.513 0,0.099 3.467-1,0.110-3.891 1,0.023-0.397 3,-0.005 1.542 1,-0.024 0.192-5,-0.032-1.534-1,-0.020 0.605 0,-0.025-0.636 0,-0.007 0.597 3,0.005 1.345 1,0.002-0.865-5,0.000 0.837 1,0.000 0.835 0,0.000-1.278 0,0.000-1.088 0,0.000-0.808 2,0.418-0.047-1,9.012-8.154 4,1.618-5.575-4,-4.521 1.521-3,0.787-1.445-1,0.875-1.338 1,1.203-1.528 0,1.380-1.592 0,-0.225 0.293 0,1.216-1.233 1,5.833-5.234-1,2.292-0.783-2,-0.604 1.247 0,1.554-1.094 1,2.081-1.217 0,2.357-1.246 0,2.466-1.539-1,2.428-1.675 2,2.286-1.339-1,2.078-1.036-2,1.807-0.467 0,1.530-0.039 0,1.284 0.599 1,1.048 1.022 0,0.807 0.618 2,0.598 0.300 1,0.114 0.719 1,-0.236 0.984 1,-0.144 1.126 1,-0.071 1.174-2,4.273-1.520 1,-1.675 0.829 2,-11.007 5.366 1,-1.116 0.528-2,3.268-1.301 0,-1.233 1.116 2,-1.810 1.535 1,-2.136 1.761 0,-2.267 1.839 1,-2.254 1.808-1,-0.168 1.056-2,-3.544 1.914 3,-3.476 1.641 4,-3.222 1.356-3,-1.523 1.003-1,-3.792 1.093 3,-3.140 0.731-3,-0.352 1.157-5,-10.423 3.014 0</inkml:trace>
</inkml:ink>
</file>

<file path=ppt/ink/ink1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3:19"/>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6970.626 6855.548 767,'5.166'-5.166'0,"0.627"2.104"0,-5.481 9.220-4,-1.304 1.273 3,-0.858 3.545-2,-0.422 1.662 0,-0.659 3.311-2,-2.313 10.622-2,-1.520 5.438-1,-1.429 5.077-2,-1.282 4.531 1,1.418-6.876 1,-0.729 2.541 0,-2.213 8.337-1,-0.823 2.280 2,-0.689 1.015 0,-0.560 0.067 1,-0.443-0.281 2,-0.338-0.516 0,-0.248-1.342 0,-0.171-1.867 2,0.221-2.459 6,0.489-2.765-2,0.328-3.182 0,0.197-3.330 0,0.755-3.607 4,1.116-3.635 0,-1.356 1.698 4,2.202-6.104-1,2.065-5.407-3,1.813-4.535 13,1.508-3.624-14,1.197-2.764-2,-1.274-0.116 1</inkml:trace>
</inkml:ink>
</file>

<file path=ppt/ink/ink1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3:20"/>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6984.626 7022.548 767,'5.758'-2.673'0,"0.665"-0.309"0,0.350-0.163 0,-1.047 0.810 0,5.961 1.259-8,-2.471 0.800 8,4.717 0.056-3,5.671 0.050-2,5.399 0.680-2,4.952 1.096-1,3.763 1.365-1,2.740 1.492 1,2.872 1.511-2,2.830 1.455 1,1.654 1.015 0,0.739 0.655 3,-5.259-0.351 3,0.330 1.030-1,11.453 4.319-1,-0.869 1.026 1,-6.454-1.185 6,-0.729 0.355-2,-6.317-1.856 0,-1.018-0.248 0,8.063 2.836 1,-2.800-0.945 1,-3.917-1.062 0,-4.440-1.076 2,-9.730-3.272 0,-2.180-0.523 0,5.693 2.873 2,-5.001-1.587 12,-4.494-1.573-8,-3.807-1.432-4,-3.063-1.225-4,-2.349-0.995-1,-2.109-0.699 0,2.154 3.342 3,-2.559 0.779 2,-1.534 1.502 1,-1.110 0.131-1,-0.494-3.395-5,2.024 5.743-1,0.259 1.453-2,-0.200 0.583-1,-1.287-2.864 0,-0.319 0.872 0,-0.345 0.378 0,-0.347 0.008 1,-0.331 0.428 2,-0.306 0.707 0,-0.271 0.212 0,-0.236-0.150 0,-0.198-0.071 2,-0.163-0.011-4,-0.127 2.103 0,-0.121 0.652 3,-0.313-3.591 1,-0.471-0.233-3,-1.323 4.622 1,-0.836-0.901-2,-0.665-1.053 0,-0.679-1.245 5,-0.638-1.276-2,0.953-4.512-2,-0.728-0.908 1,-3.205 0.835 1,-2.051-0.791 4,0.963-1.860-2,-1.361-0.197-3,-3.307 0.267-1,-1.653-0.537-2,-2.414-0.266 0,-2.841-0.061 0,-2.705 0.089-1,-2.481 0.191 1,-2.534-0.076-2,-2.452-0.262 0,-2.255-0.381-2,-2.009-0.449 3,-2.092-0.476-1,-2.053-0.473 0,-6.493-0.271 0,-0.452-0.509 1,10.465-0.618 1,0.212-0.233 0,-5.158-0.157 0,-0.144-0.214 1,0.165-0.170 3,0.377-0.130 1,1.524-0.096 2,2.268-0.066-5,6.080 0.232 0,1.231 0.412 0,-12.974 1.025 3,4.678 0.291 7,18.425-0.658-1,1.274 0.302-6,-9.468 1.791 0,4.492 0.106 4,4.270-0.220 2,4.101-0.386-2,3.797-0.487 0,3.216-0.495-3,-0.068 0.503-2</inkml:trace>
</inkml:ink>
</file>

<file path=ppt/ink/ink1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20:31:50"/>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1715.219 3702.000 767,'7.826'0.000'0,"-1.083"0.000"0,6.275 0.000-8,-1.065 0.000 6,5.520 0.000-2,6.096 0.000-1,11.888 0.000-5,8.072 0.000-2,7.372 0.000-3,6.526 0.000 2,6.181 0.000-2,5.645 0.000 0,14.981 0.000-3,4.619 0.000 5,-17.815 0.000 3,2.128 0.000 1,24.540 0.000-2,1.998 0.000 3,-21.689 0.000 2,0.781 0.000 3,11.983 0.000 2,-0.085 0.000-2,-0.942 0.000-2,-1.507 0.000 4,-2.404 0.000 3,-2.929 0.000 0,-3.731 0.000-2,-4.126 0.000 3,4.408 0.000 3,-4.881 0.000 2,-12.146 0.000 1,-3.428 0.000 3,-9.858 0.000-2,-2.115 0.000-4,4.416 0.000 0,-2.085 0.000 2,-1.832 0.000 0,-1.565 0.000-2,-1.867 0.000 0,-1.994 0.000-4,-1.707 0.000-1,-1.423 0.000 2,3.770 0.000-1,-0.789 0.000 4,-14.222 0.000-2,0.193 0.000-2,10.242 0.000 0,0.844 0.000-3,6.173 0.000 0,1.044 0.000 1,0.454 0.000 0,0.027 0.000-5,-10.540 0.000 2,0.091 0.000 1,5.540 0.000 0,0.265 0.000 2,-0.380 0.000 1,-0.821 0.000 0,-0.814 0.000 1,-0.771 0.000-3,-0.704 0.000-1,-0.623 0.000 4,-0.818 0.000 2,-0.919 0.000-2,-0.947 0.000-1,-0.923 0.000 0,-0.862 0.000 0,-0.778 0.000 1,2.868 0.000 1,-1.516 0.000-1,-8.769 0.000 0,-1.160 0.000-1,2.025 0.000 0,-1.397 0.000 1,-1.596 0.000 1,-1.663 0.000 1,-1.915 0.000 1,-2.003 0.000-2,1.785 0.000-1,-3.918 0.000 2,-3.628 0.000 0,-3.149 0.000 2,-2.594 0.000-2,0.481 0.000 0,-0.070 0.000 2,0.541 0.000 3,5.239 0.000-9,0.350 0.000-2,-2.335 0.000 0,1.140 0.000 0,-0.633 0.000 0,0.510 0.000 0,0.961 0.000 0,1.238 0.000 0,-0.634 0.000 0,1.190 0.000 1,6.080 0.000 0,1.626 0.000-3,-3.874 0.000 2,1.157 0.000-1,3.802 0.000 0,0.542 0.000 0,3.447 0.000 0,0.186 0.000 0,-3.046 0.000 1,-0.029 0.000 1,-3.007 0.000 1,0.100 0.000 0,2.960 0.000 0,-0.315 0.000 0,0.074 0.000 1,0.346 0.000-1,-0.041 0.000 0,-0.315 0.000 1,-0.212 0.000 0,-0.129 0.000-2,2.487 0.000-1,-0.767 0.000 3,-6.154 0.000 1,-0.462 0.000-2,2.451 0.000 0,0.006 0.000 1,-2.292 0.000 1,0.655 0.000 0,6.611 0.000 0,0.620 0.000-4,-3.023 0.000 1,-0.313 0.000-1,5.074 0.000-1,-1.227 0.000 2,-11.352-0.159 0,-0.350-0.280 1,10.577-1.063 4,-3.601-0.287-2,-4.106-0.014 0,-4.046 0.152 0,-3.649 0.239-1,-3.084 0.270 0,0.648-0.374 3,-0.281 0.881 5,-1.583 0.667 5,2.192-0.013-10,2.404-0.010-6,-0.265-0.007 1,-1.770-0.003 0,1.413-0.001 0,-3.595 0.001 1,0.689 0.000-1,0.429 0.000 1,0.224 0.000 0,0.066 0.000-1,-0.049 0.000 0,-0.128 0.000 0,-0.179 0.000-1,-0.206 0.000 3,-0.216 0.000-1,1.481 0.000 1,-0.415 0.000 0,2.755 0.000-1,-3.258-0.058 1,-1.040-0.089 0,3.307-0.442 0,-4.059-0.345-1,-0.534-2.216 0,-1.221-2.661 0,2.575-1.145-1,-1.167 1.529 1,1.789-1.308 1,1.487-0.897-2,1.202-0.562-2,0.943-0.579 0,0.714-0.565-1,0.517-0.527 1,0.352-0.476-1,2.220-2.179 3,0.614-0.926-1,-3.325 2.661 1,0.085-0.288 0,3.240-3.575 0,-0.750-0.120-1,-3.905 3.332 0,-0.641 0.018 1,0.635-1.359 2,-0.817 0.513 0,-0.772 0.661 0,-0.704 0.734 1,0.284-0.406 0,-0.702 0.958 1,-0.281 0.118 0,-1.338 1.266 0,-1.337 1.173-1,-1.522 1.489-1,-0.896 0.498 2,0.196-2.731 1,-1.303-2.361 1,-1.369 0.388-4,-0.652-0.362-2,-0.363 3.656 0,-0.540-0.265 0,-0.563-0.210 0,-0.967-0.396 0,-0.320 2.483 0,-0.709 0.172 1,-4.032-2.931 2,-0.431 2.177-1,-2.087-0.104-2,3.146 2.484-1,-1.389-0.073 1,-5.814-1.484-2,-2.830-0.176 0,-3.181-0.149-1,-3.281-0.122-1,-3.764-0.381 0,-3.929-0.546-1,-3.862-0.639-1,-3.633-0.674 0,-14.437-2.606-2,-2.622-0.045-1,21.515 4.061 4,-1.519-0.463 1,-15.238-3.233-1,-2.728-0.705 1,-2.228-0.549 1,-1.768-0.412 1,-1.356-0.012 0,-1.000 0.273-3,-0.981 0.463-1,-0.921 0.577 3,-8.473-0.893 1,0.163 0.271 2,9.263 1.931 1,1.924 0.923-1,9.304 1.861-1,1.919 0.841 2,-5.273 0.273 1,1.106 1.034 2,0.988 0.945 7,0.857 0.837 0,0.441 0.720-2,0.124 0.604-9,0.175 0.491 0,0.203 0.389 2,0.214 0.298 0,0.211 0.218-2,-0.083 0.152 1,-0.290 0.097 0,-0.139 0.054 1,-0.026 0.020-1,0.338-0.005 0,0.583-0.022-1,0.445-0.033 0,0.327-0.040 1,-0.055-0.043 0,-0.325-0.042 2,0.064-0.041 1,0.337-0.037-3,0.234-0.033 0,0.149-0.029-1,0.082-0.024-1,0.030-0.020 3,-0.291-0.016 1,-0.506-0.012-2,-6.467-0.010 0,0.094-0.007 0,12.611-0.000 0,0.364-0.001-1,-5.602-0.003-1,0.482 0.000 1,0.282 0.001 1,0.125 0.001 3,-0.275 0.001 1,-0.547 0.002-4,5.124 0.219 0,-1.221 0.372 0,-20.731 1.216-1,-0.247 0.928-1,19.109-0.408 0,-0.863 0.439-1,-13.597 1.166-1,1.083 0.022 2,14.023-1.010 1,0.862-0.205 0,-12.002 0.720 1,0.393 0.112 1,12.678-0.441 2,0.115 0.583 2,-5.924 1.206 1,0.389 0.534-9,0.838 0.406 0,1.118 0.296 4,1.831 0.204 1,2.252 0.129-1,2.163 0.069-1,1.997 0.023 1,-2.096 0.808 3,2.712-0.091 3,6.470-1.202 1,2.267-0.566-5,4.721-0.981 0,0.650-0.165 1,-2.696 0.540 0,0.498-0.009 4,1.258-0.238-3,1.740-0.389-5,1.154-0.479-1,0.682-0.520 1,0.596-0.525 0,0.507-0.503 5,0.702-0.465 1,0.809-0.415-6,-3.996-0.220 0,0.113-0.445 1,8.928-0.404 0,0.239-0.103 1,-1.588-0.084 0,0.655-0.092-3,-2.932-0.108 0,0.860-0.073 0,2.623-0.014 4,0.967-0.014 0,0.965-0.002 0,0.918 0.008-3,-0.541-0.005 1,0.390 0.023 3,2.561 0.051-1,0.288 0.015-1,-0.982 0.006-2,-0.134 0.018 0,-0.548 0.299-1,-0.816 0.485 3,-0.404 0.312-2,-0.091 0.174-1,-0.712 0.350-1,-1.121 0.459 0,-0.794 0.232 0,-0.523 0.060 3,-0.589 0.217-2,-0.608 0.319-2,-2.218 0.472 1,0.023-0.117 0,3.700-0.656 2,-0.202 0.165-1,-2.037 0.702 0,0.061 0.348 0,-5.077 1.376 3,0.375-0.352-3,0.565-0.616 1,4.082-1.168 0,1.265-0.529-1,3.502-0.635 0,0.013 0.084 0,-1.563 0.548 0,-0.034 0.363 11,-0.017 0.408-7,-0.004 0.421-4,-1.873 0.976 0,-0.473 0.433 1,2.907-0.913-1,-0.469 0.225 1,-4.385 1.982-1,-0.722 0.832-1,1.486-0.127 1,-0.410 0.711 0,0.185 0.423-1,0.599 0.198 0,2.363-0.811 1,0.369 0.337-1,-3.107 2.923 2,0.553 0.516-1,3.707-2.073 6,0.234 0.652-5,-2.960 4.125 1,0.293 1.105-2,3.704-3.032 0,0.831 0.248 1,-1.442 4.179-1,1.115 0.520 0,2.953-3.983-1,0.844-0.396 2,-1.117 5.236 5,1.792-2.041-6,1.539-2.253 0,1.464-3.575 2,0.734-1.219 5,0.677-2.567-3,0.076 7.020 5,0.813-6.612-3,0.537 4.057-3,0.104-1.578-3,0.348 1.582 0,0.090-4.251 1,0.513 0.351-1,0.216-0.609 1,0.569 0.655 0,1.074 2.216-1,-0.298-1.486 1,-0.337-1.118-1,1.484 2.748 1</inkml:trace>
</inkml:ink>
</file>

<file path=ppt/ink/ink1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3:27"/>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9897.626 1002.548 767,'5.357'-5.357'0,"-0.791"0.179"0,-5.036-2.764-7,-3.033 0.553 6,0.346 2.233 0,-0.821-1.081 0,-0.975-1.089-1,-1.057-1.055 0,-3.499-4.452-1,-1.473-1.878-1,0.291 0.665 1,-0.817-0.688-1,-0.699-0.455 1,-0.582-0.268-1,0.188 0.208 0,0.728 0.537 2,2.058 2.410 1,0.529 0.618 1,-3.045-3.803-1,1.871 2.479 1,1.923 2.594 6,1.800 2.456-2,1.578 2.173-2,-1.491-0.690 2,0.594 5.219-2,-1.580 4.225 7,-1.021 0.002 2,-0.811 0.848-14,0.308 1.015 0,-1.176 1.321 0,4.143-1.969 3,-0.486 1.074 0,-0.361 1.177-1,-0.256 1.194 0,-1.542 1.992-1,-0.733 0.546 0,1.668-1.645 0,-0.564 0.910 1,-2.021 2.451-1,-0.743 0.886 0,0.917-0.834 0,-0.479 0.879 0,-3.450 5.236-1,0.185 1.241 1,3.202-3.970-1,-0.055 0.189 2,-5.504 7.340-2,-0.867 0.307 1,3.257-4.607 1,-0.141 0.133 2,3.676-4.556-1,0.197 0.272-2,-4.604 8.043 0,0.839 0.455 1,2.344-3.050 2,0.778-0.966 0,1.069-1.248 0,1.227-1.389-2,0.541 0.645 1,1.579-1.109-1,2.330-4.277 7,0.811-0.739 2,0.468 0.639-3,0.814-0.848-3,0.679-0.771-1,0.551-0.680 2,0.433-0.583 0,0.329-0.487-1,0.239-0.066-1,0.164 0.238 1,0.281 3.521-1,0.064 0.675-1,-0.014 0.550-2,0.275-2.167 1,0.617-0.353-1,0.112-2.586 1,0.530-0.231-1,1.385 1.163 1,1.258 0.300 4,1.000 0.116-1,0.768-0.021-1,0.567-0.447-2,0.397-0.730-1,2.829 1.241 0,-0.632-1.821 0,-1.014-1.756 2,-1.157-1.562 1,-1.142-1.308 1,3.479-0.072-2,-2.825-2.282 0,-0.081-1.153 0,0.892 0.069 2,3.296 0.255 9,-3.662 0.227-11,0.854 0.021-2,4.199-0.424-1,1.726-0.642 0,-0.352-0.481 0,1.213-0.688 0,1.139-0.708 1,1.033-0.688-1,1.874-0.948-1,2.385-1.089 2,2.660-1.821-1,2.730-2.256 0,1.992-1.800-1,1.373-1.390-2,-3.147 0.844 1,0.493-0.655 0,8.124-4.560-1,-0.741-0.386 0,-5.286 2.286 5,-1.732 0.620 0,-2.227 0.815 1,-2.472 0.916 1,-2.202 0.944 0,-1.904 0.920 0,-1.934 0.860 8,-1.862 0.776 0,1.280-1.310 2,-3.391 1.823-8,-3.106 1.795 1,-2.681 1.633 0,-2.198 1.401-2,0.627-1.179 0,-2.737 0.483 0</inkml:trace>
</inkml:ink>
</file>

<file path=ppt/ink/ink2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3:28"/>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1786.626 1880.548 767,'0.000'6.667'0,"0.000"1.247"-4,0.000 2.608 1,0.000-3.967 2,0.000 0.579-1,0.330 1.066 0,0.549 1.362 0,0.970 2.688 0,0.888 1.113 1,-0.344-2.762-1,0.112 0.007 0,0.349 1.353 0,-0.141-0.350-1,0.102-0.136 2,0.270 0.022 0,0.376-0.196 2,0.435-0.342 2,1.653 2.301-2,-0.116-1.943-2,-0.396-2.145 0,-0.536-2.090 2,-0.577-1.881-1,2.323 0.728 2,-0.012-3.796 0,1.509-3.223 3,1.159-2.488 2,-0.741-0.596-8,-1.888 0.484-1,0.858-1.157 0,7.159-5.428-2,4.082-2.671-1,-1.561 0.989 0,2.795-2.243 1,12.451-8.072-4,7.281-3.473-3,1.599 0.263 1,6.257-2.604 0,6.826-2.180-2,6.909-1.775-2,8.713-2.829-2,2.293 0.178 4,0.358 0.865 0,-1.004 1.296 1,-7.056 3.989 1,4.323-1.291-1,13.401-5.107 2,1.322 0.055-1,-1.994 1.683 19,-4.261 2.763 8,2.447 0.083-21,-8.342 4.021-18,-21.531 8.194 15,-5.819 2.154 10,2.701-0.951 3,-9.402 3.455 30,-8.567 3.140-10,-7.492 2.739 10,-15.133 5.476-24</inkml:trace>
</inkml:ink>
</file>

<file path=ppt/ink/ink2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3:29"/>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5814.626 1713.548 767,'0.000'7.881'0,"0.000"2.117"0,0.000-3.242 0,0.000-0.013-9,0.000 0.538 8,0.000 2.601-1,0.000 2.194-1,0.000-1.717 0,0.000 0.854 4,0.000 2.568-4,0.000 0.698 0,0.306 1.134 0,0.510 1.391 0,0.654 1.179 2,0.727 0.972 0,0.744 0.449-1,0.721 0.056-1,1.000-0.251 0,1.152-0.457 1,2.671 1.244 0,2.061-1.548 2,-1.124-5.198 1,1.331-1.021 0,2.659 0.193 0,0.497-1.722-1,0.688-1.740 1,0.792-1.670-1,1.135-1.543 0,1.325-1.379 0,2.082-1.197 5,2.522-1.011-6,2.387-1.161-1,2.179-1.213-1,3.223-1.193-1,3.815-1.123-2,3.420-1.020 0,2.979-0.898 2,-2.385-0.040-1,3.132-0.507-2,10.610-1.944-2,4.526-1.569 2,11.937-3.209 0,3.411-2.033-2,-6.246 0.728 0,1.415-0.279 0,10.208-2.778-2,1.217-1.494 5,-17.197 3.371 1,0.471-0.366 5,9.298-3.029 0,-0.035-1.172-3,-9.171 1.594 0,-0.208-0.689 3,17.390-6.514 2,-1.055-1.221-2,-12.870 3.367-1,13.531-5.816 3,-14.155 4.182 0,-14.337 4.660-3,-13.143 4.524 0,-11.230 4.030 0,-15.051 6.066 1</inkml:trace>
</inkml:ink>
</file>

<file path=ppt/ink/ink2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3:30"/>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13032.626 1518.548 767,'-8.965'3.058'0,"0.537"2.579"-6,3.482-1.761 4,-1.961 2.291 0,-1.204 1.912-1,-1.135 1.971-1,-1.032 1.919 1,-2.437 3.764-1,-0.855 1.847-1,2.649-3.280 2,-0.384 0.458 0,-3.449 5.155-1,0.314 0.699 0,3.605-4.280 2,0.436 0.393 0,-0.570 2.951 3,1.169 0.439-1,2.216-2.495-1,1.015-0.117 1,-0.230 5.065 1,1.518-0.050-1,1.647-2.600 1,0.926-0.019 1,0.786-0.621 1,0.651-1.021-4,0.853-0.927 1,0.957-0.817 0,0.986-1.030 0,0.960-1.133 1,0.896-1.483 5,0.809-1.662-4,1.002-0.348-1,0.015-1.412 0,-0.834-2.782 1,0.589-0.517 0,1.380 0.083 1,0.509-0.859 3,1.666-0.865-6,2.410-0.828-1,7.479-0.506 1,7.628-0.841-4,-1.604-1.685-1,4.250-1.636-2,11.162-3.013-2,7.418-3.175-3,7.013-3.572-1,6.394-3.686 0,-3.021-1.180 3,4.598-3.167-3,26.407-10.251-6,7.191-3.656 3,-6.729 0.911 2,3.187-2.749 2,1.854-1.626 1,0.818-0.750-3,-0.618-0.114 1,-1.611 0.344 5,-1.889 0.654 6,-1.998 0.844 1,-3.654 0.939 3,-4.661 0.963 3,-42.048 17.203 0,53.181-23.396 4,-17.481 6.698-4,-17.233 6.998 1,-15.519 6.542 6,-13.078 5.674-3,-16.786 7.939-6</inkml:trace>
</inkml:ink>
</file>

<file path=ppt/ink/ink2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3:38"/>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1605.626 3162.548 767,'6.667'0.000'0,"-1.171"2.418"0,-0.271 4.088-6,-1.110-0.870 5,0.725 1.481-1,1.036 1.411 0,1.185 1.281-1,-0.834-1.505 1,0.830 0.710 0,1.793 1.887-1,0.448 0.243 0,0.541-0.022 1,0.581-0.210 0,0.583-0.334 0,0.556-0.406 0,0.841-0.462 2,1.004-0.480 0,0.743-0.447 0,0.522-0.402 0,0.670-0.351 0,0.744-0.299-2,0.738-0.247 1,0.699-0.198 0,0.332-0.155 1,0.055-0.116-1,3.605 1.107 0,-1.755-1.011-1,-2.191-1.170 1,-2.309-1.187 2,-2.215-1.109-1,-1.991-0.978 1,-1.701-0.822-1,-1.391-0.662 0,3.166-1.416-1,-4.295-1.500 1,2.695-1.441 13,3.095-1.513 2,3.235-1.492-19,4.195-2.091-1,4.681-2.418-2,5.113-2.538-1,5.179-2.503 0,5.336-2.360-2,5.196-2.147-1,5.488-1.871 0,5.437-1.586-1,5.804-1.002 0,5.792-0.540 1,4.851 0.146-1,3.952 0.626 2,3.126 0.609-1,2.390 0.568 0,-9.949 3.556 3,-0.331 0.689 0,18.787-4.288 4,-3.758 1.336 0,-13.818 3.534 3,-4.420 0.987 0,-5.735 1.220 10,-6.400 1.328-1,-12.129 3.128-2,-4.870 1.370 1,2.970-1.081 6,-8.224 1.552-2,-9.524 2.075 15,-4.899 0.731-5,-1.360-0.757 11,-6.273 1.561-14,-4.914 1.486-12</inkml:trace>
</inkml:ink>
</file>

<file path=ppt/ink/ink2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3:39"/>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3807.626 3134.548 767,'6.012'0.000'0,"-2.251"4.997"-5,0.631 4.866 3,-0.841-3.290 1,0.171-0.124 0,0.557 0.788-2,0.781 1.600 0,-0.135 0.361 1,-1.075-2.228 1,0.128-0.389 0,0.439-0.276 0,0.656-0.181 1,1.914 0.972-1,0.574-0.427 5,0.368-0.465-4,0.207-0.466-1,-0.076-0.894 0,0.567-0.625-1,1.646-0.314 1,2.337-0.078-1,4.016 0.094 3,5.021 0.212-1,4.864-0.043-5,4.523-0.224-2,5.363-0.341-1,5.708-0.409-2,6.015-0.438-1,5.950-0.438 1,5.953-0.417 0,5.675-0.383-1,5.563-0.341-2,5.221-0.294 2,4.048-1.237-2,3.022-1.850 3,12.330-2.234-2,-0.299-1.465 2,-22.792 0.188 2,-1.766-1.402 3,7.030-2.719 2,-3.941-1.396 2,-4.980-0.791 5,-5.484-0.323 1,-12.232 1.338 4,-4.043-0.248 0,6.963-3.704 1,-6.432-0.253 3,-10.380 1.955 6,-4.732 0.481-7,2.584-2.990 1,-7.715 1.734-4,-6.679 1.859 3,-8.220 3.955-1,-2.389 0.696-3,-1.860 0.524 0,-1.396 0.377 2,-1.329 0.254-1,-1.220 0.155-6,-0.424 0.077-2,0.163 0.018 0,4.347-5.701 0,-3.934 5.672-1,-0.880 1.283-1,1.293-1.435 0</inkml:trace>
</inkml:ink>
</file>

<file path=ppt/ink/ink2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3:40"/>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8392.626 3148.548 767,'2.116'6.349'0,"0.361"1.083"0,0.615 1.847 0,-0.778-1.488 0,0.370 0.954 0,1.221 2.873-14,1.346 2.158 11,1.370 1.547 1,2.502 3.200-3,1.423 0.569 0,-1.890-4.194 1,0.280 0.004-1,2.783 3.792 3,-0.126-1.013 0,-2.541-4.729 1,0.205-0.813 0,0.324-1.046 3,0.402-1.183-1,3.590 1.613 3,0.523-0.676-1,0.318-0.687-1,0.160-0.653-1,-2.941-2.471-1,0.560-0.269-1,0.484-0.445 0,0.410-0.561 2,5.554 1.026-1,2.201-0.407-1,-0.496-1.227 0,1.963-0.612 1,2.325-0.979-3,2.474-1.196-2,6.924-2.592 0,3.282-3.609 1,-6.041-1.749 0,2.810-3.007-1,15.744-7.717-3,5.649-4.643 0,-16.409 5.030 2,2.452-2.223 0,18.247-10.246-3,3.268-3.607-3,11.208-7.429-2,1.968-2.055 3,-9.029 3.817 4,-1.586-0.439-1,-10.168 4.888 1,-2.210 0.282 1,17.577-13.283 3,-6.498 1.909 6,-23.160 14.731 5,-3.893 1.386 0,-4.003 1.296 1,-3.940 1.182-1,2.586-5.185 0,-4.979 2.468 6,-6.257 4.827 6,-2.640 1.310-9,-2.068 1.017 0,-1.564 0.761-4,-2.664 3.214-3,-0.565 0.605 0,2.239-3.444-1,-1.021 1.680-2,0.615-0.760 1,-2.445 3.730-1,-2.416 3.633 1,-2.183 3.250 1,-1.848 2.730-1</inkml:trace>
</inkml:ink>
</file>

<file path=ppt/ink/ink2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3:41"/>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10761.626 2089.548 767,'0.000'-6.570'0,"0.000"0.078"0,-3.101-3.515-6,-0.933 3.725 5,-3.201-2.948-2,-2.645-2.164-1,0.966 1.806 0,-1.104-0.450 1,-3.663-2.720-2,-2.571-1.634 1,-2.384-1.145-1,-2.139-0.743 2,-2.192-0.091 0,-2.129 0.376-3,-2.289 0.386 0,-2.295 0.374 1,-1.555 0.654 2,-0.955 0.823 0,0.508 1.234 1,1.524 1.469-1,5.184 2.582 0,1.453 1.203 1,-1.161 0.479 1,2.398 1.401 2,2.428 1.251 0,2.335 1.086 15,0.541 0.779-9,2.441 0.920 0,2.867 0.702 2,1.864 0.469-2,1.629 0.336-3,1.379 0.225-1,-3.646 1.421 1,4.022 0.564-3,-0.670 1.278 0,-0.778 1.068-1,-0.819 0.868 1,-0.834 1.015-3,-0.806 1.072-1,-1.075 1.062 0,-1.219 1.004 0,-1.592 1.246 1,-1.783 1.360-1,-2.143 1.376 0,-2.296 1.323-1,-1.661 1.200 0,-1.131 1.055-1,-1.030 1.586 0,-0.910 1.889 0,-1.111 2.345 0,-1.202 2.560 2,-0.551 1.932 0,-0.061 1.395-1,4.006-2.414 1,0.751 1.444-1,-5.600 9.792-2,1.195 0.620 2,5.028-4.762 5,2.456-0.947-1,2.373-1.251-1,2.202-1.408 1,3.222-4.854 0,0.888-0.971 1,-1.936 5.533 10,1.314-1.467-1,2.632-4.604-4,1.359-1.496-4,2.063-3.889 0,0.997-0.988 0,-0.303 6.193 0,1.617-0.979 5,1.794-7.147-2,0.556-0.101-2,0.402 2.026-2,0.486-0.271-2,0.375-0.337 1,0.276-0.368 1,0.194-0.373-1,0.126-0.359 1,0.105 0.043-1,0.030-1.295 1,-0.007-1.477 0,-0.032-1.525 0,0.062 0.662-1,-0.097-2.587 1,-0.098-2.300 2,0.090 1.777 1,-0.208-2.567 2,8.197-3.125-3,-0.125-2.939-4,5.345-0.050 1,5.802-0.707-1,5.854-1.141-4,6.580-1.396-4,6.788-1.512-1,6.946-1.854-2,6.730-2.009 0,-1.984 0.002 0,4.371-0.732 1,32.248-5.861-7,5.370-1.659 2,-26.594 4.311 5,1.220-0.821 3,10.879-2.389 0,0.539 0.037-1,-0.342 0.097 1,-0.952 0.135 5,-2.026 0.485 6,-2.695 0.712-1,-4.670 0.840-3,-5.856 0.891 3,-6.425 0.886 2,-6.526 0.840-1,-6.622 1.098 5,-6.377 1.230-2,-5.903 1.266 15,-5.286 1.232 4,-4.270 0.819-1,-3.343 0.488 5,0.231-0.695-15,-4.626 0.728-11,-3.718 0.625-1,-2.849 0.509 0,0.571-2.224 1,-4.428-0.859-2</inkml:trace>
</inkml:ink>
</file>

<file path=ppt/ink/ink2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3:42"/>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2260.626 3957.548 767,'6.150'0.000'0,"2.005"0.000"-4,1.521 0.000 2,-2.773 0.000 1,4.139 0.000-2,3.374 0.000-1,4.032 0.000-1,4.311 0.000 0,4.612 0.000-2,4.609 0.000 0,5.074 0.000-1,5.165 0.000-1,4.963 0.000 0,4.585 0.000-1,12.496 0.000-1,5.220 0.000 0,-21.036 0.000 3,2.781 0.000 1,32.863 0.000-3,5.282 0.000-1,-6.703 0.000 2,3.021 0.000 2,-9.396 0.000 1,0.991 0.000-2,24.513-0.417-5,1.387-0.675 7,-1.072-0.809 2,-2.670-0.851 6,-24.505 0.110 0,-2.231-0.532-6,5.770-1.154-1,-5.996-0.625 6,-6.389-0.541 8,-6.368-0.457-1,-7.019-0.044 1,-7.151 0.250-1,-6.909 0.449 11,-6.410 0.569 0,0.360-0.541-3,-9.691 1.166 23,-7.892 1.067-17,-6.109 0.913-22,-3.198-0.068 0,-13.243 1.961 0,1.341 0.928 0</inkml:trace>
</inkml:ink>
</file>

<file path=ppt/ink/ink2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3:43"/>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5200.626 3845.548 767,'6.789'0.000'0,"2.088"0.000"-5,-2.732 0.000 4,2.480 0.000-2,1.226 0.000 1,2.630 0.000-1,9.385 0.000-2,5.939 0.000-1,1.718 0.000-1,4.977 0.000-1,-0.319 0.000 0,4.280 0.000 0,18.550 0.000-5,6.273 0.000 2,15.302 0.000-2,7.201 0.000 0,12.650 0.000-2,-3.342 0.000 1,4.539 0.000 2,-20.110 0.000 2,2.421 0.000 5,40.476-0.516-1,2.108-0.807-10,-37.674-0.061 4,0.149-0.545 11,11.774-1.377-1,-1.824-1.288-4,-2.592-1.031 0,-3.018-0.798 8,-3.484-0.572 4,-3.653-0.384 0,-4.943 0.074 0,-5.629 0.397 0,3.497-0.511 3,-4.701 0.263 1,-18.630 1.199-3,-1.834-0.836 10,13.239-2.987 0,-1.220-0.541-13,-15.277 2.445-1,-0.799 0.397 1,6.445-0.328 0,-0.207 0.895-6,0.576 0.633-1,1.105 0.417 7,1.103-0.087 1,1.047-0.441-7,0.981-0.343 0,0.890-0.257-2,8.022-1.105 0,-0.372-0.092 2,-15.315 1.825 0,0.155-0.019 0,6.787-0.629 1,-1.651 0.531 1,-2.235 0.684 1,-2.546 0.760 0,-2.646 0.778 0,-2.594 0.755 1,-2.764 0.702 5,-2.755 0.632 0,-2.972 0.552 1,-2.986 0.469-2,-3.162 0.388-1,-3.138 0.312 1,0.364 0.252 0,-2.802 0.220 2,-7.678 0.083-2,-1.415 0.063 3,4.626 0.156-3,-3.352 0.029-3,-3.232-0.008 0,-3.843-0.060 1,-1.822-0.034-1,-0.532-0.006 2,-2.236-0.054 1,2.436 0.053 2,-3.028-0.119-7,1.333-0.138 0,5.164 1.201-2,-4.092 0.028 0,1.869 0.192-1,1.451 0.070 1,1.085-0.020-2,1.104 0.247 1,1.064 0.425-2,0.327 0.202 1,-0.214 0.034 1,0.071 0.242 1,0.271 0.379-1,-0.590 0.459 0,-1.175 0.494 1,2.480 1.718 5,-3.229-0.306-5,-3.190-0.652 0,-2.891-0.806 4,-2.455-0.829-1,0.082 0.856 0</inkml:trace>
</inkml:ink>
</file>

<file path=ppt/ink/ink2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3:46"/>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5897.626 3943.548 767,'8.075'2.692'0,"1.530"0.510"0,12.647 1.976 0,3.310 0.866-18,4.613 0.557 11,7.819 0.893-2,8.042 0.942-4,7.821 0.934-3,6.330 0.223 0,4.969-0.293 3,14.969 0.761-4,6.067-0.454 2,-16.770-2.667 3,2.291-0.648 3,13.039-0.031 2,1.930-0.957-2,0.564-0.932-1,-0.435-0.869 5,-12.200-1.038 5,-1.680-0.538-1,16.498-0.230-3,-6.180-0.628 3,-15.179-0.505 6,-6.133-0.301 0,-12.563-0.207 3,-4.629-0.132-1,2.288-0.158 7,-7.383-0.085 2,-7.047-0.042 4,-6.438-0.010-4,-2.016-0.088-2,-7.913 0.054 10,-6.123 0.069 3,-1.987-0.128-17,2.733 4.956-6,1.245-2.801-1,-0.273-0.432-5,2.645-0.088-2,9.881 0.155-3,5.771-0.200-1,-3.167-0.372 1,3.922-0.119 2,8.767-0.055-3,3.211-0.131-2,2.223-0.114 1,1.413-0.097 0,-0.194-0.080 2,-1.332-0.064 0,7.481-0.056 2,-5.239-0.053 2,-17.258-0.010 3,-3.143-0.011 0,2.385-0.022 6,-5.100-0.003 2,-4.676 0.001 5,-4.110 0.005 4,-1.988-0.128 1,-4.318-0.178-10,0.064-0.958-1,-6.435-4.528-1,-2.215-2.042 0,-0.890-3.157-7,-1.483 4.152 1,-2.122-3.694-1,-1.780-2.749-2,-0.785-0.107 0,-1.652-1.600-1,-3.068-3.993-1,-1.466-1.405 0,-1.405-0.697-1,-1.296-0.159 1,-1.180-0.076 1,-1.043-0.012 0,-0.896 0.009 1,-0.749 0.025 1,-0.608 0.034 2,-0.480 0.040-1,-0.036 0.042 0,0.281 0.041 0,2.422 2.427 1,-0.431-0.500-1,-5.911-5.780 1,-0.282 0.504 1,3.058 3.494 0,0.591 0.878-3,0.410 0.916 0,0.264 0.900 1,-4.801-2.752 2,0.435 2.216 4,-1.012 0.748-1,5.251 4.131-2,0.425 0.358-1,-1.747-0.988 1,0.946 0.943 0,2.778 2.342 0,0.198 0.789-3,-0.018 0.730 0,-0.169 0.654 4,-0.601 0.569 0,-0.878 0.481-2,-2.888-0.098-1,0.168 1.113 0,4.768 2.295-1,-0.466 0.707 0,-3.472 0.296-1,-0.988 0.810 2,-0.318 0.719 3,0.174 0.620-4,-0.143 0.521 0,-0.362 0.425-1,-0.478 0.337-1,-0.537 0.259 3,-0.248 0.190 3,-0.030 0.133-4,0.125 0.086-1,0.231 0.048 1,-0.034 0.019 0,-0.222-0.002 1,-0.322-0.018 1,-0.377-0.028 0,0.237-0.033-1,0.663-0.036-1,0.605-0.036 1,0.536-0.035-1,-0.199-0.032 0,-0.712-0.028 2,-3.437 0.398 4,0.031 0.649-4,3.323 0.496-3,0.380 0.697 0,3.203 0.256 0,0.185 0.569 2,-5.108 2.253 0,1.050 1.425 2,5.864-0.930-1,0.297 0.480 0,-2.404 1.410-1,0.063 0.317 1,-0.301 0.173 0,-0.547 0.063 0,-0.719 0.311-1,-0.808 0.473-1,-0.503 0.236 0,-0.263 0.057 0,0.251-0.074-1,0.604-0.164 0,0.499-0.219 0,0.399-0.249 1,2.948-1.053 2,0.122 0.238 0,-4.860 2.916 3,0.839 0.634-3,1.491 0.581 0,1.843 0.510-2,5.450-2.527 1,1.134 0.339 0,-0.426 1.982 1,1.259 0.436 1,2.577-1.315 1,1.161 0.303 0,0.368 2.411-1,1.436 0.842-1,0.889 3.798-1,1.441 2.234 2,1.623 1.090-2,1.648 0.251-2,1.635-2.089-1,1.728 0.646 0,1.002-1.759 0,1.377 1.213 2,3.133 4.104 3,2.614 0.659-5,3.327 0.273 1,3.678-0.015-2,4.061 0.111 0,4.143 0.195-1,4.359-0.414 1,4.307-0.828 0,4.044-1.083-1,3.666-1.215-1,3.578-1.274-1,3.346-1.257 1,3.330-1.491 0,3.161-1.588 1,1.266-1.912 1,-0.143-2.052-1,0.157-2.056 0,0.363-1.961 1,-0.804-2.131 0,-1.596-2.152 2,-1.755-2.372 11,-1.786-2.417-8,-2.737-2.028-2,-3.285-1.656 3,-8.626-0.485 5,-3.020-0.837-2,4.771-2.691-2,-4.800-0.690 0,-7.268 0.704 8,-3.089-0.146 0,-4.717 1.006 1,-1.250-0.013-5,0.902-0.933 0,-1.576 0.248 1,-1.479 0.334-5,-4.313 2.252-2,-0.110 0.408-1,3.984-1.524 1,0.511-0.250 1,0.623-0.519 0,0.673-0.685 0,5.772-2.685-3,1.409-0.171-3,1.198 0.688 1,-1.087 1.188 1,-0.371 0.757-1,-3.984 1.797 1,-4.184 1.661 1,-3.923 1.428 4,-3.410 1.158-1</inkml:trace>
</inkml:ink>
</file>

<file path=ppt/ink/ink3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3:47"/>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8503.626 3957.548 767,'11.690'0.252'0,"-1.703"0.433"0,8.614 0.689 0,4.871 0.252 0,-2.303-0.317-25,3.184-0.014 19,8.057 0.110-3,4.348-0.120 0,4.639-0.146 1,4.627-0.158 1,11.353-0.078-3,4.538-0.189 0,-19.073-0.314 3,1.934-0.070 0,28.107 0.022-3,4.500-0.118 1,-5.883-0.100 1,2.523-0.059 4,-8.041-0.044 1,1.033-0.027-4,21.826-0.033-5,1.909-0.021 6,-9.404-0.663 4,0.584-1.102 2,0.514-1.359 1,0.439-1.478-8,-0.318-1.823 1,-0.842-1.982 7,-0.516-1.343 0,-0.260-0.824-1,-0.700-0.746-1,-0.981-0.655 3,-1.159-0.229 2,-1.231 0.084-4,-0.563-0.026-1,-0.063-0.104 4,-9.556 1.438-1,0.335-0.170 1,19.742-3.539 1,-0.601-0.228-5,-1.400-0.524-1,-1.856-0.692 2,-19.903 3.601 0,-1.105 0.227-1,6.472-0.945 0,-3.285 1.186 4,-3.098 1.077 1,-2.817 0.949 1,-3.499 1.144 0,-3.819 1.228 3,-3.843 1.230 3,-3.680 1.174-5,0.834 0.721-1,-4.624 1.186 5,-11.354 1.322 1,-1.796 0.519-4,2.494 0.374 1,-0.794 0.456 2,0.703 0.352-3,1.735 0.260-2,2.695 0.183-6,3.251 0.120-1,3.848 0.069-3,4.091 0.029-1,4.047 0.000-1,3.826-0.021-1,11.493 0.009-1,3.966-0.056 0,-13.106-0.121 1,2.647-0.037 2,12.103-0.014-2,3.306-0.043 1,-7.310-0.050 1,1.788-0.026 1,22.604-0.012 0,1.679-0.030-3,-9.776-0.023 1,0.417-0.014 4,-0.345 0.319 1,-0.870 0.542-2,-2.192 0.675 0,-3.031 0.737 4,-3.462 1.077 2,-3.605 1.268 1,-3.868 1.015 1,-3.872 0.787 2,-5.035 0.587 5,-5.627 0.417-2,-5.759-0.053-2,-5.582-0.386 0,-2.217 0.109 1,-6.901-0.941-1,-6.290-1.004 15,-5.502-0.986-1,-3.881-0.495-4,-4.940-0.712-7,-3.906-0.503-6,-2.160 3.442 9,-4.420 0.249 2,4.837 0.875-14,-0.690-1.934-2,0.183 0.297 0,0.601 1.009-1,2.608 3.530-2,1.289 1.393 1,0.010-0.718 0,0.937 0.214 1,0.554-0.357 0,0.254-0.748-1,-0.300-0.660 1,-0.681-0.567-1,1.684 1.633 3,-1.811-1.612 0,-1.790-1.618 1,-1.624-1.481 6,1.815 1.838-5,-2.159-1.892-1,-0.467-1.500 0,5.054-0.487 9,-0.563-0.420-7,2.536 0.995-6,4.295 1.746-1,7.404 2.333-4,4.703 1.005 0,-3.621-1.669 2,2.874 0.240 0,7.732 1.292-2,3.324 0.058-1,2.525-0.381 2,1.839-0.675 0,-3.667-1.387 2,2.113-0.282 0,14.901 1.477-2,1.634-0.246 3,-0.266 0.224 2,-1.533 0.529-3,-14.144-1.904 1,-1.767-0.288 1,8.587 1.005 1,-3.215-0.901 3,-16.643-2.473 4,-1.150-0.436 0,11.483 0.644 7,-2.739-0.879-4,-5.626-0.941-4,-0.944-0.530 2,0.222-0.118 0,1.043 0.180-3,0.588 0.054-1,0.237-0.038-2,4.368 0.070-2,0.124-0.186-2,-8.392-0.455 1,-0.201-0.133 3,3.804-0.046 1,-0.320-0.161-2,-1.380-0.146 1,-2.072-0.129 1,-5.393-0.135 1,-1.977-0.073-1,2.643-0.047-1,-3.176-0.077 0,-0.416-0.070 9,-4.834-0.051 5,-4.252-0.025-6,-3.516-0.008-4,-0.451-0.072-4</inkml:trace>
</inkml:ink>
</file>

<file path=ppt/ink/ink3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3:48"/>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16182.626 4221.548 767,'6.584'0.000'0,"3.639"0.000"-5,-2.096 0.000 3,0.465 0.000 1,2.650 0.000-2,6.611 0.000-2,5.668 0.000-2,4.576 0.000 0,3.584 0.000 1,4.334 0.330-2,4.664 0.549-2,3.713 0.350-1,2.861 0.191 3,8.977 0.265 1,2.031-0.041-2,-5.496-0.282 0,0.850-0.135 4,-5.412-0.019 2,1.984 0.310 0,8.393 0.448 0,-0.240 0.072 3,-0.305 0.615 0,-0.336 0.973-4,-8.469 0.199 0,-1.705 0.603 0,21.023 3.247 9,-8.566-0.250-3,-29.838-3.616-1,-2.260-0.291-1,5.162 0.602 7,-4.172-0.600 2,-4.023-0.593 9,-3.729-0.561-5,-3.322-0.510-3,-2.873-0.451 2,0.295-0.210 3,-4.426-0.541-6,-3.633-0.385-5,-0.609-0.405-4,-12.391-1.461 0</inkml:trace>
</inkml:ink>
</file>

<file path=ppt/ink/ink3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3:51"/>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1898.626 4556.548 767,'6.476'0.000'0,"0.382"0.000"0,2.341 0.000 0,-1.447 0.000-9,8.773 0.000 5,9.271 0.000-2,0.394 0.000-1,6.903 0.000-1,14.530 0.000-4,9.354 0.000-2,9.229 0.000-3,8.706 0.000 1,8.229 0.000-2,7.502 0.000-1,6.984 0.000 0,6.287 0.000 2,19.106 0.000-1,3.448 0.000 3,-27.739 0.000 4,0.229 0.000 1,-0.116-0.252 2,-0.370-0.433 0,25.532-1.107 5,-5.428-0.927 3,-20.013-0.395 8,-7.864-0.679-2,-17.905-0.012-4,-6.546-0.479-1,7.717-1.978 10,-11.155-0.554 0,-2.497-1.545 31,-15.791 0.789-12,-13.521 1.161-6,-10.930 1.279-4,-8.384 1.233-19,-6.093 1.095-1,-11.347-1.152 0,-0.776 4.102 0,-0.037 0.576 0</inkml:trace>
</inkml:ink>
</file>

<file path=ppt/ink/ink3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3:54"/>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7932.626 4612.548 767,'-5.777'2.889'0,"0.222"-0.111"0,0.089-0.044 0,0.050-0.025 0,-1.133 0.031-9,0.623-1.188 8,-2.690 0.189 0,1.735-0.198 0,-1.266 0.629 0,-9.611 3.175-2,-3.394 1.227-2,1.858-0.132 0,-2.760 1.528 1,0.786-0.198-1,-1.970 0.569 0,-5.445 1.685-1,-1.458 0.208 1,-0.607-0.004 0,0.027-0.155 0,-2.400 0.519 1,2.531-1.132 1,3.117-1.330 2,3.329-1.384 0,0.467-0.540 4,5.201-1.638-1,4.722-1.351 3,4.023-1.059-1,3.253-0.790 4,0.353-0.114 0,4.521 4.876 0,-0.909-0.618 2,2.570 3.842 3,1.151-2.981-10,1.799 3.464-6,1.221 0.941 0,-0.017-0.873 0,0.123 0.094-2,0.214-0.074 3,0.268-0.191 0,0.633 0.124 1,0.313-0.675 1,0.282-0.771 1,0.247-0.796 0,1.738 0.824 0,-0.199-1.004-2,-0.388-0.851 1,0.282-1.076-1,0.672-1.125 4,0.855-1.060 0,-3.035-1.292-3,0.138 0.068 0,2.023 0.977-1,0.059 0.488 1,-2.155-0.469 0,-0.437 0.383 1,2.205 2.196 1,-0.811-0.246-3,-0.716-0.606 0,2.606 0.485 3,-2.779-2.290 0,-0.229 0.125-2,0.793 0.437 0,-0.398-0.389 0,-0.400-0.507 1,-0.368-0.538-1,4.854 0.674 1,-1.894-1.504 0,-2.670-0.931 0,0.195-0.669-1,0.023-0.237 1,0.854 2.940-1,-1.349 0.644 0,4.464 2.009-1,-1.949-1.356 1,1.198 0.237-2,0.736-0.018-1,0.703-0.198 1,0.646-0.317-1,0.575-0.387 0,0.497-0.418 0,4.173 0.123 4,-1.041-0.691-2,-1.570-0.597 0,-1.841-0.476 1,-2.419-0.399-1,-2.309-0.293 2,1.859-0.251 1,-3.343-1.116 2,0.248 1.118 1,2.823-0.033 2,4.144 0.000-5,-2.119 0.000-5,2.298 0.000-1,1.998 0.000 0,-2.438 0.000 0,1.044 0.000 1,2.704 0.000 0,0.022 0.000 0,-0.449 0.000 1,-0.764 0.000 0,-0.621 0.000 1,-0.491 0.000 0,3.063 0.000 2,-2.518 0.000 4,-2.760 0.000-3,-2.677 0.000-1,-2.401 0.000-1,1.555 0.000 2,-2.537 0.000 0,1.597 0.000 1,2.063-0.417 2,-2.651-0.675-2,-0.559-0.246 1,1.307-0.570-7,3.035-1.069 0,1.813-0.757 1,1.345-0.693-1,0.946-0.615 0,0.620-0.200 0,0.356 0.105 0,0.483-0.013 0,0.551-0.097 0,5.735-1.432 1,-1.157 0.755 3,-1.782 0.961-1,-4.675 1.493-2,-1.546 0.692 1,0.083 0.299 2,-2.837 0.684 0,-2.680 0.517 4,-2.353 0.372 1,0.525-0.252 1,-8.505-4.862-4,1.747-2.705 0,0.293-1.942-2,-0.008 2.786 1,0.000-0.946-3,-0.005 1.922 0,0.004-6.854-3,-0.002-1.459 0,-0.346-0.500 1,-0.540 0.150 3,-0.625 0.555 0,0.114 3.278-3,-0.067 0.089 1,-0.491-1.108 1,-0.318 1.372 1,-0.345 1.641 1,-0.003 2.321 0,-0.475 0.682 0,-2.172-3.549 6,1.399 3.607-5,-0.113 0.359 0,-0.054 0.399 0,-1.095-1.166-2,0.301 0.563-2,0.403 0.506 0,0.430 0.426 1,0.406 0.340 1,-2.614-3.848 0,-1.628 0.990 0,1.462 3.418 1,-1.541-0.032 0,-1.460-0.015 0,0.963 0.599-2,-0.255-0.266 0,1.626 0.794-1,-0.475-0.242 1,-1.841-0.605 0,-0.767 0.171 2,0.957 0.784 0,-0.151 0.312-2,-4.526-0.657-1,-0.322 0.739 1,3.897 1.277 0,-0.648 0.323 1,-2.007 0.171 1,-0.041 0.339-2,-0.409 0.288 0,-0.651 0.239 0,-0.133 0.192-1,0.241 0.150 2,2.118 0.103 1,0.458 0.066-2,-0.968 0.068 0,0.713 0.040 0,-0.532 0.045 1,0.924 0.007 3,1.935-0.027 0,0.598-0.012-1,0.504-0.016-1,0.413-0.018 1,-1.416 0.007 0,1.379-0.031-1,1.438-0.028 0,-2.434 0.008 0,2.555-0.056-1,-0.338-0.076 0,-0.911 0.050 1,-1.585 0.958 1,3.257 0.815-1,-1.309 1.293 0,-1.917 1.106-3,-2.259 0.921-1,-0.912-0.066 0,-2.795 0.498 1,-9.765 2.700-5,-5.154 1.103 1,-0.329 0.103-1,-3.485 1.356 0,-3.178 1.117-1,-2.810 0.894-1,-2.438 0.693 0,-2.060 0.518 3,-1.339 0.368 0,-0.763 0.245 0,-5.383 1.563 1,1.687-0.756 2,13.353-4.294 0,2.746-1.049 2,3.025-1.149 1,3.124-1.182 0,-3.247 0.292 3,4.180-1.780 2,0.813-0.988 18,6.228-1.870 2,5.516-1.434-20,4.599-1.044-2,3.640-0.715-3,10.212-4.545 0</inkml:trace>
</inkml:ink>
</file>

<file path=ppt/ink/ink3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3:56"/>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5409.626 3218.548 767,'-7.333'0.000'0,"4.338"6.860"-5,2.203 0.683 4,0.095 3.605-1,0.357 5.579-2,0.670 3.040-2,0.462 1.892 0,0.292 0.986 0,0.486 0.955 0,0.602 0.887-1,0.685 3.235 2,0.108-0.701 1,-0.469-6.274 5,0.305 0.042-1,0.379-0.466-1,0.422-0.829-1,1.753 4.634 7,0.587-0.819-4,0.460-1.109-1,0.347-1.239 3,-1.602-5.668 1,-0.262-1.055-5,0.781 2.750 1,-0.754-1.070 1,-1.995-5.493 1,-0.357 0.134 3,0.498 6.109 1,-0.711 0.789-5,-0.897-3.429-2,-0.333 0.588 1,-0.160 5.702-2,-0.381 1.490 0,-0.294-1.336-1,-0.178 1.129 2,-0.153 3.264-1,-0.109-0.267-1,-0.004-5.724 0,-0.023-0.134 1,-0.041 2.323 1,0.000-0.585 0,-0.056 5.152 4,0.036-2.397-1,0.042-2.641-1,0.075-6.705 0,0.023-1.432 1,0.030-2.535-1,0.015-0.837 0,0.005 1.437 2,0.018-0.994 8,0.014-0.128-6,0.013-1.108-3,0.009-0.976-1,0.048-0.709-1,0.252 2.952 2,0.643-2.059-2,1.843-2.012 0,0.672 0.242-1,-0.554 0.028 1,3.562-1.036-1,1.239-4.126 1,5.155-0.077-1,7.329-0.080 0,8.532-0.077-4,9.646-0.072-5,9.984-0.065-3,19.226-0.044-4,11.948-0.060-3,-11.127-0.308 4,6.956-0.457-1,19.264-0.507-3,6.847-0.242 1,5.678-0.106 0,4.578-0.005 3,3.579-0.263 2,2.699-0.434 1,-0.364-0.535 2,-2.527-0.582 2,-5.575-0.258 4,-7.481-0.015 1,-9.147 0.158 2,-9.901 0.274 0,8.572-0.440 14,-19.044 0.678 3,-17.417 0.663 22,-15.107 0.539 2,-12.879 0.438 17,-10.153 0.328-16,-7.619 0.232-20,-16.602-2.001-29,0.207 1.278-3,8.802-4.859 29,-0.178-4.092 4,-1.624 0.015-14,-0.604-4.000-11,-1.059-3.490-1,-1.334-2.962-1,-1.137-2.447-1,-0.942-1.965 0,-1.601-5.090 0,-0.667-1.169 0,1.382 6.667 3,-0.229-0.345 1,-2.110-7.791 0,-0.144-0.106 0,2.134 7.743 2,0.414 0.450 1,0.524 0.224 1,0.587 0.047-1,-0.364-6.729 0,0.995 0.852 1,1.195 3.960 4,0.660 0.338-5,0.736 3.898 0,0.391 0.766 0,0.209-5.589 2,0.435 0.327-1,0.652 3.754 0,0.745 0.979 3,1.150-5.019-2,0.372 2.952-3,0.032 3.085 1,-0.896 8.557 2,-0.111 1.189 1,0.399-3.171 0,-0.429 3.187-1,-0.426 2.924 5,-0.182-1.301 4,-6.821 10.202-8,-3.415-0.222 0,-6.559-0.342-4,-7.952 0.003-2,-9.592 0.002-3,-3.765 0.003-4,-7.537 0.001-2,-8.175 0.001-2,-8.244 0.001-1,-7.904 0.001-2,-7.291 0.001 2,-6.510 0.000 0,-5.647 0.000 0,-4.767 0.000-2,-3.915 0.000 4,-1.805 0.000 0,-0.217 0.000 3,1.253 0.000 1,2.241 0.000 3,2.486 0.000 1,2.542 0.000 3,4.466 0.330 8,5.625 0.549 1,7.151 0.349 2,7.901 0.191-2,-6.788 0.596-2,14.994-0.093 4,13.663-0.219 11,11.344-0.233 12,10.781-0.313 12,8.443-0.293-38,6.275-0.254-6,15.585 0.138 0,-2.087-0.929 0</inkml:trace>
</inkml:ink>
</file>

<file path=ppt/ink/ink3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3:59"/>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1856.626 5754.548 767,'0.000'7.149'0,"0.186"0.974"-4,3.309-0.808 2,2.478-2.212 1,4.140 0.453-4,4.671 0.392 2,-2.617-1.837 0,2.788 0.191 0,13.978 2.231-4,5.144-0.335-1,0.655-1.160 0,4.824-0.573 0,5.506-0.619-1,5.732-0.621-1,-1.792-0.858 1,4.906-0.426 1,43.750 0.149-7,7.806-0.766-2,-0.129-0.600 2,4.961-0.360 1,1.718-0.258-1,-33.823-0.116 4,0.298-0.063 12,12.400-0.068 2,1.157-0.035-10,0.091-0.016-4,-0.672-0.002 13,9.518-0.015 4,-3.172 0.019-10,-24.036 0.057 0,-1.857 0.016 4,17.689-0.007 5,-3.548 0.025 2,-30.177 0.043-2,-0.795 0.010 1,26.164-0.004 4,-2.467 0.016-4,-10.838 0.015-3,-1.741 0.008 2,-1.061 0.006-1,-0.526 0.005-3,-0.804 0.003 0,-0.964 0.002 4,-8.124 0.000-1,0.352 0.000-5,16.612 0.002 0,0.045 0.000 4,-8.051-0.001-1,0.217-0.001-3,0.441-0.000-1,0.582-0.001 0,0.630-0.000 0,0.634-0.001 2,0.608-0.000 1,0.561-0.001-3,-0.136-0.000 0,-0.625 0.000 1,-9.318-0.000 0,-1.060 0.000 0,13.485-0.000 0,-3.811 0.000 2,-10.813 0.000 2,-3.432-0.000 1,-3.888 0.000 2,-4.029 0.000 0,-4.270 0.000 1,-4.240 0.000 1,-0.296 0.000 1,-4.037 0.000 3,-8.871 0.000-3,-1.538 0.000 5,0.788 0.000-6,-2.195 0.000-4,-1.801 0.000 0,-1.437 0.000-2,-2.828 0.000 0,-0.599 0.000 4,2.480 0.000-2,-1.189 0.000-2,-2.143 0.000-1,-0.327 0.000-1,-0.432 0.000 1,-0.486 0.000 1,-1.691-0.252-1,-0.377-0.433-1,1.283-0.773 0,-0.469-0.543 1,-0.435-0.457 1,-0.388-0.373-1,-0.781 0.071 0,-0.232 0.062-2,-0.506-0.159 0,-0.676-0.308 0,-0.436-0.730 0,-0.245-0.996 3,-0.744-0.007 3,0.031-0.539-4,0.805-2.013-2,0.173-1.495 0,0.941-2.767-1,0.188-1.251 0,-0.638 0.723 0,0.122-0.593 0,0.123-0.478-1,0.118-0.373 1,-0.979 1.244 0,-0.325-0.658 1,1.184-4.610 1,-0.159-0.365-1,-1.413 4.267 1,0.053 0.433-1,1.159-2.906 0,-0.508 1.172 0,-0.810 2.357 0,-0.033 0.424 2,0.088 0.577 2,0.169 0.658 1,1.437-2.326-2,-0.652 1.578-1,-0.878 1.573-1,-1.733 3.266 1,-0.522 0.498 1,-0.025-1.384 0,-0.751 0.753 1,-0.612 0.670 0,1.039-3.991-1,-0.486 3.612-2,0.048-0.156 0,-0.081 0.046-1,-0.162 0.177 1,-0.205 0.253-1,-0.221 0.287 0,0.047-2.397 0,-0.327-1.392-1,-0.480 3.312 2,-0.083-0.766 1,-0.462-3.472 0,-0.767-1.085 0,-0.916 1.019-3,-1.299-0.014 0,-2.632-1.568 0,-2.416-0.212-1,0.130 2.717 1,-1.990-0.238 2,-2.874-0.058-1,-3.432 0.079-1,-10.875-3.068-3,-5.479-0.120 0,-0.029 2.072-2,-3.353 0.945 0,-3.982 1.167-1,-4.244 1.270 0,-3.546 1.283-1,-2.883 1.232 3,-3.594 1.138 1,-3.931 1.017-3,4.473 1.098 1,-2.943 0.588 2,-21.457 0.346-1,-3.850 0.639-3,16.618 0.443 2,-1.866 0.224 1,-12.535 0.215 0,-2.576 0.148-2,-1.907 0.090 0,-1.341 0.044 5,-11.372 0.070 2,0.782-0.023-6,1.291-0.046 0,1.559-0.059 6,21.761-0.128 0,0.318-0.039 3,-9.819-0.015 1,0.794-0.045 0,1.079-0.041 1,1.230-0.035-1,1.280-0.030 0,1.255-0.024-2,1.815-0.020-1,2.127-0.016 3,1.944-0.011 0,1.721-0.008 0,1.788 0.325-1,1.751 0.546 4,2.326 0.678 0,2.625 0.740-3,10.754 0.036-1,3.990 0.157 1,-6.424 0.752 0,6.088-0.161 1,13.870-0.857 1,3.761-0.211-1,-2.381 0.607 29,4.626 0.287-24,6.122-0.304 0,2.936-0.110 13,2.520-0.195-19,2.104-0.246 0,1.049-0.271 7,0.249-0.276-4,-0.003-0.267-4,-0.182-0.248-3,-0.277-0.222 0,-0.332-0.194 0,-1.039 0.166 0,-1.493 0.414 0,-3.898 0.865-1,-2.126 0.786 1,3.165-0.146-2,-1.299 0.512 0,-3.926 0.801-1,-0.947 0.064 0,2.356-0.360 1,-0.374 0.227 0,-3.323 0.594 1,-0.140-0.184-1,-3.366 0.503 2,-0.282 0.079 1,3.567-0.730 0,0.827-0.329 0,1.356-0.415 0,1.668-0.456-1,3.431-0.471 0,0.541 0.087 1,-3.429 1.105 4,1.583 0.450 4,-1.116 0.845-3,2.209-0.365-5,2.006-0.610 1,4.169-1.067 2,-0.184 0.143-1,0.059-0.042-1,0.230-0.173 1,-0.320-0.258-2,-0.696-0.305 1,-0.931-0.325 0,-1.054-0.324 1,-1.069-0.308-3,-1.029-0.282-1,-1.305-0.250 0,-1.441-0.215-1,-1.469-0.181 1,-1.420-0.147 0,2.181-0.122 0,-0.186-0.072-1,-9.225-0.088-1,-0.470-0.071 1,11.967 0.026 1,0.316-0.009 1,-5.056-0.036 4,0.786-0.000-4,-1.511-0.008-1,1.285 0.012 2,3.412 0.024 5,0.925 0.013-2,1.132 0.013-2,1.227 0.012 1,1.236 0.011 0,1.185 0.010 0,0.762 0.009 0,0.426 0.007 1,-2.620 0.005 3,1.421 0.007-3,1.514 0.005-4,3.396 0.001 1,0.518 0.001 0,-1.811 0.002 2,0.266 0.000 0,0.114-0.000 2,1.422-0.001-4,0.078-0.000-1,-3.769-0.937 0,2.456-0.802 1,0.273-0.283 2,0.433-0.005-2,-3.317-0.690 0,4.149 1.292-1,-4.262-0.591 2,3.402 0.939 1,1.234 0.571-2,-0.062 0.851-1,2.211 4.279 1,0.487 4.251 1,1.816-1.852 0,0.123 1.630-1,0.164 1.412-2,-0.074 4.894-2,0.297 1.965 0,0.592-6.225 1,0.096 0.689 2,0.032 2.728-1,0.110 0.616 0,0.069 3.002-1,0.105 0.792 1,0.080 3.595 0,0.082 1.214 1,0.053-2.055 0,0.033 0.370-1,0.032 2.583 0,0.016-0.694-1,-0.012-5.878 1,0.001-0.634 2,0.007 1.341 0,-0.005-1.314 1,-0.006-1.409 1,-0.007-1.411 1,-0.007-1.346-1,-0.007-1.236 1,-0.004-0.003 2,-0.008-2.040-1,-0.007-1.971-1,0.000 2.477 1</inkml:trace>
</inkml:ink>
</file>

<file path=ppt/ink/ink3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4:01"/>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5535.626 4082.548 767,'0.000'-6.848'0,"0.000"-0.558"0,0.000 0.979 0,0.000-1.406-8,-0.417 0.145 8,-0.675-1.135-1,-0.518 0.460-1,-0.709-0.306 0,-1.603-1.649 0,-1.050 0.565-2,-0.919 0.842 3,-0.772 0.966 1,-0.623 0.981-1,0.615 1.605 0,-0.772 0.239 0,-0.529 0.082 0,-0.331-0.035 0,-0.174 0.215 1,-0.054 0.382 2,-0.273 0.483-1,-0.416 0.532 0,-0.851 0.542-1,-1.121 0.523 1,-3.412 0.315-1,-2.160 0.540-1,2.942 0.619-1,-0.593 0.240 0,-4.826 0.560-1,-0.166 0.935-1,4.692 0.173 2,0.563 0.229-1,0.679 0.127 3,0.741 0.047 1,-2.730 0.585-1,1.708 0.104 0,1.728 0.086 4,1.630 0.068 0,1.460 0.052-1,1.254 0.038-3,-1.251 1.179-1,1.440 0.688 1,-0.627 1.036 4,-0.835 0.941 3,0.881-0.148-6,-1.257 1.479-3,-3.413 3.075-2,-2.429 2.067 0,1.428-1.913 1,-2.455 0.788 0,-5.928 3.190-1,-3.510 1.728-2,-2.940 1.422-1,-2.396 1.137 2,-1.873 0.575-1,-1.411 0.147-1,-0.050-0.165 0,0.921-0.378 1,1.240-0.843 3,1.408-1.134 0,1.791-0.958 2,1.980-0.787 1,-5.668 3.980 9,4.968-2.202-2,6.689-3.590 0,3.872-1.956-2,3.395-1.768 1,3.386-1.684 3,2.005-0.608-1,1.565-0.294-1,1.405-0.326-5,1.359-0.533 1,1.160-0.548-2,-0.122 3.165 2,-0.154 4.019 2,1.245-3.746-6,0.203 0.024-1,0.493-1.978 1,0.170-0.092 0,0.168-0.080 0,0.158-0.068 1,0.145-0.056-1,0.127-0.045 3,0.109 0.295 1,0.091 0.523-3,0.082-0.731 1,0.046 0.184-1,0.460 2.720-1,0.718 0.658 0,0.538-1.014-1,0.723-0.001 2,0.265-1.058-1,0.577 0.309 0,1.440 2.822 0,0.075-0.105 0,-0.378-1.902 2,0.229-0.892-2,1.825 1.477-1,0.038-1.388 1,-0.125-1.215 5,-1.591-2.086-2,0.099 0.263-1,1.721 2.202-1,-0.088-0.149 1,-0.204-0.369-1,-0.447-1.235 0,0.052-0.956 0,2.078 0.691-1,-1.255-1.921 3,1.121 0.230 1,1.396 0.286-4,1.527 0.312 0,1.242 0.316-1,0.979 0.304-1,1.077 0.280 0,1.096 0.251 0,0.727-0.111 0,0.431-0.365 1,0.859-0.528 0,1.124-0.619 1,6.761 0.350-2,-0.899-1.126 3,-1.793-1.009-1,-2.612-0.853-1,-2.898-0.685 0,-2.832-0.523 3,-4.807-0.388 0,-1.036-0.167 1,0.917-0.176 9,-1.671-0.134-4,3.288-0.330 1,-3.777 0.021-8,0.130 0.029 0,-0.427 0.264 1,0.680 0.149-1,0.956 0.047 1,-1.531-0.004-1,3.292 0.000-2,6.459-0.329-1,5.091-0.549-1,5.885-0.680-2,6.172-0.741-3,6.439-1.409-1,6.327-1.819-1,6.254-1.670-1,5.908-1.487 0,5.053-1.310-2,4.206-1.121 2,2.769-0.935 0,1.615-0.758 1,-0.296-0.266 1,-1.643 0.097 2,-3.820 0.350 2,-5.190 0.514 2,-6.251 0.937 4,-6.712 1.193 1,-6.724 1.320 3,-6.416 1.348 3,0.953-0.182 10,-10.031 2.096 22,-8.369 1.745-3,-6.633 1.379-30,-5.003 1.039-6,-11.996 2.543 0,-0.796 0.097 0</inkml:trace>
</inkml:ink>
</file>

<file path=ppt/ink/ink3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4:11"/>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5716.626 6354.548 767,'8.167'0.000'0,"0.332"0.000"0,-2.240 0.000 0,0.138 0.000 0,0.001 0.000 0,-0.048 0.000 0,1.561 0.000 0,0.990 0.000-17,9.297 0.000 14,9.428 0.000-2,0.002 0.000 0,6.881 0.000-1,15.610 0.000-7,10.827 0.000-2,9.761 0.000-3,8.543 0.000 2,-4.844 0.000 0,4.367 0.000-1,28.607 0.000-5,3.117 0.000 2,-12.545 0.000 7,-1.531 0.000 3,-2.666 0.000 5,-3.347 0.000 1,-4.688 0.000 0,-5.422 0.000 5,-6.325 0.000 11,-6.670 0.000-2,-13.720 0.000-1,-5.145 0.000-2,5.006 0.000 11,-8.742 0.000 0,-2.799 0.000 6,-11.347 0.000-4,-9.497 0.000 4,-7.535 0.000-1,-5.679 0.000-12,-0.831 0.000-4,0.937 0.000 0,2.809 0.000 3,3.142 0.000-14,3.231 0.000 0,3.119 0.000-2,2.893 0.000 0,2.618 0.000 0,2.299 0.000 0,2.624 0.000 0,2.731 0.000 0,2.655 0.306 1,2.477 0.510 0,-3.598 0.146 1,0.916 0.151 0,12.969 0.856-2,2.654 0.664 0,-10.447 0.096 2,1.031 0.917 2,6.686 1.574 3,-0.168 0.834-7,4.664 1.565 0,-2.489 0.509 3,-3.458-0.141 3,-3.907-0.571 1,-12.051-1.897 0,-2.173-0.133 2,4.117 1.054 4,-4.629-0.712 3,-4.630-0.823 0,-4.355-0.849-3,-2.007-0.366-2,-5.134-1.033 4,-4.214-0.860-2,-0.701-0.074-7,-13.888-2.798 0</inkml:trace>
</inkml:ink>
</file>

<file path=ppt/ink/ink3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4:14"/>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9283.626 6507.548 767,'0.000'-6.646'0,"3.054"1.071"-5,2.478 0.983 4,4.817-0.365-1,-0.841 1.427 0,3.839-1.090-1,5.050-0.888-1,5.674-0.703-2,1.724 0.365 0,5.116-0.350-2,17.489-2.667-4,7.142-0.914-1,-2.358 1.060 1,2.823 0.392 1,3.330 0.671-1,3.533 0.839 1,2.828 0.918 0,2.192 0.932 5,0.978 0.897 5,0.065 0.831-5,-8.794 0.974 0,-0.030 0.508 2,16.444 0.231 1,-2.167 0.586 3,-11.278 0.461 4,-3.470 0.277-2,-10.488 0.184 0,-3.031 0.119-1,7.512 0.170 3,-6.193 0.079 3,-10.154-0.013 5,-4.574 0.002-1,-4.492-0.015-2,-4.222-0.025 3,-3.477-0.032 2,-2.783-0.036-1,-2.486-0.037 3,-2.160-0.035-8,0.924-0.004-4,-2.901-0.048-1,-2.327-0.039 2,-1.388-0.030-3,-0.692-0.021 0,-0.206-0.015-2,2.030-0.010 1,-1.913-0.002-1,1.593-0.001 1,-0.459 0.002 0,1.752 0.000-2,4.247-0.000-2,3.036 0.001 0,8.914-0.001-3,3.704 0.002 0,-10.400 0.004 2,1.848 0.000-1,14.946-0.000-2,3.427 0.001 1,-2.066 0.001 0,2.189 0.000 1,1.331 0.000 0,0.656 0.000-1,0.169 0.000 0,-0.187 0.000 2,-0.760 0.000 1,-1.133 0.000 2,-1.368 0.000 2,-1.472 0.000 0,-1.782 0.000 1,-1.920 0.000 1,-6.090 0.000 1,-2.195-0.000-1,3.264 0.000 0,-3.788 0.000 1,-1.059 0.000 1,-5.229 0.000 4,-4.612 0.000 3,-3.848 0.000-4,-3.053 0.000-4,-0.003 0.000 1</inkml:trace>
</inkml:ink>
</file>

<file path=ppt/ink/ink3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4:35"/>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13130.626 6549.548 767,'0.000'7.311'0,"0.000"-1.165"0,0.000 0.461 0,0.000 2.026-8,0.000 7.344 7,0.000-1.130-1,-0.660 0.935-3,-1.098 2.416 0,-0.568-0.622 0,-0.758 1.594 0,-1.366 4.712 0,-0.778 1.600-1,-1.044 3.941 2,0.110-0.409 1,1.385-6.398 0,-0.069 0.483 1,-2.341 10.962-2,-0.155 0.196 6,3.096-14.009 0,0.237-0.220-3,-1.348 10.101 0,0.765-0.068-1,1.499-7.288 1,0.469-0.771 3,-0.013 5.273 3,0.655-1.059-6,0.780-6.213 0,0.297-0.019 2,0.133 9.126 6,0.391 0.278-6,0.503-9.538-1,0.539-1.003 0,0.632-0.925 0,0.679-0.834-2,1.702 3.668 1,0.968-1.224 2,1.310-0.775 9,0.821-2.442-9,0.647-2.516 0,0.490-2.393-1,0.354-2.150 1,-0.597-2.367-1,-0.303-1.620 1,-0.435-1.410-1,-0.499-1.183 0,1.813-0.887 0,0.088-0.900 10,0.955-0.541-2,-1.250-0.312-8,1.076-0.176 0,2.913-0.515 0,1.570-0.652-3,1.467-0.732 0,1.325-0.755 0,3.517-1.699 0,1.058-1.479-1,-2.115-0.505 1,-0.100-1.187 0,-2.822 0.335 1,-0.680-0.454 0,3.441-3.156 0,-0.898-0.813 1,-2.965 1.425 2,-1.072 0.572 0,1.233-1.428 4,-2.516 1.126-6,-2.527 1.118 1,-2.897 0.783 2,-1.707-0.811 8,-2.086 0.656-6,-1.546-0.181-4,-1.511-0.718 1,-1.415-1.067 0,-1.080 0.568-1,-1.344-0.690 1,-4.340-6.291-2,-2.184-1.492-3,3.277 7.039 2,-0.994-0.258-1,-7.870-7.838 0,-1.544 0.748-1,6.466 7.688 1,-0.625 0.144 1,-4.812-3.156 1,-0.599 0.627 0,-2.060-0.715 0,0.744 1.043 1,1.171 1.472 0,1.389 1.675 0,4.351 3.193 0,0.812 1.010 0,-3.451-0.760 4,2.672 1.957 4,2.607 1.566-3,2.340 1.192-2,-0.772 0.748 0</inkml:trace>
</inkml:ink>
</file>

<file path=ppt/ink/ink4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4:35"/>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13910.626 6632.548 767,'7.140'0.000'0,"2.936"0.835"-5,-3.970 1.350 4,4.310 3.043-1,-1.419 0.580-3,1.286 1.624 2,0.761 1.465 0,0.352 1.284 0,3.432 4.771 0,0.313 1.869-2,-6.199-6.200 3,-0.164 0.676 0,3.271 5.165 0,0.670 1.210 0,-1.179-1.934 0,0.396-0.110 0,4.440 4.649 3,0.973 0.168-4,-1.565-2.486-1,0.173-0.339 4,-1.735-2.518 2,0.420-0.276-4,2.142 1.480 0,-0.425-0.893 1,2.927 2.240 4,-1.647-1.817-3,-1.503-1.594 0,-3.001-2.826 2,-2.948-2.697 2,-2.670-2.392 0,-2.274-2.004-1</inkml:trace>
</inkml:ink>
</file>

<file path=ppt/ink/ink4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4:36"/>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14203.626 6646.548 767,'-8.061'4.968'0,"1.790"-0.495"0,-2.137 1.566 0,-0.568 0.386-11,-1.646 1.126 7,-5.271 4.353-1,-1.398 2.026-1,1.353-0.486 2,-0.290 0.759-1,-0.102 0.531 1,0.038 0.343 0,0.794 0.523 1,1.297 0.627 1,-0.178 2.461 3,1.520 0.013 0,3.690-4.321-1,0.701-0.137 1,-0.126 1.560 1,1.178-0.753-1,1.583-2.330 1,0.449-0.290-1,-0.407 0.908 1,0.201-1.247 0,-0.969 1.126 4,0.946-2.579-6,1.037-2.458 0,1.012-2.188 4,-0.947 0.816-2</inkml:trace>
</inkml:ink>
</file>

<file path=ppt/ink/ink4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4:36"/>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14760.626 6660.548 767,'0.330'-6.287'0,"6.824"2.593"-5,-0.989 3.031 4,2.199 0.692-1,2.139 0.822 0,1.993 0.875-2,2.150 1.201 0,2.160 1.377 1,-0.772 0.563-1,1.174 1.153 0,6.175 3.204 0,0.292 0.871-1,-5.238-2.251 1,0.109-0.289 1,5.581 2.185 0,0.004 0.272 1,-5.997-2.222 3,-0.895-0.026 0,3.209 2.110 1,-1.963-0.274-3,-3.644-1.335 1,-1.501-0.251-1,1.575 2.271 10,-3.172-0.728-5,-2.947-0.785 0,-2.558-0.752 0,-2.099-0.667-2,-1.692-0.176-1,-2.837 0.230-1,-4.700 2.571 4,0.815-4.570 7,-1.667 0.846-12,-3.820 2.877-2,-1.271 0.610 0,0.077-0.885-1,-1.292 0.053 1,-1.002 0.277 0,-0.748 0.424-1,1.088-1.064 3,-0.786 0.047 0,-4.903 2.835-1,-0.396 0.411 0,4.492-2.655 0,0.474-0.116 1,-1.517 1.085 0,0.442-0.298 0,0.038-0.347 0,-0.253-0.365 0,-4.014 1.722 9,0.274-0.646-8,6.238-3.132 0,0.600 0.200-1,0.384 0.139 1,0.209 0.088 0,-1.238 1.466 0,0.577 0.516 3,-1.031 1.974-1,1.836-0.540-2,1.981-0.905 0,1.941-1.083 0,1.783-1.125 0,1.730-1.185 0,1.168-0.449 2,0.872 0.201 1,0.979 3.023 6,3.312-2.659-2,4.109-5.722-6,0.126-2.300 0,2.082 1.240 1,-1.074 0.035-1,2.582 0.002-4,2.064 0.661 0,3.982 1.099-2,0.830 0.567 1,2.782 0.758 0,9.162 1.635-4,1.902 0.227 1,-2.237-0.662 1,1.124-0.282 0,-3.164-0.799 1,0.464-0.339 0,7.518 0.229 3,-1.361-0.583 1,-4.658-0.710 0,-0.716-0.392 1,-1.160-0.345 0,-1.422-0.296 2,-0.723-0.231 4,-2.712-0.223-5,-2.855-0.171 1,-2.803-0.127-1,0.146-0.145 4,-4.230-0.080-1,-3.579-0.029 3,0.554-0.205 4,-2.957-0.123-2,0.139 0.562-4,7.129-0.002 0,-3.908 0.000-7,4.818 0.000-2,-0.602 0.000 1,-1.601-0.000 0,-2.055 0.000 0,-2.140 0.000 1,2.118 0.000 0</inkml:trace>
</inkml:ink>
</file>

<file path=ppt/ink/ink4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4:37"/>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15833.626 6451.548 767,'0.000'6.074'0,"0.000"2.142"0,0.000-1.868 0,0.000 0.254 0,0.000 2.414 0,-1.031 0.516-12,-0.168-0.015 12,-0.209 1.204 0,0.113-0.565-2,-0.002 0.718-1,-0.123 2.732 0,0.109 1.188 0,-0.189 0.809 0,-0.395 0.500 1,-0.973 5.042 1,0.031-1.581-2,0.256-2.222 1,0.385-2.895 1,0.410-2.918 1,0.402-2.758 1,0.361-2.432 1,-0.154 0.672 0</inkml:trace>
</inkml:ink>
</file>

<file path=ppt/ink/ink4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4:38"/>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16070.626 6577.548 767,'0.623'-8.317'0,"3.086"2.177"-5,3.076 0.748 3,0.908 1.898-1,1.605 1.158 2,-1.838 1.356 0,4.287 0.063 0,0.518 0.317 0,-0.318 0.246-2,-4.389 0.200 2,-0.248 0.064-1,1.764 0.059 0,-0.344 0.059 2,-1.891 0.018 0,0.295 0.016 3,1.662 0.027 1,-0.191 0.005-4,-0.402-0.001-1,-0.531-0.005 1,1.156 0.146-1,-1.109 0.190 0,-1.076 0.214 1,3.908 1.247 0,-2.592 0.641 0,-1.432 0.398 1,-1.873 1.900-1,-1.844 2.736 2,-1.324 1.039 0,-0.617 4.440 1,-0.629-4.478-5,-0.127-1.662 1,-0.059 0.184 0,-0.055 1.517-1,-0.043 0.614 0,-0.459 1.156 1,-0.693-0.616 1,-0.229-2.518 2,-0.570-0.271-3,-0.748 1.062 0,-0.201 0.330 2,-0.662 0.170 0,-0.963 0.050-1,-1.131-0.369 0,-1.195-0.649-1,-1.916-0.091 0,-0.574-1.146-1,-0.037-1.151 1,0.328-1.086 1,0.555-0.978-1,0.676-0.846 1,-2.043-0.154 2,1.828-1.244-1,1.207-0.558 0,-2.793-0.647 9,3.697-0.868-13,11.904-0.119 6,0.098 1.373 0,2.547-0.041-2,0.006 0.000-1,4.084 0.000-4,-5.289 0.000 2,0.754 0.000 0,-0.045 0.000 1,-0.275 0.000-1,-0.420 0.000 1,-1.266 0.000 0,0.314 0.000 0,4.164 0.000 2,0.379 0.000 0,0.094 0.000-1,-3.932 0.000 0,-0.098 0.000 0,1.893 0.000-1,-0.199 0.000-1,-1.160 0.000 1,-0.162 0.000 3,-0.135 0.000 1,-0.109 0.000-3,-0.965 0.000 0,-0.021 0.000 1,2.682 0.000-1,-0.121 0.000 1,-2.746 0.000-1,6.932 0.000 0,-6.270 0.000 0,-0.398 0.000-1,5.961 0.000 2,-0.723 0.000-2,-1.244 0.000 2,-2.750 0.000 1,0.045 0.000-1,-1.129 0.000 0</inkml:trace>
</inkml:ink>
</file>

<file path=ppt/ink/ink4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4:40"/>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9074.626 7078.548 767,'0.000'7.301'0,"0.000"1.964"0,0.000 3.035-8,0.253-4.412 6,0.432 1.737-1,0.689 4.712 0,0.252 0.859 0,-0.122-1.287 1,-0.030 0.291-1,-0.091-0.132 0,-0.129-0.427 0,0.382 1.341 2,0.473-0.305 1,-0.099-3.916 1,0.457-0.877-1,0.505-0.760 3,0.523-0.646-2,2.462 2.345-2,0.221-1.939 6,-0.148-1.919-3,-0.369-1.754-1,-0.478-1.511-1,3.681 0.247 0,-1.726-2.942-1,1.453-2.037 1,-0.504-2.071 0,-2.269 0.479 2,0.741-0.480-1,1.872-0.998 1,6.278-3.800-3,3.797-2.946-3,-1.713 0.839 0,2.705-1.572-1,6.795-4.293-2,3.901-2.781-1,4.323-2.750-1,4.421-2.599 1,5.577-3.005-1,6.138-3.152-2,14.240-7.317-2,6.873-2.667 0,-11.704 8.034 3,5.030-0.750-2,25.917-10.861-5,4.499-0.893 3,-9.412 5.263 3,0.097 0.753 2,-11.576 6.123 2,-1.038 1.638 0,8.340-2.318 1,-3.098 2.083 1,4.000-0.572 14,-7.256 3.709 0,-43.841 16.344-4,41.237-14.108 6,-15.731 6.236-2,-14.643 5.511 0,-12.656 4.575 10,-17.545 5.589-12</inkml:trace>
</inkml:ink>
</file>

<file path=ppt/ink/ink4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4:41"/>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4587.626 6479.548 767,'-3.589'8.973'0,"-0.679"1.700"0,1.681-4.204 0,-0.217 0.541 0,-0.159 0.398 0,-0.893 4.622 0,1.481-3.044 0,-0.377 2.339-22,-1.619 8.481 19,-0.600 4.396 0,0.474-0.762 0,0.052 1.586-2,-2.672 18.121-5,-0.069 1.581 0,3.444-20.676 5,0.239-0.351-1,-1.557 14.836 6,0.871-1.908-2,1.987-15.691 0,0.303-0.999 0,-0.303 7.824 11,0.569-2.302-4,0.759-9.482-4,0.191-0.833-1,-0.001 8.563 12,0.388-4.078-8,0.263-4.167-1,0.165-3.868 0,0.090-3.357-1,0.293 0.564-1</inkml:trace>
</inkml:ink>
</file>

<file path=ppt/ink/ink4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4:41"/>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4615.626 6437.548 767,'8.446'-3.882'0,"0.788"0.293"0,-1.458 1.083 0,1.107 0.661-11,-2.069 1.023 9,0.508 0.238 3,1.545 0.132-1,0.154 0.145-1,1.358 0.077-1,5.696 0.043-1,2.558 0.085-1,-0.263 0.062 1,1.741 0.038 0,0.622 0.027-1,-0.205 0.018 0,-2.660 0.255 1,0.042 0.437 0,2.392 0.827 1,-0.439 0.771-1,-0.588 0.769 6,-0.668 0.731 0,2.745 1.489-3,-2.586-0.052 0,-2.831-0.421 2,-2.779-0.626-1,-2.541-0.712 0,-3.859-1.403 0,-0.243-0.337 2,1.171 0.400 1,-0.924 0.217 0,-1.233 0.068-1,-0.274 0.452 0,1.746 1.688 4,0.192 0.449-6,0.298 0.245-2,-1.108-0.575 0,-0.668-0.160 0,-0.825-0.224 0,2.302 3.578-1,-3.445-1.251 4,-1.488 3.373 1,-1.785-2.795 0,-0.289 1.213-3,-0.198 0.633-1,-0.825 3.502-1,-0.434-2.278 0,-0.277 1.176 0,-1.186 2.228 0,-1.343 0.136-1,-0.000-3.015 1,-1.036 0.160 1,-3.690 2.682-1,-2.234-1.125 0,-0.082-2.256 2,-1.044-0.769-2,-1.160-0.666 1,-1.187-0.562 0,0.680-1.137 0,-1.359 0.172 1,-6.368 2.287 0,-1.337-0.026-3,4.863-2.235 1,-0.023-0.090 0,-2.081 0.913-1,0.974-0.167 0,0.418-0.060 1,1.933-0.813 1,2.050-0.943 3,2.021-0.984 0,0.778-0.352 1,0.941-0.318 2,-0.197 0.147 2,2.050-0.809-3,2.029-0.822-1,-1.867 0.871 0</inkml:trace>
</inkml:ink>
</file>

<file path=ppt/ink/ink4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4:42"/>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4615.626 6925.548 767,'6.458'0.000'0,"0.092"0.000"0,-0.136 0.000-5,0.886 0.000 4,0.763 0.000 0,2.384 0.000-1,-3.196 0.000 1,-0.104-0.252 0,0.594-0.433 0,3.708-1.107-2,1.551-0.927 0,-2.218 0.071 1,0.618-0.556 0,4.593-2.247 2,1.202-1.410-4,-3.697 0.943 1,-0.142-0.474 2,2.130-1.405 0,0.418-0.313-1,0.208 0.160-1,0.049 0.488 0,-0.397 0.039 6,-0.696-0.282-3,0.746-1.145-1,-1.325 0.017 0,-4.031 2.036 2,-0.731 0.047 2,1.710-1.467-2,-0.986 0.802 1,-2.180 1.271 1,-1.115 0.278-1,-0.198-0.680 0,-1.538 0.577 0,-1.374 0.593 2,0.733-3.745-1,-3.064 0.371-1,-1.836-2.287 1,-0.267 4.508-1,-0.418-5.363-4,0.144 1.245 0,0.172-1.233 1,0.285 4.807 2,0.005-3.296-3,0.052-1.761 0,0.067 2.784 1,0.019-1.042 0,0.005-6.770-1,0.029 0.227-1,0.021 1.167 1,0.013 2.777 0,0.008 2.104 1,0.004 2.147 0,0.002 2.017 1,0.014-1.639 1</inkml:trace>
</inkml:ink>
</file>

<file path=ppt/ink/ink4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5:34"/>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9256.626 8054.548 767,'6.016'0.000'0,"0.983"-0.253"0,6.152-2.224-7,0.730-0.242 3,1.546-0.064 0,2.792-0.130-1,0.085 0.398 0,2.604 0.116 0,6.854-0.116-2,3.755 0.280 0,8.336 0.105 2,3.487 0.388-2,-7.748 0.608 1,2.145 0.206-1,8.653 0.113-1,3.082 0.213 2,3.162 0.181 0,3.069 0.147 2,10.552 0.115-1,2.620 0.110-3,-5.895 0.066 1,1.889 0.043 1,1.257 0.357 0,0.748 0.564 2,-8.109 0.654 0,0.321 1.027 2,8.279 1.589-1,-0.980 0.990 2,-1.541 0.764 1,-1.867 0.566 1,-2.648 0.424 0,-3.079 0.302 0,3.055 1.166 3,-4.282 0.085 1,-15.482-2.175-1,-2.991-0.436 2,6.042 0.806 4,-4.516-1.006-2,-7.935-1.445-2,-3.366-0.778 6,-2.717-0.719 0,-2.125-0.645-6,-4.347-0.698 0,-1.273-0.373 4,3.175-0.217-4,-1.585-0.407-4,-5.043-0.285 0,-0.644-0.144 0,3.444-0.170 1,0.035-0.113-2,-4.046 0.020 1,-0.455-0.020-1,1.713-0.043 0,0.313 0.010-3,2.464-0.011 1,0.722 0.035 5,-3.695 0.081-5,0.139 0.024 0,4.526-0.005-1,0.511 0.036 0,-3.659 0.047 0,0.863 0.018 2,2.714 0.011 1,-0.262 0.017-2,0.261 0.013-1,0.618 0.011 0,3.914-0.409 0,1.700-0.668 4,-2.087-0.185-2,0.379-0.158-3,0.820-0.044 1,1.095 0.037-2,-2.206 0.252 1,1.142 0.097 2,5.056-0.010 3,1.389 0.155-5,6.175 0.079-1,2.315 0.185 1,-7.154 0.250 1,2.000 0.091-2,8.173 0.056 1,3.350 0.087-2,8.883 0.066-1,1.812 0.068 1,-5.282 0.047 0,0.924 0.028-2,0.502 0.020 0,0.177 0.013 3,-0.698 0.007 3,-1.289 0.002 1,-7.829-0.008-1,-1.662-0.002 2,3.951 0.002-1,-1.828-0.005 1,2.395-0.003 6,-3.520-0.007 1,-11.535-0.012-1,-1.985-0.004-5,2.107-0.002 0,-1.521-0.004 3,-1.133-0.004 4,-0.806-0.003 0,-0.886-0.002-5,-0.902-0.002-3,-0.188-0.001-1,0.330-0.001 1,0.353-0.001-1,0.353 0.000 3,0.665 0.000-3,0.857 0.000-2,4.225 0.000 0,0.248 0.000 1,-3.644 0.000 0,-0.072 0.000-1,-3.870 0.001 0,-0.361 0.000 1,6.704 0.000 1,-0.327 0.000 1,-3.726 0.001 0,-0.201 0.000 1,-0.412 0.000 1,-0.542 0.000-4,-0.610 0.000 0,-0.629 0.000 2,-3.280 0.000-1,0.082 0.000 1,3.416 0.000 1,0.396 0.000 0,0.418 0.000 0,0.413 0.000-3,0.061 0.000 0,-0.192 0.000-1,-0.364 0.000 1,-0.470 0.000 0,-0.192 0.000 0,0.015 0.000 1,2.439 0.000 2,-1.268 0.000 0,-6.471 0.000-1,-0.469 0.000-1,2.355 0.000-1,-0.278 0.000 2,-0.534 0.000 4,-0.690 0.000-3,-0.109 0.000-1,0.310 0.000-1,0.239 0.000-1,0.179 0.000 4,2.336 0.000-3,-0.681 0.000-1,-2.882 0.000-1,-0.218 0.000 2,-2.432 0.000 0,0.120 0.000 1,4.773 0.000 1,-0.459 0.000-1,-4.620 0.000-1,0.464 0.000 0,5.619 0.000-1,0.410 0.000 2,-2.091 0.000-1,0.663 0.000-2,3.255 0.000 1,0.158 0.000-1,-5.363 0.000 1,0.436 0.000 0,3.636 0.000 0,0.737 0.000 1,-2.515 0.000 0,0.620 0.000-1,3.747 0.000 0,0.136 0.000 0,-0.156 0.000-1,-0.356 0.000 0,-0.482 0.000 1,-0.550 0.000 0,1.933 0.000 2,-1.581 0.000 0,-3.838 0.000 1,-0.756 0.000-1,-2.969 0.000 0,-0.175 0.000 2,4.142 0.000 2,-1.436 0.000-4,-3.293 0.000 0,-0.887 0.000-1,-1.053 0.000 0,-1.122 0.000 1,-0.788 0.000 4,-0.515 0.000-3,-1.804 0.000 0,-0.080 0.000 1,1.267 0.000-1,-0.406 0.000-1,-0.499 0.000-1,-0.541 0.000-1,-0.547 0.000 1,-0.524 0.000 0,0.038 0.000 2,-0.506 0.000-1,-0.451 0.000 1,-0.389 0.000-1,-0.761 0.000 0,-0.218 0.000-2,1.410 0.000 0,-1.097 0.000 1,-1.212 0.000 1,2.715 0.000 3,-1.996 0.000-4,-0.453 0.000 0,0.330 0.000 3,-0.162 0.000 1,1.632 0.000-3,3.331 0.000-3,-4.662 0.000 0,1.423 0.000 1,4.892 0.000-2,2.165 0.000 0,-0.287 0.000 0,1.291 0.000 0,-1.430 0.000 0,0.428 0.000 0,2.550 0.000 0,0.067 0.000 0,-0.472 0.000 1,-0.830 0.000 1,-1.049 0.000 1,-1.153 0.000 0,0.324 0.000 1,-1.471 0.000-1,0.302 0.000 6,-2.716 0.000-1,-2.552 0.000-2,-2.227 0.000-1,1.050 0.000 0,-0.678 0.000 0,-0.082 0.000 1,3.112 0.000 5,2.052 0.000-10,-4.301 0.000 0,-0.555 0.000 0,4.346 0.000 0,-3.228 0.000 1,-0.417 0.000 2,-1.395 0.000 1,1.453 0.000 2,0.854 0.000-2,-0.336 0.000-5</inkml:trace>
</inkml:ink>
</file>

<file path=ppt/ink/ink5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5:49"/>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10970.626 9768.548 767,'0.000'7.140'0,"-0.186"1.350"-5,-1.639 6.517 2,0.222-2.456 0,0.296-2.044 0,0.001 0.431 0,-0.710 4.258-1,-0.525 1.111-1,-0.209-0.996 2,-0.550 0.849 1,-0.565 0.502 4,-0.551 0.232-4,0.159-1.854 0,-0.394 0.390 0,-1.159 2.517 1,-0.408 0.037 0,-1.192 2.043 1,-0.256-0.497-1,1.623-4.995 0,-0.095-0.762 0,-0.681 0.903 2,0.462-1.119-1,-0.921 1.856 1,1.270-2.704 1,1.278-2.655 1,1.180-2.409 2,1.022-2.060-3,-0.186 0.935 0,3.912-0.603 1,6.938-4.651 7,1.948-0.619-4,5.431 0.505-11,1.976 0.342 0,3.813 0.563-1,11.201 1.577-3,3.188 0.870 0,-6.924-0.554 1,0.708 0.443 0,3.844 0.854 2,-1.502-0.086-1,-2.239-0.305 3,-2.658-0.445 2,-0.219-0.112 1,-3.599-0.706 3,-0.943-0.139 1,-5.219-0.657 13,-4.641-0.492-3,-3.892-0.350-2,-0.145 1.353-8,-7.924 4.533 5,-2.151 0.944-7,-2.243 4.138 1,0.148-4.745-2,-2.199 2.479 1,-1.599 1.602-4,0.578-2.006-1,-1.349 0.673 3,-4.418 4.554-2,-1.416 1.297-1,0.847-1.301 1,-0.554 0.331 0,1.197-1.879 1,-0.710 0.058-1,-2.978 1.725 0,-0.957-0.604 1,-0.824-0.813 2,-0.691-0.923 0,-2.280 0.043-1,0.911-1.900 0,4.618-3.498 1,-0.371-0.739 0,-2.563-0.026 0,0.032-1.101 3,-2.023-0.590 3,0.603-1.249-7,4.415-1.624 1,-0.477-0.595 0,-2.975-0.712 1,-0.545-1.113 1,-0.453-1.136-1,-0.366-1.097-3,0.044-1.325 1,0.333-1.424-1,0.853-1.451 1,1.184-1.402 0,-0.948-2.594 1,1.181-1.343 0,3.118 0.774 0,1.174-0.184 2,-2.277-3.738 1,2.303 0.385-3,2.158 0.650 0,2.710 2.207 4,1.408 0.840-2,2.074 2.227-2,1.712 2.095 1,0.544-0.015-1</inkml:trace>
</inkml:ink>
</file>

<file path=ppt/ink/ink5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5:49"/>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10789.626 10046.548 767,'2.912'-8.371'0,"6.230"2.140"-7,-0.234 1.595 5,3.529-1.132-1,6.925-2.318-3,5.038-1.343 0,5.407-1.501-2,5.413-1.543-2,10.908-2.624-1,5.374-0.236-1,-9.338 3.106 3,1.823-0.542 0,15.092-3.974-2,1.074 0.361 2,-7.625 2.479 2,-1.826 0.817 3,-3.030 0.869 3,-3.744 0.864 1,6.614-1.738-1,-8.790 2.357 3,-8.521 2.351 9,-8.656 2.299 2,-6.618 1.733 0,-5.567 1.431 8,-4.470 1.128-19,-1.456 0.518-2</inkml:trace>
</inkml:ink>
</file>

<file path=ppt/ink/ink5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5:49"/>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11708.626 9754.548 767,'8.214'0.000'0,"6.459"0.000"-7,-1.682 0.000 4,-1.189 0.000-1,1.836 0.000 0,5.409-0.330-1,3.876-0.549-1,6.243-0.553 0,1.796-0.214 2,-6.253 0.338 0,0.589 0.026-1,4.292-0.098-2,0.385 0.127 1,-0.809 0.148 5,-1.621 0.158 1,1.175 0.080 1,-2.411 0.187-1,-5.121 0.207-1,-2.233 0.115 1,1.903 0.058 12,-4.468 0.134-7,-4.125 0.096-1,-3.360 0.068 3</inkml:trace>
</inkml:ink>
</file>

<file path=ppt/ink/ink5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5:50"/>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12168.626 9796.548 767,'0.000'14.263'0,"0.000"-0.459"-8,0.000-0.760 4,0.000 2.266 0,0.000 5.305-2,0.000 2.874-1,-0.330 3.249 0,-0.549 3.362 1,-1.010 2.625 1,-1.289 1.977-1,-1.787 6.105-1,-1.062 0.820 1,0.058-4.830 0,-0.485-0.560 2,-0.348-0.787 2,-0.232-0.912 1,1.006-5.303 0,0.313-1.034 2,-0.906 6.319 3,0.887-2.011 0,1.381-5.889-2,0.735-2.546 1,0.363-1.957 2,0.083-1.446-2,0.304-3.865-1,-0.219-1.313 5,-1.592 4.204 4,0.500-4.189 16,0.771-4.106-33,0.875-3.714-11,-0.012-1.203 19,4.565-13.585 9,0.095 1.371-8,0.721-1.552 2</inkml:trace>
</inkml:ink>
</file>

<file path=ppt/ink/ink5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5:50"/>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12879.626 9851.548 767,'-6.344'0.000'0,"-0.052"4.551"-5,1.494 5.801 3,-0.682-2.654 1,-3.975 3.777-4,3.666-5.103 3,0.781-1.135 0,-2.304 1.857 1</inkml:trace>
</inkml:ink>
</file>

<file path=ppt/ink/ink5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5:50"/>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12739.626 9907.548 767,'6.125'0.000'0,"0.249"0.000"0,0.715 0.000 0,-0.953 0.000 0,6.941 0.000-10,-0.733 0.000 8,2.971 0.000-1,0.152 0.000 0,1.582 0.000-1,0.628 0.000 0,-0.079 0.000 0,-2.372 0.000 1,-0.174 0.000 0,4.023 0.000 1,-0.490 0.000 0,-4.749 0.000 4,-0.709 0.000 1,0.894 0.000-2,-1.029 0.000 0,-1.016 0.000-1,-0.958 0.000 0,-0.143 0.000 6,-1.677 0.000-3,-1.682 0.000-1,3.565 0.000 0</inkml:trace>
</inkml:ink>
</file>

<file path=ppt/ink/ink5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5:51"/>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12642.626 10116.548 767,'0.000'7.961'0,"0.697"-0.699"0,6.511 1.780-8,-0.201-3.852 8,1.925 0.231-2,-1.351-1.300 0,0.105-0.356 0,-0.150-0.448 0,-0.318-0.487 0,-0.325-0.270 0,0.383 0.136 0,1.716 0.707 3,0.355 0.252 2,0.235 0.232-3,-1.046-0.295 0,0.487 0.346 0,0.582 0.391-2,0.621 0.403 1,0.290 0.064 0,0.041-0.180 1,1.563 0.557 0,0.275 0.096-2,-4.378-1.867 1,5.441 2.290 1,-2.058-0.883 1,-2.271-0.967-1,-2.192-0.929-1,1.424 0.585 0</inkml:trace>
</inkml:ink>
</file>

<file path=ppt/ink/ink5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5:51"/>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13046.626 10228.548 767,'0.000'-6.728'0,"-3.276"0.948"-5,-4.972 4.774 4,-0.821 2.887 0,2.066 0.691-1,1.146-0.244 1,-0.348 0.161-1,-2.639 1.149 0,-0.862 0.467 0,1.074-0.070 0,0.404 0.414 2,0.016 0.085 0,-0.261-0.152-1,-1.786 1.118-1,0.969 0.124 2,4.185-2.370 1,-2.622 2.153 0,1.738-0.863-2,-1.462 1.795 3</inkml:trace>
</inkml:ink>
</file>

<file path=ppt/ink/ink5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5:51"/>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12461.626 10520.548 767,'7.650'0.000'0,"-0.854"0.000"0,1.247 0.000 0,0.659 0.000 0,0.265 0.000 0,0.041 0.000 0,-0.053 0.000 0,-0.077 0.000 0,6.772 0.000-23,5.420 0.000 19,11.382 0.000-1,6.245 0.505-2,11.577 0.865-1,23.358 1.966-10,15.280 2.093-6,13.900 1.894-3,12.263 1.663 1,11.201 1.091-4,9.918 0.632 2,24.906 1.269-5,2.787-0.762 8,-19.190-2.181 6,-2.263-1.092 3,-20.659-1.875 4,-3.011-0.878 1,11.043-0.361 15,-7.720-1.013 2,-9.601-0.901 9,-10.487-0.778-1,-11.284-0.655-2,-11.320-0.536-1,5.876-0.443 15,-19.437-0.509 7,-17.098-0.313 6,-18.021-0.068-3,-8.866-0.057 13,-7.297-0.012-49,-5.800 0.020 0</inkml:trace>
</inkml:ink>
</file>

<file path=ppt/ink/ink5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6:06"/>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7458.626 8040.548 767,'6.544'0.000'0,"2.550"0.000"0,-1.954 0.000 0,0.354 0.000 0,0.102 0.000 0,-0.021 0.000 0,-0.062 0.000 0,0.803 0.000 0,-0.729 0.000-16,4.750 0.000 11,5.770 0.000 3,2.736 0.000 0,5.495 0.000-1,16.895 0.000-7,7.900 0.000-2,-6.946 0.000 1,4.741 0.000 0,4.540 0.000-1,4.228 0.000 0,22.416 0.000-3,3.376 0.000 3,0.227 0.000 1,-1.918 0.000 2,-20.668 0.000 2,-2.823 0.000 1,4.142 0.000 3,-4.604 0.000-1,0.884-0.418 15,-6.540-0.675 1,-15.649 0.007 2,-3.844-0.138-1,-0.627-0.582-3,-5.282-0.534 2,-4.363-0.601-1,-3.503-0.618 3,-3.057-0.933 6,-2.593-1.112-5,-1.470-1.786-12,-2.818-0.710-1,-3.220 1.044-1,-0.870-1.068 0,0.028-4.381 0,-1.219-1.869 2,-1.453 2.190-4,-0.554-1.068-1,-0.379-4.292 0,-0.503-2.860-2,-0.727-2.065 1,-0.852-1.401 0,-0.899-1.168 0,-0.892-0.948-2,-1.175-0.770 0,-1.319-0.607 0,-3.906-8.078 4,-2.578-0.759-1,2.312 11.170 0,-1.284 0.377 1,-1.340 0.433 0,-1.332 0.458-1,-3.859-2.488-1,-1.900 1.223 2,-2.438 1.061 3,-2.709 0.896-1,-6.103-1.537-2,-2.377 1.544 0,1.929 4.144 0,-1.715 1.688-3,-2.006 1.354 1,-2.118 1.053 1,2.972 2.961 1,-1.729 1.258 0,-7.042 0.213 0,-1.417 1.720-2,-7.024 0.983-1,-0.925 1.856 1,10.689 2.519 0,-1.385 1.286 2,-7.691 1.393-1,-1.098 1.558 0,-0.682 1.396 1,-0.353 1.214-2,-0.102 1.358 0,0.081 1.396 1,0.231 1.688-1,0.327 1.815 3,0.687 1.797 0,0.911 1.700 1,1.050 2.234-1,1.100 2.508 0,1.061 2.256 0,0.981 1.970 2,0.880 1.344 0,0.766 0.834-2,-4.673 4.406-1,1.014 1.252 1,6.793-3.103 1,1.667-0.111 0,6.496-3.379 0,1.605 0.147-2,-6.729 8.033 0,2.122 1.479 5,6.153-3.160 4,2.283 0.255-3,5.163-3.471-2,1.593 0.529-5,-3.127 7.663 0,2.888-1.345 4,4.856-5.380 4,2.559-1.842-4,3.574-5.005-1,1.768-1.794-1,0.943 0.454 5,1.846-2.287 1,1.568-2.159 3,1.297-1.967-1,1.373-1.384 4,1.362-0.903-5,1.290-0.849-1,1.178-0.770-3,3.597 2.373-3,2.256-1.229 0,3.774-1.374 0,0.473-2.178 0,3.136-0.213-2,4.758-0.156-1,5.689-0.110-1,7.427 0.259-3,8.315 0.509-3,16.477 1.374-3,10.320 0.165-2,-0.464-1.360 0,6.819-0.612-1,7.200-0.774-1,7.132-0.854 1,7.430-0.870-2,7.293-0.841 6,-8.298-1.078 2,4.610-0.547-2,35.515-0.173-4,3.522-0.669 0,-30.862-0.631 4,-0.025-0.269 3,14.651-0.217 2,-2.183-0.216 1,10.938-0.191-1,-5.754-0.125 10,-32.986 0.018 5,-5.012-0.022-1,5.524-0.378-1,-7.531-0.540 1,-8.775-0.989 3,-9.247-1.261 2,6.145-2.845 16,-15.721-0.911-6,-13.830-0.350 0,-12.685 0.546 8,-9.972 0.813-4,-8.016 1.006-13,-6.149 1.044-13,-3.917-1.299 0,-11.183 2.354 0,-1.528 2.974 0</inkml:trace>
</inkml:ink>
</file>

<file path=ppt/ink/ink6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6:06"/>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11973.626 8569.548 767,'8.585'0.000'0,"1.764"0.000"0,1.191-0.835-9,5.239-1.350 5,1.074-0.240 0,6.213-0.708-3,24.729-2.192-5,12.332-0.152-3,-11.913 1.793 3,7.793 0.246-2,20.305-0.090-4,12.249 0.452-1,-0.714 0.742 0,11.671 0.352 3,29.885 0.153-6,13.768 0.397-4,11.892 0.351-3,9.996 0.300 1,7.161 0.251 0,4.807 0.203 2,2.902 0.160 0,1.409 0.122 6,-0.685 0.090 6,-2.145 0.061 5,-4.731 0.039 8,-6.352 0.021 1,-7.864 0.007 2,-8.571-0.003 4,-9.967-0.011 4,-10.490-0.015 3,3.288-0.392 11,-12.788-0.649 1,-24.491-0.535-4,-10.730-0.714 7,-10.766-0.407-2,-10.281-0.170-8,-15.693 0.347-4,-6.893 0.090 9,-0.459-0.270 8,-8.826 0.290 3,-7.742 0.321-6,-6.578 0.326-2,-3.840 0.080-14,-6.758 0.433-12,-17.604-0.281 0,2.291 1.710 0</inkml:trace>
</inkml:ink>
</file>

<file path=ppt/ink/ink6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6:07"/>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11973.626 8792.548 767,'7.838'0.000'0,"-0.763"0.000"0,1.381 0.000 0,2.656 0.000 0,3.258 0.000-14,7.678 0.000 9,14.866 0.000-3,11.857 0.000-4,12.058 0.000-4,11.634 0.000-3,11.112 0.000-3,10.218 0.000 0,9.429 0.000-3,8.424 0.000 3,7.286 0.000 0,6.134 0.000 3,41.215 0.000-5,6.457 0.000 6,-68.316 0.000 7,1.713 0.000 4,39.668 0.000-2,3.087 0.000-2,1.096 0.000-1,-0.373 0.000 10,-2.063 0.000 9,-3.167 0.000-10,12.397 0.000-10,-7.355 0.000 13,-23.968 0.000 6,-7.552 0.000 4,-20.583 0.000-1,-5.357 0.000 3,6.515 0.000 1,-6.411 0.000 7,2.745 0.000 7,-9.074 0.000-8,-17.117 0.000-5,-7.344 0.000-5,-12.863 0.000-2,-4.629 0.000 6,0.988 0.000 3,-4.539 0.000 7,-0.627 0.000-1,-5.350 0.000-9,-10.279 0.000-8,-2.104 0.000-1,0.678 0.000 3,-2.170 0.000 4,-2.176 0.000-6,-2.076 0.000-1,-1.250 0.000-1,-0.602 0.000 0,1.645 0.000 3,0.207 0.000-3,-3.830 0.000-4,-0.373 0.000 1,3.486 0.000-1,0.385 0.000-1,-1.303 0.000 1,0.627 0.000 5,-1.859 0.000-4,-0.221 0.000-2,1.693 0.000 0,-0.156 0.000 1,4.008 0.000 0,-2.580 0.000 1,-2.992 0.000 3,-2.969 0.000-3,-2.691 0.000 0,0.965 0.000 0</inkml:trace>
</inkml:ink>
</file>

<file path=ppt/ink/ink6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6:08"/>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16683.626 9461.548 767,'7.855'0.000'0,"0.500"0.000"0,0.951-11.006-10,-3.166-1.040 7,0.777-2.800 0,1.916-4.958-1,6.008-14.336-6,3.109-7.558-2,-2.355 5.172 2,1.670-4.252-1,4.604-11.686-1,1.811-5.330-2,1.799-4.346 1,1.707-3.442 2,1.252-3.294 1,0.873-3.035 0,0.889-3.037-1,0.859-2.896 3,1.434-1.692 2,1.773-0.755 1,6.762-10.491-1,2.152 0.545 0,-9.012 21.275 1,0.467 1.148 3,5.398-8.339 2,0.061 1.580-1,4.762-6.760 0,-0.758 3.272 7,-5.732 11.790 2,-0.752 3.033-5,-1.318 3.490-2,-1.658 3.651 4,-2.178 3.947 0,-2.445 3.972 3,-2.494 4.108-1,-2.412 4.013 2,-5.107 8.386 0,-1.943 3.418 1,0.162 0.305 1,-2.250 4.078 0,1.658-1.411 0,-4.324 7.093 10,-3.803 5.996-8,-3.145 4.793-7,-0.408 2.490-6,-6.639 12.025 0,-1.816-0.065 6,0.756-0.619-1,1.436-0.317 0,0.707 2.277 2,0.301-1.763-8,1.105 9.976-2,0.926 8.229-1,1.053 4.400-1,1.777 7.655-2,0.326 0.738-1,0.805 5.151-3,2.414 13.087-3,1.602 6.292 0,1.602 5.485-1,1.525 4.653 2,6.633 35.621-4,-0.326 4.210 0,-2.443-3.021 5,-3.635-20.092 4,0.260 0.973 0,-0.160-0.250 2,-0.451-1.107 6,-0.637-2.021 6,-0.738-2.575-8,-0.449-3.484-6,-0.219-3.969 6,1.400 3.487 9,0.018-6.832 1,-3.119-20.197-1,-0.266-3.331 1,0.998 2.494 3,-0.449-4.752 2,1.988 6.219 4,-1.902-10.019-6,-2.039-9.438-3,-3.168-13.106 1,-1.023-3.907-2,-0.195-0.304 24,-1.408-5.639-4,-1.072-4.408-25,-3.701-12.654-2</inkml:trace>
</inkml:ink>
</file>

<file path=ppt/ink/ink6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6:09"/>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17046.626 8904.548 767,'0.000'-7.254'0,"7.646"3.185"-6,1.264 2.723 5,7.387-1.132-3,6.199-1.211-1,2.535-0.319-2,5.873-0.690-2,16.727-1.918-5,4.971 0.007 1,-3.359 1.049 2,1.760 0.486-1,1.793 0.256 1,1.734 0.079 0,-0.674 0.280 6,-2.359 0.409 3,-8.570 0.623 2,-2.135-0.042 0,2.148-0.372-3,-4.313 0.269 1,-0.943 0.008 3,-5.732 0.521 21,-1.535 0.120-15,-7.926 0.742 4,-6.791 0.643 11,-5.500 0.525-11,-1.352 0.101-11</inkml:trace>
</inkml:ink>
</file>

<file path=ppt/ink/ink6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6:15"/>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3863.626 2633.548 767,'6.367'3.627'0,"-1.084"7.859"-7,-1.901-0.152 4,0.453 3.876-1,-0.365 0.983 0,-0.120 2.460 0,-0.605-0.906 0,-0.238 1.184-1,0.337 4.924 0,0.181 2.412-1,0.778 4.725 2,0.461-0.039 1,-0.099-4.259 2,0.401-1.182-3,0.400-1.384 0,0.381-1.463 0,-0.401-4.448 5,0.274-1.865 2,1.515 0.577 3,0.290-2.932-2,0.200-2.780-1,0.126-2.526 5,0.619-2.803-2,1.692-2.240-3,2.706-3.086-1,3.299-3.543-1,4.250-4.032-2,4.727-4.190 0,5.479-4.081-7,5.757-3.811-1,6.013-3.793-2,5.913-3.601-1,-1.447 1.293 0,4.746-1.610 0,13.464-5.765-2,5.281-1.469 1,14.304-5.636-2,3.728-0.655 2,-17.910 8.635 4,1.952-0.617 0,12.727-4.992-1,1.692 0.194 3,11.343-3.920 1,-1.280 1.263 4,-13.652 6.308 1,-3.708 2.262-1,12.908-4.017-1,-8.064 3.983 7,-24.034 9.350 0,7.869-2.258 14,-15.401 5.946-1,-13.997 5.221-6,-11.882 4.312-4,-20.427 6.706-5</inkml:trace>
</inkml:ink>
</file>

<file path=ppt/ink/ink6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6:16"/>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6064.626 2493.548 767,'0.000'6.899'0,"0.000"4.127"0,0.000-1.869 0,0.000 2.024-11,0.000 4.225 6,0.000 2.662 1,0.330-0.471 1,0.549 1.231-1,0.411-1.352 0,0.595 1.129 1,1.580 7.272-2,0.915 1.449 2,-0.504-5.709 2,0.463 0.250-1,1.198 3.304-1,0.480-0.092 0,2.111 4.836 0,0.306-2.605 2,0.329-1.408 3,-1.091-4.496-2,-1.343-4.311 0,-1.375-3.815 5,-0.883-4.090 3,0.042-2.522-2,0.343-2.105 0,6.054-0.092-3,1.716-4.802 2,-3.414-1.664-2,2.295-1.485-2,2.761-1.553-3,2.961-1.528 0,3.295-1.769-2,3.377-1.856-2,3.913-2.161-1,4.109-2.277 0,3.750-2.251-1,3.316-2.127 0,-2.658 1.414 1,2.074-0.572 0,7.973-3.286-2,1.954-0.472 0,1.088 0.037 3,0.420 0.398 0,-0.051 0.636 4,-0.385 0.775-1,-1.264 0.838 0,-1.830 0.843 1,2.186-0.859 5,-4.435 1.704 0,-12.099 4.976-1,-1.939 1.007 0,0.941-0.123 5,4.588-1.383 6,-7.575 3.085 1,-7.051 2.759-9,-6.097 2.312-2,-8.457 2.915-2</inkml:trace>
</inkml:ink>
</file>

<file path=ppt/ink/ink6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6:17"/>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8350.626 2549.548 767,'5.402'3.399'0,"0.606"4.015"0,-0.423 2.421 0,0.518 2.843-12,0.226 2.260 8,-1.166-2.436 1,0.135 0.134 0,1.303 2.169-1,0.874 0.738 0,-1.321-2.955 1,0.285 0.677 4,1.885 2.921 1,1.284 0.957-4,1.452 0.863-1,1.502 0.756 2,1.137 0.314-1,0.824-0.016-2,0.892-0.579 1,0.898-0.954 0,-0.130-1.199 1,-0.854-1.316 0,-1.001-1.315 3,-1.058-1.252-1,-0.368-0.890 1,-1.158-1.772 0,-1.069-1.750 9,-0.951-1.642-5,-0.625-2.016-1,0.523-1.704-3,1.568-2.305 1,2.239-2.625 0,0.555-2.329-1,2.663-3.051 1,6.175-5.691-7,3.607-4.626-2,3.302-5.063-2,2.930-5.135 0,2.832-5.299-2,2.630-5.165 0,2.715-4.473-1,2.647-3.769 1,9.790-9.770-2,4.330-2.577 2,-10.602 12.220 2,2.457-1.027 1,10.434-7.909 0,2.875-0.421 0,2.034 0.400 0,1.340 0.966 3,8.452-4.811 2,-1.401 2.873-1,-10.705 9.221-1,-3.150 2.991 5,-10.518 8.345 2,-3.323 2.887 1,1.438-1.044 4,-5.485 3.628-1,-13.658 9.995 5,12.288-9.792 5,-10.477 7.595 5,-8.977 6.656 1,-12.129 9.590-14</inkml:trace>
</inkml:ink>
</file>

<file path=ppt/ink/ink6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6:17"/>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2455.626 2229.548 767,'-8.541'0.371'0,"0.377"0.652"0,-8.649 1.838 0,-5.407 1.567 0,-4.759 1.897-25,-4.073 2.042 16,-8.622 4.057-2,-3.761 2.964 0,8.166-1.500 2,-1.355 2.198 1,-12.429 7.577 0,-0.878 1.826 0,11.275-4.575 2,0.266 1.323 2,-4.405 4.741 2,1.796 1.162-1,2.245 1.150 1,2.458 1.088 1,-0.992 3.771 3,3.786-1.250 1,9.949-8.252 0,2.470-0.835-1,-2.129 5.186 1,3.600-1.989 2,2.269-0.304 8,4.124-3.739-4,3.613-3.740-1,2.834-3.188-3,2.637-3.942-2,1.975-3.436 7,1.576 0.742-3</inkml:trace>
</inkml:ink>
</file>

<file path=ppt/ink/ink6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6:18"/>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2079.626 2758.548 767,'0.000'-6.764'0,"0.000"-2.345"-5,0.000 0.671 4,-1.010-5.530-2,-1.729-6.645-3,-3.602-12.094-3,-3.636-8.602-3,-4.734-7.783-3,-5.293-6.833 0,-9.000-13.958-4,-5.586-4.687 0,-0.126 5.998 2,-3.805-1.697 2,2.615 8.139 4,-1.865-0.496 1,-12.903-17.693 1,-0.462 2.003 3,6.525 11.507 4,1.384 3.190 1,7.212 10.976 1,2.147 3.151 1,-5.419-8.127 3,4.804 6.667 2,1.473 1.778 9,7.171 10.380 1,6.558 9.606-1,5.645 8.344 3,4.618 6.882-7,3.605 5.414-11,1.838 2.467 0</inkml:trace>
</inkml:ink>
</file>

<file path=ppt/ink/ink6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6:19"/>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10733.626 2507.548 767,'0.000'-7.019'0,"0.000"0.966"0,0.000-0.984 0,0.000-0.473 0,0.000-5.487-9,0.758 2.772 4,1.297-5.619 3,2.760-9.976-3,2.825-7.243-3,0.815-1.130-1,1.523-5.211-1,3.764-12.468-4,2.336-6.030-1,2.886-4.864 0,3.140-3.803 2,2.490-3.506 1,1.909-3.129-1,5.124-11.332-1,1.007-0.160 5,-7.260 19.034 4,-0.163-0.250-1,3.572-8.840 1,-0.057 1.647 3,-0.759 2.639 4,-1.222 3.220 1,-0.811 4.143 0,-0.479 4.604 0,-1.212 5.399 1,-1.676 5.710 2,3.822-4.909 7,-4.568 11.528 0,-4.546 10.592-4,-4.145 9.115 8,-3.545 7.433-2,-2.876 5.769-15,0.643 3.619 5,-4.021 10.886 1,-2.572-0.624-3,0.870 0.934 1,2.337-1.963 2,0.152 1.521 2,-2.186-0.801-4,0.523 2.758 1,1.621 7.799 5,0.795 5.142 4,-0.017 1.998-20,0.475 4.652-1,0.157 0.272 0,1.176 4.060-1,2.962 15.682-3,0.140 4.818 1,-1.164-1.860 0,-0.155 4.390 1,-1.445-4.261 0,-0.545 2.422 1,0.417 11.760 0,-0.354 4.109 0,0.101 2.928 0,0.419 1.949 3,0.627 1.490 2,0.744 1.093-6,0.464-0.537 0,0.242-1.672 4,0.402-3.062 4,0.497-3.906 0,1.521 3.382 0,-0.089-5.204 4,-1.528-12.549 5,-0.321-5.576 3,-1.721-10.232 0,-0.674-4.035-2,0.361-0.404-3,-0.503-4.927 0,1.386 1.550 26,-1.557-8.250-16,-1.558-6.901-3,-1.418-5.467-6,0.533-2.029-7,-3.271-13.408 0</inkml:trace>
</inkml:ink>
</file>

<file path=ppt/ink/ink7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6:20"/>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10914.626 2131.548 767,'5.284'-5.283'0,"3.859"-1.068"0,-1.528 2.516-8,1.090 0.158 6,1.936-0.018 0,2.195-0.168-2,2.277-0.268 0,-0.435 0.267 0,1.315-0.300 1,4.137-1.021 0,1.688-0.389-1,2.130-0.321 0,2.344-0.257 0,9.307-1.886 0,1.189-0.146-1,-11.485 2.705 2,-0.744 0.384-1,-0.938 0.471 1,-1.049 0.519 0,5.865-1.121 2,-0.034-0.488 0,-3.853 0.643 12,-0.994 0.245-4,-1.487 0.072-7,-1.770-0.055-2,-3.729 0.492 1,-0.984-0.178-1,3.142-1.654 7,-1.169-0.301 3,0.026-0.493-3,-2.184 0.654-3,-2.188 0.882-1,-1.896 0.767-1,-2.575 1.048 1,-2.313 0.945 3,0.921-0.391-1</inkml:trace>
</inkml:ink>
</file>

<file path=ppt/ink/ink7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6:26"/>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9562.626 3622.548 767,'-2.745'5.490'0,"-1.281"2.563"0,-4.223 0.806 0,0.771-2.923-10,-0.065-0.474 9,-2.030 0.940-1,-1.679 0.725-1,-1.354 0.538-1,-6.194 3.232-2,-2.302 0.890 1,0.484-0.094 0,-1.979 1.611 1,-1.663 1.510 1,-1.360 1.366-1,1.870-1.104-1,-1.655 0.901 1,-5.039 3.399-1,-0.559 0.872 1,-3.752 3.362 1,0.934 0.406-1,8.866-5.298 0,1.657 0.094 1,-3.218 5.204 3,3.906-0.713 1,5.665-3.738 1,3.043-1.410 2,3.151-0.870 2,3.081-0.444 0,3.401-2.450 0,2.469-0.271 3,2.899 1.416 1,2.855-0.830-9,3.166-0.625 0,3.239-0.448-1,3.137 0.004 1,2.917 0.327-2,6.177 2.042-1,3.916 0.081-2,0.207-1.842-1,3.295-0.050-1,-1.270-2.062 1,2.587-0.400 0,8.472 1.722-1,3.915 0.389 0,9.695 1.672-1,2.985-0.547 2,-11.577-4.090 0,0.864-0.964-2,7.833 0.007-1,1.025-1.470 2,7.410-0.773 2,-0.372-1.695 5,-6.667-1.852 2,0.813-1.040-5,-6.513-1.822-1,0.584-1.878 4,14.871-3.294 1,-0.528-2.712-4,-8.781-1.061 0,-2.138-1.577 2,-2.051-1.983-1,-1.892-2.178 1,-1.714-1.908-1,-1.506-1.626 7,-1.263-1.019 4,-1.031-0.538-9,-6.601 1.677 1,-1.177-0.879-1,8.321-5.925 0,-2.328-0.010 1,-10.784 5.598-1,-1.204 0.403 1,3.014-1.931 1,-1.141 0.706 0,2.308-1.432 0,-1.918 1.002 3,-5.162 2.929-1,-1.434 0.670-4,-1.570 0.887 0,-1.594 1.000 3,-4.239 2.770-1,-1.474 1.179 0,0.166-0.123 0,-2.387 1.057 0,0.661-1.010 2,-3.915 1.997 0,-3.360 1.813 11,-2.735 1.547-13,-0.598-1.108 0,-7.801 0.210 0,0.469-1.473 0,-1.483-1.479-1,-0.888 1.958 0,-5.494-3.203-3,-5.865-2.462-4,-7.335-1.841-3,-8.037-1.311 0,-8.816-1.863-2,-8.958-2.167-3,-17.546-4.051-5,-9.898-0.547 1,12.082 5.197 3,-5.195-0.171-1,-27.265-5.705-5,-4.051 0.037 3,21.523 6.106 5,-0.914 0.898 2,-23.555-2.858 2,1.776 2.676 0,24.731 5.676 4,1.742 1.732 3,-18.406-0.193 7,4.569 2.492-1,14.728 2.602 0,4.957 1.473 3,5.193 1.235 2,5.118 1.007-3,11.698 1.078-2,4.125 0.921 4,-0.859 1.257 7,5.345 1.123-3,5.677 0.980-3,5.646 0.832 2,4.697 0.711 1,3.800 0.592-2,3.313 0.808-1,2.810 0.925-4,2.342 0.964 18,1.899 0.946-22,1.438 1.035-1,1.841-0.061 1,1.609-0.410-1,1.362-0.630-2,1.185-1.049 1,0.804-0.417 0,0.670 1.272 1,0.677-0.780 1,0.429-0.773 1,3.017 3.690 3,1.021-3.690-6,0.361-1.906 0,-0.168-1.169 0,2.970 1.332 0,-1.406-2.707 0</inkml:trace>
</inkml:ink>
</file>

<file path=ppt/ink/ink7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6:27"/>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16530.626 2911.548 767,'-6.129'1.209'0,"-1.799"5.067"-6,3.166-0.607 5,-0.646 2.643-2,-2.141 5.357-1,-1.605 4.304-1,-2.852 7.111-2,-1.244 3.850 0,0.443-0.543 0,-1.119 2.544-1,0.875-1.846 0,-0.934 2.212 2,-2.910 7.796 0,-0.516 3.164 0,-2.436 7.701 1,0.174 0.742-1,4.646-11.043 1,0.244 0.486 0,-1.508 6.298-1,0.867 0.191 2,1.016-0.766 7,1.072-1.411-2,1.391-2.770 0,1.553-3.607 0,1.596-4.033-1,1.551-4.146 0,1.445-4.031 4,1.303-3.760 1,0.457 1.360 13,1.676-6.398 7,1.221-5.389-12,0.838-4.295-9,1.719-1.196-4,1.225-12.283 0</inkml:trace>
</inkml:ink>
</file>

<file path=ppt/ink/ink7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6:27"/>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16446.626 2995.548 767,'4.646'-4.647'0,"0.617"0.593"0,5.527 1.956-7,-2.053 1.588 6,3.268 0.536-2,8.840 1.087-2,4.502 1.081-2,0.703 0.560 1,3.586 0.772-2,2.453 0.713 0,1.531 0.638 1,1.484 0.884 0,1.383 1.018 1,0.584 1.395 0,-0.012 1.597 2,-4.967-0.451 4,-0.396 0.493-2,7.479 3.216-1,-2.596-0.111 2,-9.754-2.877 2,-1.424 0.138-1,2.027 1.769 3,-1.441 0.321 0,-1.262 0.310 7,-1.074 0.288-6,-0.889 0.258 1,-0.717 0.225-4,2.018 2.328-1,-0.713 0.763 2,-3.414-1.534-1,-0.865 0.166-1,-3.037-2.085 1,-0.563-0.366-2,3.637 3.205 0,-0.836-0.410 2,-4.555-3.644 2,-0.361-0.083 0,2.992 3.375 0,-1.115-0.040-3,0.877 1.877 1,-2.158-1.583 1,-2.105-1.867-1,-2.291-1.886-1,-2.211-1.740 2,-1.979-1.504 1,-2.279-2.663 1,0.773 4.782 6,-2.285-0.573-4,-1.600 2.171-4,-1.029-4.866-3,-0.816 0.649 0,-0.822 0.753-1,-0.789 0.769 1,-0.729 0.743-1,-1.766 2.164 1,-1.316 0.715-1,-0.539-1.339 0,-1.582-0.146 0,0.148-1.423 0,-0.939 0.151 1,-4.273 3.329-2,-0.859 0.307 1,0.648-1.366 1,-1.381 0.194-1,0.322-1.430 1,-2.211 0.215-1,-5.832 2.602 0,-3.162 1.321-1,-8.369 3.031-2,-5.029 0.487-2,0.752-1.410 0,-3.734 0.986-1,2.670-1.427 1,-2.859 1.055 0,-9.906 4.083-2,-3.055 1.340 2,-9.365 3.550-1,-0.555-0.397 1,14.924-6.799 1,-0.021-1.117 1,-15.006 4.112-1,0.428-0.955 3,16.504-5.798 6,2.410-1.023 1,-3.480 0.775 0,3.387-1.401-2,3.648-1.680-3,3.664-1.798 0,3.832-1.798 18,3.770-1.713-3,3.879-1.572-8,3.771-1.397 3,3.521-1.208 0,3.174-1.016 0,-0.377-0.716 4,4.885-1.029 1,4.139-0.682-6,3.332-0.410-6,9.020-4.701-2</inkml:trace>
</inkml:ink>
</file>

<file path=ppt/ink/ink7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6:46"/>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10161.626 5601.548 767,'0.000'-6.764'0,"2.555"1.251"-4,5.786 3.828 3,-0.022 1.371 0,-1.850 0.237 0,2.534 0.039-1,3.030 0.030-2,3.217 0.021 1,3.196 0.015-1,3.717 0.009-1,3.910 0.005-1,3.842 0.001-1,3.610-0.001 1,8.368-0.416-2,3.247-0.680-1,-9.574-0.006 3,-0.184-0.141 0,10.247-0.864 0,-0.153-0.646 0,-11.052 0.183 3,-1.192-0.475-1,3.997-1.082 13,-0.311-0.602-7,-0.312-0.538-3,-0.297-0.467 5,3.328-1.210 4,-1.961-0.343-11,-9.775 1.730 2,-1.299 0.289 1,6.078-1.210 0,-1.309 0.187 3,0.771-0.079 5,-3.417 0.860-1,-3.615 0.953-5,-2.671 0.771-3,-4.166 0.974 2,-3.706 0.832 5,-3.243 0.655-2,-3.278 0.550 8,0.547 0.333-3</inkml:trace>
</inkml:ink>
</file>

<file path=ppt/ink/ink7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6:47"/>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15081.626 5545.548 767,'17.216'-5.581'0,"2.288"0.688"0,8.393-1.019 0,8.620-0.777 0,9.341-1.228-44,9.415-1.491 29,9.683-0.948-3,9.418-0.517 2,7.465 0.144-2,5.724 0.608 1,17.114-0.113-4,4.158 1.389 3,-10.406 2.141 2,1.158 1.141 6,-12.145 1.518 4,0.338 0.761 1,12.006 0.429 0,-1.805 0.774 3,-3.266 0.649 5,-4.148 0.529 0,5.074 0.418-1,-7.035 0.388 2,-24.502 0.183 1,-4.648 0.118 2,9.781 0.192 8,-6.914 0.066 1,-12.566-0.038-4,-5.371-0.010 7,-9.572-0.073-3,-3.760-0.028-9,7.295 0.092 1,-8.920-0.081 10,-7.969-0.078-4,-6.709-0.068-4,-5.369-0.058-8,-1.758-0.003-2,-13.830-0.143 0</inkml:trace>
</inkml:ink>
</file>

<file path=ppt/ink/ink7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6:48"/>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13060.626 5963.548 767,'9.191'0.000'0,"3.313"0.000"0,-5.117 0.000 0,0.461 0.000 0,0.288 0.000-13,0.151 0.000 11,1.066 0.000 0,-0.150 0.000 1,-1.206 0.000 1,-0.178 0.000 0,1.579 0.000 0,-1.101 0.000 1,-1.245 0.000 0,3.441 0.000-1,-3.904 0.000 1,0.110 0.000-1,-7.183 8.191 1,-2.984 1.545-1,-2.764 1.737 1,0.166-2.025-1,-1.018 1.302-2,0.246-0.346 0,-0.392 0.773-1,0.445-1.126 1,-0.604 0.093-1,-1.956 1.392 1,-0.861-0.255 0,-0.792-0.077 1,-0.705 0.054 0,-0.611-0.163 1,-0.514-0.309-1,-2.137 0.844 0,-0.304-0.617 0,-2.201 0.870 0,2.159-1.820 1,2.653-1.876 0,2.721-1.745 0,2.522-1.513 0,2.181-1.239 3,-0.279 1.049 0,5.228 2.377 2,4.531 0.646 6,3.236-0.009-5,0.202-2.242-9,-0.510-1.893 2,-0.928-1.613 0,0.250-1.024 2,1.230-0.822 0,0.813-0.232 1,-0.531-0.030-2,2.120-0.018-2,-1.498-0.229 0,0.505-0.431 0,2.028-0.826 0,0.648-0.763-1,0.540-0.432 1,0.439-0.175-2,0.369-0.314 5,0.303-0.398-2,0.570-0.440-1,0.734-0.449 1,4.452-1.822 0,0.102-0.478 0,-6.210 2.162 0,-0.529 0.244 0,0.688-0.497-1,-1.416 0.029 1,-3.846 1.377 1,3.726-2.327 0,-2.926 0.959 2,-2.557 1.024 7,-0.437-0.286-7</inkml:trace>
</inkml:ink>
</file>

<file path=ppt/ink/ink7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6:48"/>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13297.626 6145.548 767,'9.283'0.137'0,"2.872"0.813"-6,-6.074-0.100 4,4.788 1.528-1,-2.185 0.638 0,-2.938-0.359 1</inkml:trace>
</inkml:ink>
</file>

<file path=ppt/ink/ink7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6:49"/>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13394.626 6033.548 767,'0.000'6.771'0,"1.209"-0.790"0,1.439 5.142-7,-0.830-3.974 5,0.528 1.097 0,0.266 0.722 0,0.066 0.422 0,0.250 0.164 1,0.371-0.027-1,1.509 2.166-1,0.600-0.484 2,0.349-0.738 1,-0.357-1.761 1,-0.586-1.881-1,-0.681-1.802 0,2.134 0.463 1,0.517-5.668 1,-3.230-4.909 0,0.972-1.187 1,-0.449-1.051-1,-0.458-3.528 0,-2.145 2.858-4,0.639-8.599-2,-1.210 6.420 2,-0.285 1.373 1,-0.227 1.624 0,-0.076-2.443-1</inkml:trace>
</inkml:ink>
</file>

<file path=ppt/ink/ink7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6:49"/>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13534.626 6117.548 767,'4.341'4.731'0,"-0.482"1.785"0,1.196 3.924-8,-2.173-4.735 7,0.308 0.282 0,0.230 0.063 0,0.779 0.683-1,0.009-0.742 1,-0.098-0.916-1,3.606 2.237-1,0.933-2.888 7,-0.336-2.829 0,0.628-1.188-1,0.572-0.691-5,-0.161-0.254 1,-1.150 0.037 1,0.626 0.146 1,2.339-1.354-1,-5.259-0.257-1,-0.057-0.832 1,2.452-2.995-3,-1.537-2.010 2,-3.400 1.257 0,-0.682-1.261 3,-0.789 0.562-1,-0.108-2.578-1,-0.671 1.036-1,-0.503 1.420-1,-0.342-2.877 1</inkml:trace>
</inkml:ink>
</file>

<file path=ppt/ink/ink8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6:50"/>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13840.626 6186.548 767,'0.000'6.025'0,"0.525"2.442"-4,1.035-0.966 2,1.000-0.597-1,0.758-1.025 2,2.125-0.335 0,1.515-3.167 2,1.719-2.457 1,-1.954-0.150-3,0.337 0.059 1,0.157-0.438-1,4.167-4.419 1,-3.700-0.437-1,-1.413 0.170-1,0.246-1.077 0,0.864-1.992 0,-0.395-0.706-1,-0.611-0.735 1,-0.734-0.721 0,-0.294-1.755 1,-0.994 0.018 0,-1.220 1.290 2,-0.672-0.194-1,-0.313-2.186-1,-0.753 1.371 3,-0.584 1.760-1,-0.434 1.879-1,-0.305 1.817-1,-0.449-1.828 1</inkml:trace>
</inkml:ink>
</file>

<file path=ppt/ink/ink8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6:50"/>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14314.626 6005.548 767,'0.000'7.563'0,"0.000"1.730"0,0.000-0.368 0,0.000 2.251-11,0.000-0.236 9,0.000 0.530-1,0.000 0.803 1,0.000 0.959-1,0.000-0.851 0,0.000 0.912 0,-0.418 4.968 4,-0.675 0.536-3,-0.246-4.131 0,-0.570 0.010 0,-1.069 2.075 0,-0.757-0.145 0,-0.363-0.226 2,-0.064-0.273 0,-0.749 0.807 1,-0.278-1.825-1,1.227-4.392 0,0.198-0.910 0,-0.474 0.684 1,-0.061-0.366 0,-0.976 1.614 10,0.579-1.813-8,0.731-1.994-4,0.771-1.951 1,-1.071 0.897-1</inkml:trace>
</inkml:ink>
</file>

<file path=ppt/ink/ink8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6:50"/>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14286.626 6172.548 767,'6.847'0.000'0,"0.217"0.000"-3,1.910 0.000-1,-1.649 0.000 2,2.505 0.000 1,1.409 0.000-2,2.877 0.000 1,2.373 0.000-2,1.902 0.000 0,-0.663 0.000 0,1.847 0.000 0,5.658-0.330-1,2.827-0.549 0,1.657-0.350 1,0.745-0.191 0,3.915-0.265-1,-0.725 0.041 0,-8.231 0.207 1,-0.723-0.301 0,10.003-1.288 5,-4.323 0.021 2,-4.817 0.265 1,-5.109 0.393-1,-4.860 0.438-1,-4.301 0.430 3,-3.431 0.360 1</inkml:trace>
</inkml:ink>
</file>

<file path=ppt/ink/ink8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6:51"/>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14760.626 5894.548 767,'-2.694'5.389'0,"-1.094"2.188"0,0.861-1.740 0,-2.944 7.094-10,1.386-0.543 7,-0.010 1.417 0,-0.518 2.983-1,-1.292 6.477-2,-0.419 3.764-1,-2.070 8.081-2,-1.559 4.007 1,0.476-1.764 1,-0.345 2.364 0,0.953-3.846 1,-0.413 0.805 0,-1.660 6.277-1,0.007 0.694 2,-0.734 4.701 2,1.182-2.172 2,3.295-12.057 1,0.930-1.817 0,-0.357 6.308-1,1.464-3.024 0,2.034-9.923 10,0.725-1.929 0,0.027 7.484 3,1.152-5.272-8,0.846-5.030 1,0.528-7.329 2,0.271-2.861-2,0.187-2.556 1</inkml:trace>
</inkml:ink>
</file>

<file path=ppt/ink/ink8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6:56"/>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14941.626 6145.548 767,'11.098'0.000'0,"-0.028"0.000"-7,-3.169 0.000 5,0.657 0.000 0,-0.344 0.000 0,0.705 0.000 0,-0.800 0.000 1,0.196 0.000 0,1.316 0.000 0,-0.032 0.000 0,0.185 0.000 0,0.330 0.000 0,0.064 0.000 2,-0.128 0.000-1,0.096 0.000 0,0.250 0.000-1,0.018 0.000 0,-0.148 0.000 2,0.070 0.000 0,0.223 0.000-2,1.726 0.000 0,0.377 0.000 2,1.133 0.000-1,-0.848 0.000-1,-1.152 0.000 0,-1.435 0.000 0,-1.852 0.000 1,-1.822 0.000 0,1.915 0.000 2</inkml:trace>
</inkml:ink>
</file>

<file path=ppt/ink/ink8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6:56"/>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15164.626 5977.548 767,'-3.014'6.028'0,"-3.371"5.938"0,0.854-1.909-9,-0.955 1.719 5,-0.374 1.000 0,0.057 0.439 0,0.360 0.986 0,0.561 1.329 0,0.121 3.882 0,0.923 1.825 4,1.258-1.726-1,0.683 0.191-1,0.838-2.059 0,0.431 0.675 0,0.164 6.617-1,0.514 1.088 3,0.456-5.772 2,0.200-0.217-4,0.181 5.931 0,0.187 0.261-1,0.089-3.681 1,0.061-1.278 3,0.033-1.583 3,0.012-1.725-5,-0.005-1.745 0,-0.015-1.676 0,0.019 0.484 6,-0.039-2.616 4,-0.042-2.424-3,-0.040-2.131-3,-0.036-1.792 0,0.021 2.041 0</inkml:trace>
</inkml:ink>
</file>

<file path=ppt/ink/ink8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6:57"/>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15554.626 6033.548 767,'0.000'6.078'0,"0.000"1.091"0,0.000 5.442-8,0.000-2.798 6,0.000 3.007-2,0.000 1.245 1,0.000-0.242-1,0.000 1.609 1,0.000-0.851 0,0.000 1.038 1,0.000 8.159 0,0.000 0.218-1,0.000-7.491 0,0.000-0.309 1,0.000-0.076 1,0.000 0.102 0,0.000 4.001 1,0.000-1.426 2,0.000-1.876 1,0.000-2.069-3,0.000-1.041-1,0.000-2.610 1,0.000-2.367 1,0.000-2.036 2,0.000 2.127 6,0.252-2.864-2,6.828-8.234 0,4.137-6.808-4,-3.703 1.839-5,-0.027-0.722-2,0.881-1.698 1,-0.361-0.143 0,0.727-1.409-1,1.547-3.760 1,-0.271-2.165 0,-0.334-1.705 0,-0.365-1.297-1,-0.037-0.968 1,0.195-0.689-1,1.213-3.292 1,-0.201-0.154 1,-1.434 2.907 1,-0.289 0.139 0,-0.619 0.811 0,-0.824 1.250 1,-1.627 3.404 1,-0.738 0.768-1,-0.248-1.759 1,-0.900 0.203 0,-1.150 0.659 10,-1.275 0.953-9,-1.010 0.433 0,-0.781 1.618-3,-0.520 1.668 1,-0.311 1.615 0,-0.732 0.785 2,-0.619 2.058 2,-0.607 1.865-1,-4.820-1.207 1,-1.383 4.360-1,2.268 2.445-1,0.096 1.053 0,0.580 0.952-2,-3.596 2.762 0,3.555-0.225 0,2.016 0.114 1</inkml:trace>
</inkml:ink>
</file>

<file path=ppt/ink/ink8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6:57"/>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15708.626 5935.548 767,'12.855'3.253'0,"-2.754"-0.770"0,3.156 0.683 0,5.674 1.629-16,3.117 1.272 9,2.477 1.280 0,1.904 1.225 0,1.100 0.797 0,0.475 0.457 0,0.010 0.521 2,-0.324 0.543 1,-0.877 0.204 1,-1.229-0.048 1,-1.750-0.225 3,-2.039-0.340 1,0.004 0.378-1,-2.721-1.278 1,-1.557-0.364 3,-3.643-1.249 0,-3.354-1.043 4,-3.002-0.812-3,-1.348 0.390 4,-0.895 0.889-5,-1.400-0.120-4,-1.182-0.293 0,-1.043-0.849 0,-0.623-0.050 0,-0.246 4.433 0,-1.045-2.967 0,-0.727 1.517 1,-0.801 1.313-4,-0.816 1.105 0,-1.322 3.000-1,-0.857 1.446-1,0.631-3.019 2,-0.426 0.430-1,-1.182 2.026 1,-0.436-0.308 0,-0.020-0.293 0,0.281-0.268 0,-0.555 1.123 2,0.098-0.980 0,0.752-1.997 2,0.576-1.308-1,0.670-1.324 0,0.697-1.266 1,1.115-2.202-1,0.438-0.477 1,-0.154 1.803 1,0.750-1.294 0,0.084 2.954 4,1.453-1.899-6,1.299-1.622-1,5.992-4.592 1,6.059-0.694 1,-3.699-0.457-2,2.361-0.057-3,4.164-0.038-2,2.090-0.053 1,-2.600-0.052 1,1.789-0.022-1,4.408-0.347 0,1.322-0.567 0,6.076-0.785 0,-1.459-0.241 0,-11.461 0.568 1,0.025-0.300 1,8.920-1.664 0,0.664-0.795 2,-5.672 0.226 7,0.096-0.877-7,2.043-1.310 0,5.486-2.672-3,-4.473 0.601 0,-4.813 1.099 3,-4.580 1.297 0,-4.023 1.299 0,-3.322 1.182 0</inkml:trace>
</inkml:ink>
</file>

<file path=ppt/ink/ink8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6:57"/>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16627.626 5949.548 767,'0.000'8.510'0,"0.000"4.810"0,0.000-1.139 0,0.000 3.466 0,0.000 0.361-18,0.000 2.148 13,-0.307 5.486-1,-0.510 2.595 0,-0.654 1.930 0,-0.727 1.367 0,-0.414-0.089 2,-0.172-1.121 0,-0.336 1.676-1,0.193-2.215 1,0.582-7.343 3,-0.219-0.872 1,-1.469 6.887 8,0.230-4.096 1,0.457-4.377-5,0.557-4.191-2,0.576-3.731-1,0.537-3.139-1,-0.342-0.027 1</inkml:trace>
</inkml:ink>
</file>

<file path=ppt/ink/ink8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6:58"/>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16586.626 6270.548 767,'6.252'-5.946'0,"3.365"-1.387"-6,-3.400 3.600 4,3.238-1.002-1,0.840 0.326-1,0.373 0.484 1,0.033 0.561 0,-2.246 0.846 1,0.299-0.088 1,3.908-1.403 0,-0.490-0.232 0,-0.865-0.179 2,0.350-0.446 0,-0.053-0.077 0,0.168-0.024-1,-0.480 0.148 0,0.361-0.265-1,-3.549 1.374 1,-0.080-0.232 0,1.020-0.604 0,-0.188 0.185 1,0.416-0.299-1,0.826-0.629 1,1.102-0.528 0,1.246-0.432 0,-6.148 3.123-2,11.121-5.300-2,-1.629 0.924 0,-2.414 1.237 1,-2.664 1.312 0,-2.570 1.237 1,-2.283 1.081 0</inkml:trace>
</inkml:ink>
</file>

<file path=ppt/ink/ink9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6:58"/>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17032.626 6019.548 767,'-1.510'6.040'0,"0.025"0.312"0,-0.176 1.378 0,0.105-0.422 0,-0.395 1.715 0,-0.572 3.505 0,-0.090 1.954-18,-0.252 4.377 15,0.221 2.281-2,0.773-3.771 1,0.207 0.825 1,-0.121 6.803-1,0.346 1.264 0,0.412-1.855 0,0.229 1.233 3,0.199 0.659 1,0.172 0.219-3,0.160-3.646 1,0.092-0.568 0,0.072 5.174 0,0.088-1.614 0,0.041-6.835 3,0.025-0.995 0,0.068 5.967 5,0.016-3.929-2,-0.002-4.082-2,-0.012-3.841 2,-0.018-3.377-2,0.047 0.910-1</inkml:trace>
</inkml:ink>
</file>

<file path=ppt/ink/ink9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6:58"/>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17199.626 6298.548 767,'7.045'0.000'0,"0.215"-1.381"-4,2.199-2.300 1,-3.381 1.668 2,6.111-0.728-2,-3.242 1.563 2,-0.818 0.384 1,1.340 0.120 0,4.631-0.004-3,1.297 0.168-2,-2.689 0.200 2,0.848 0.076 1,8.164-0.481-1,1.971-0.707 0,-6.855 0.003 1,0.066-0.518 1,2.344-1.021-1,-0.299-0.720-1,-2.961 0.199 1,-0.768-0.069-1,3.742-1.305 5,-0.287-0.325 0,-2.018 0.367-1,-1.381 0.312 4,-1.584 0.455-3,-1.641 0.531-3,1.186-0.103 0,-1.980 0.884 1,-1.574 0.777 5,-1.189 0.644-2,-1.254 0.125 0,-0.828-0.240-1,-0.656-0.419 1,2.330-1.549 0,-2.463 0.190 0</inkml:trace>
</inkml:ink>
</file>

<file path=ppt/ink/ink9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6:59"/>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17505.626 6061.548 767,'-4.008'8.999'0,"2.506"-1.249"-7,0.033 2.870 5,-0.066 4.950-2,0.170 3.190-1,0.422-2.278 1,0.123 2.083-1,0.041 5.438 0,0.150 2.478-1,0.137 2.166 1,0.119 1.841 0,0.434 2.184 1,0.637 2.325-1,0.748 1.302 0,0.797 0.512 1,0.459-0.380 1,0.201-0.998-1,0.979 7.970-1,-0.318-5.611 3,-0.494-6.231 4,-0.879-9.128 1,-0.402-3.758 1,-0.211-1.811 4,-0.451-4.493 10,-0.371-3.800-1,-0.051 0.102-12</inkml:trace>
</inkml:ink>
</file>

<file path=ppt/ink/ink9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6:59"/>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17812.626 6270.548 767,'0.000'6.851'0,"0.000"1.533"-5,0.000-2.078 4,0.000 1.892-1,0.000 1.877 0,0.000 4.118-2,0.000 2.558 0,0.000 2.021-2,0.000 1.544 2,0.000 0.802 0,0.000 0.235 0,0.000-0.179 0,0.000-0.465 0,0.000 1.352 2,0.000-1.734 1,0.000 0.778 3,0.000-3.781 0,0.000-3.710 0,0.000-3.346 2,0.000-2.834 0,0.000 1.136 2,7.492-10.750 8,-3.094-3.180-8,-0.195-1.017-5,0.010-1.837-4,0.469-1.910 0,0.773-1.873-1,0.623-1.428 0,0.486-1.043 2,0.367-1.051-1,0.266-1.006-1,-1.016 1.627 1,-0.309-0.278 0,0.260-2.055 2,-0.701 0.563 0,-0.756 0.856-1,-0.758 1.025 1,-0.725 1.097 1,-0.666 1.097 1,-0.170-2.169 3,-0.893 2.902 1,-0.670 2.813-1,-0.475 2.507-1,-0.498-0.683-1</inkml:trace>
</inkml:ink>
</file>

<file path=ppt/ink/ink9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7:00"/>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18077.626 6284.548 767,'3.611'8.733'0,"-1.000"0.677"0,-1.184-1.765 0,-0.111 1.814-11,-0.143 1.835 8,-0.156 1.764 1,-0.158 1.301-1,-0.154 0.909 0,-0.143 0.917-1,-0.129 0.880 1,-0.086 3.161 0,-0.117 0.741 1,-0.107-4.373 1,-0.047 0.355 0,-0.037 2.959-1,-0.037 0.434 1,-0.355 0.010 0,-0.566-0.292 0,-0.947 5.027 1,-0.238-2.733-1,0.031-3.166 0,0.248-3.343 2,0.420-3.621 1,0.465-3.267 1,0.451-2.767 5,0.658 0.046-8,6.180-8.170 9,-0.297-3.213-1,-1.791-1.461-6,-0.961 1.193 0,0.621-1.687-3,0.563-1.502-1,0.496-1.300-1,0.119-0.789 1,-0.156-0.388 0,-0.344-0.414-1,-0.461-0.413 0,-0.523-0.063 1,-0.543 0.190 0,-0.289-1.017 4,-0.621 0.654-2,-0.365-0.660-1,-0.629 2.098 2,-0.484 2.193 1,-0.355 2.067 0,-0.324-1.310-1</inkml:trace>
</inkml:ink>
</file>

<file path=ppt/ink/ink9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7:00"/>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18620.626 6451.548 767,'4.063'6.854'0,"-1.342"4.386"-7,-2.195-3.536 5,-0.773 3.923-1,-0.920 2.758-1,-0.932 1.946 0,-0.893 1.275 0,-0.826 1.398-1,-0.738 1.419 1,-1.350 4.284-1,-0.563 1.366 2,0.393-1.770 1,-0.275 1.283-1,0.873-2.665 1,0.258 0.330-1,0.127 0.166 1,0.027 0.037 1,-1.758 8.896-2,0.768-2.606 2,0.662-2.016 3,1.109-4.396-1,1.041-4.271-1,0.971-4.649 4,0.709-3.579 4,0.568-3.096 0,0.193 0.621-4</inkml:trace>
</inkml:ink>
</file>

<file path=ppt/ink/ink9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7:01"/>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18677.109 6925.548 767,'6.297'-6.014'0,"-1.029"2.719"0,1.211 0.838-7,0.787 0.923 5,1.182 0.763 0,1.631 0.206 0,-4.064-0.186 2,2.092-0.785 0,0.826-0.740 0,2.162-0.815-2,0.881-0.175-1,-2.229 0.772 1,0.477 0.125-1,2.766-0.435 3,1.637-0.267-1,4.094-0.872-1,0.326-0.166 2,-0.369-0.069-3,-0.803 0.000 0,-1.371 0.042-1,-1.162-0.055 2,-1.158-0.067 1,-2.928 0.446 0,-0.844-0.266 1,1.279-1.441 5,-2.086 0.080 0,-2.068 0.260-1,-1.895 0.352-1,0.654-2.686 1,-3.486 1.286-2</inkml:trace>
</inkml:ink>
</file>

<file path=ppt/ink/ink9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7:02"/>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19141.609 6716.548 767,'0.000'6.349'0,"0.000"1.083"0,0.000 1.847 0,0.000 1.999 0,-0.330-1.979-12,-0.549 3.136 9,-0.410 0.716 1,-0.596 2.234 0,-1.068 5.941-3,-0.736 3.946-1,-0.680 3.268-1,-0.607 2.631 1,-0.529 2.713 0,-0.447 2.645-1,-0.697 2.447-1,-0.842 2.191 2,-1.236 1.929 2,-1.459 1.651-1,-2.398 7.306-1,-0.428 0.946 1,2.936-11.788 2,0.143 0.021 0,-1.143 5.287 0,0.391-1.302 1,-0.764 3.422 1,0.650-2.769 2,6.215-26.394 0,-6.320 26.844 3,2.092-8.880 1,2.055-8.731 0,1.848-7.849-1,1.557-6.605-1</inkml:trace>
</inkml:ink>
</file>

<file path=ppt/ink/ink9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7:03"/>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9374.109 5448.548 767,'0.000'-6.728'0,"-4.881"-0.964"-5,-5.083 1.875 3,2.913 2.287 0,-3.239-0.861 0,-2.070-0.047-2,-2.211 0.175 0,-2.208 0.326 0,-4.338 0.036-1,-1.508 0.590 1,4.218 1.097 1,-0.952 0.350 0,-4.410 0.163 0,-1.676 0.386 0,-1.314 0.667 1,-0.993 0.835 0,-0.390 0.916 1,0.060 0.930-3,-3.035 1.806 0,0.926 1.655 2,7.419-0.237 1,0.596 1.051 1,-4.696 3.531 2,2.295 1.387 0,6.801-1.575-1,1.155 1.098 0,-3.165 4.622 1,1.417 0.967 1,4.567-3.067 0,0.103 0.701-2,-2.201 3.011 0,-0.414 0.913-1,-2.273 3.244-1,0.115 0.673 0,4.313-4.367 0,0.162 0.722-1,-1.512 3.435-1,0.748 0.569 2,1.229-0.310 0,1.513-0.921 1,1.644-0.323-1,1.659 0.118 1,1.593 0.096 0,1.470 0.077 4,1.313 0.365 4,1.140 0.554-9,1.292 0.025 1,1.340-0.352 0,2.006 2.340 1,2.153-0.404-3,1.242-3.264 1,1.601-0.761 2,0.342-3.289 1,1.118-0.975-2,3.583 3.055-1,0.632-1.111 2,-2.616-4.869 0,-0.034-1.242 0,1.531 0.167 0,0.271-1.193 1,0.979-0.007-1,-1.019-1.021 1,0.562-0.065 5,-1.530-1.800-7,-1.410-1.701 3,-3.479-2.486-2,5.680 1.677 4,-4.640-2.313-2,0.349-0.124 0,0.260-0.188-1,0.186-0.225-4,0.122-0.240 0,1.841-0.121 0,1.333-0.285 3,-1.406-0.389-1,1.121-0.140 0,2.732-0.086-2,0.957-0.135-1,1.347-0.111 1,1.561-0.088-1,1.285-0.067 0,1.028-0.050 1,1.151-0.035 0,1.185-0.023-1,0.821-0.013 0,0.525-0.005 1,0.949 0.000 0,1.206 0.004 0,1.969-0.323-1,2.418-0.541 3,1.659-0.670-2,1.040-0.731-1,0.550-0.740-1,0.176-0.711 0,3.939-1.307-1,-0.654-0.675 2,-8.821 0.964 2,-0.831-0.318 2,2.045-1.462 0,-2.239-0.868 0,-1.840-0.596 0,-1.468-0.375 1,-1.465-0.529 2,-1.393-0.614 2,-1.276-0.316 0,-1.134-0.088-4,-1.308 0.078-1,-1.370 0.192 1,0.160-0.461-1,-1.639 1.115 1,-3.915 2.291 0,-0.800-0.053 0,1.408-2.025 2,-0.928 0.059 2,0.055-0.835-3,-1.798 1.293-3,-1.735 1.495 1,-1.443 1.335-1,0.404-1.305 0</inkml:trace>
</inkml:ink>
</file>

<file path=ppt/ink/ink9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7:05"/>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7646.109 6298.548 767,'-4.588'7.325'0,"3.432"1.888"-7,0.604 4.438 4,0.786 4.166-2,0.878 3.775-1,0.903 3.297 0,0.877 2.800-1,2.233 6.838-2,2.211 2.729 1,0.351-2.458 1,0.797 1.536 2,0.474 0.348 0,0.222-0.515 1,-2.264-9.464 1,0.026-0.297-1,3.104 11.521 3,-0.848-2.981-1,-1.578-6.462 5,-0.426-2.519 2,-0.642-2.687-3,-0.766-2.681 0,0.774 1.881 11,-1.087-5.267-6,-0.895-4.777 0,-0.700-4.068 0,-0.521-3.285-2,2.388-1.811-4,1.921-7.003 1,-2.580-0.340-1,0.149 0.261 0,-0.028-0.292 1,3.200-7.420 0,-1.645 1.663-2,0.405-1.444 0,1.183-3.091 0,3.250-6.048-2,2.214-3.528-5,4.151-7.221-3,1.818-3.470 3,-3.356 5.514 0,1.195-2.606 0,6.716-12.489-2,0.936-1.758 1,-5.136 9.667 3,0.644-0.602 0,3.584-5.774 0,0.256 0.010 0,-0.319 1.359 3,-0.712 2.257 1,-0.630 2.459 2,-0.541 2.487-1,1.813-1.212 0,-1.280 2.951 4,-5.947 8.819 9,-0.742 1.304-8,2.761-3.842 0,-2.411 2.846 1,-5.025 7.176-2,-1.162 2.080-1,0.192 0.360 0,-1.095 1.996 0,1.165-0.561 17,-2.317 3.288-11,-2.140 2.779-6,1.039-0.006-2</inkml:trace>
</inkml:ink>
</file>

<file path=ppt/ink/ink10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7:10"/>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10656.109 7301.548 767,'6.016'0.000'0,"0.131"0.000"0,6.693-1.510-6,-4.854 0.171 4,2.318-0.570-1,2.877-0.610 0,3.191-0.618-1,6.972-1.234-3,4.484-0.684 1,4.520-0.578-1,4.333-0.477-1,4.302-0.357-2,4.077-0.256 1,3.418 0.134 0,2.789 0.406 1,2.844 0.581-1,2.751 0.677 2,10.370 0.289-2,2.370 0.888 4,-14.754 1.331 2,0.810 0.459-2,8.734 0.262 0,0.139 0.465 1,7.265 0.339 0,-1.901 0.386 4,-17.063 0.288 1,-1.284 0.140 0,5.307 0.129-1,-2.519 0.097 2,-3.034 0.063 3,-3.259 0.034 0,-3.924 0.013 1,-4.214-0.003-1,0.481 0.014 1,-3.786-0.028 2,-10.262-0.074-1,-1.804-0.021 7,1.907-0.007-3,-1.064-0.026-7,1.951-0.016 1,-1.202-0.026 1,-6.229-0.029-5,-0.025-0.011-2,6.103-0.007 1,0.378-0.012 2,-5.643-0.008-2,0.424-0.004 0,6.553-0.005 0,-0.050-0.003-3,-6.149 0.001 2,0.229-0.000 0,6.834-0.002 1,0.362 0.001-1,-3.063 0.002 1,0.209 0.001 0,-0.750 0.001 0,-1.396 0.001-1,-3.603 0.236 0,-0.182 0.402 0,5.160 0.641 1,-1.072 0.235 2,-6.440-0.294 7,-1.182-0.013-10,1.094 0.103 1,-1.082-0.110-1,-1.247-0.135 3,-1.306-0.146 2,2.356 0.068 4,-3.269-0.257-7,-3.127-0.220 0,-2.758-0.178 2,0.877-0.046 0,-2.034-0.634-1,0.733 0.354 2,4.019 0.000 6,-3.185 0.000-10,2.114 0.000-3,2.033 0.000 0,1.882 0.000 0,1.989 0.000-1,1.974 0.000 0,4.603 0.000 0,1.962 0.000 0,-1.466 0.000 0,1.120 0.000 0,0.661 0.000 1,0.305 0.000 0,-2.844 0.000 0,0.395 0.000 1,3.849 0.000 1,0.545 0.000 0,0.446 0.000 2,0.353 0.000-1,2.956 0.000-1,-1.318 0.000-1,-7.331 0.000 1,-0.657 0.000 0,2.356 0.000 1,-0.628 0.000 0,-1.199 0.000 6,-1.550 0.000-3,-1.396 0.000 0,-1.222 0.000-3,3.236 0.000 1,-2.974 0.000 5,-2.938 0.000-1,-5.121 0.000-4,-1.123 0.000 0,-0.878 0.000 3,-0.663 0.000 0,1.333 0.000 3,-0.963 0.000-4,-0.832 0.000-2,4.785 0.000-1,-1.594 0.000 1,-0.746 0.000 0,-1.058 0.000-1,-0.899 0.000 0,-0.529 0.000 1,0.818 0.000-1,0.661 0.000-1,-1.635 0.000 1,-0.149 0.000-2,-0.254 0.000 1,5.282 0.000-1,-5.268 0.000 1,5.449 0.000 3,-3.807 0.000-3,1.323 0.000 1,1.176 0.000-1,1.014 0.000 2,0.853 0.000-3,0.696 0.000-1,0.553 0.000 0,0.424 0.000 1,2.535 0.000 0,0.830 0.000 1,-3.853 0.000 0,-0.277 0.000 1,3.014 0.000-1,-1.013 0.000 0,-4.038 0.000 0,-0.669 0.000 0,0.992 0.000 2,-0.213 0.000 3,-0.345 0.000-1,-0.421 0.000 1,2.822 0.000-3,-0.697 0.000-2,-0.689 0.000 1,-3.400 0.000 1,-0.393 0.000-1,0.005 0.000 0,0.288 0.000-1,0.476 0.000 3,0.588 0.000 2,1.556 0.000-5,0.034 0.000 0,-1.047 0.000 0,0.312 0.000-1,0.050 0.000 1,-0.140 0.000 1,-1.194 0.000 1,0.233 0.000-2,1.760 0.000 0,0.474 0.000 2,0.462 0.000 0,0.433 0.000-2,0.391 0.000 0,0.342 0.000-1,0.622 0.000 1,0.791 0.000 0,2.489 0.000 0,0.295 0.000 1,-1.594 0.000-2,0.455 0.000 1,-1.577 0.000-1,0.556 0.000 1,2.971 0.000 1,0.729 0.000 0,1.287 0.000-1,1.623 0.000-1,1.763 0.000 1,1.778 0.000-2,2.060 0.000 1,2.163 0.000-2,5.957 0.000-1,1.523 0.000 1,-7.655 0.000 0,0.593 0.000 1,5.082 0.000-1,0.592 0.000 1,5.774 0.000 0,1.368 0.000 3,-9.205 0.000 1,0.238 0.000-3,5.104 0.000 1,0.034 0.000-2,-0.155 0.000 0,-0.281 0.000 2,0.277 0.000 3,0.663 0.000-1,0.269 0.000-2,-0.023 0.000 2,-0.230 0.000 0,-0.367 0.000-3,0.188 0.000 0,0.576 0.000 2,0.848 0.000 1,1.001 0.000 0,1.041 0.000 0,1.019 0.000-3,5.856 0.000-1,-0.591 0.000 0,-6.400 0.000 1,-1.043 0.000 0,-1.069 0.000 0,-1.038 0.000 3,-5.639 0.000 1,-0.493 0.000 2,4.651 0.000 0,0.107 0.000-1,-0.063 0.000-1,-0.182 0.000 0,9.027 0.000-1,-1.121 0.000-4,-14.674 0.000 2,-0.846 0.000 1,-0.979 0.000 1,-1.043 0.000 0,2.988 0.000-1,-0.873 0.000 3,2.857 0.000 3,-0.922 0.000-1,-7.918 0.000-2,-0.699 0.000-3,5.289 0.000 0,-1.852 0.000 1,-4.287 0.000 0,-1.021 0.000 1,-1.418 0.000 1,-1.633 0.000 1,-3.379 0.000-1,-0.834 0.000-2,1.223 0.000 1,-0.668 0.000 1,-0.850 0.000 4,-0.939 0.000-5,0.850 0.000-1,-0.537 0.000-1,-3.443 0.000 0,-0.447 0.000 3,2.445 0.000-1,-0.076 0.000-2,-2.863 0.000 0,-0.230 0.000 2,4.242 0.000-1,-0.582 0.000-2,-0.650 0.000 1,-3.088 0.000 2,0.158 0.000-3,1.143 0.000 0,-0.164 0.000 0,-0.283 0.000 2,-0.348 0.000 0,-3.254 0.000 0,7.688 0.000-2,-6.016 0.000 0,0.225 0.000 0,0.445 0.000 4,3.043 0.000 1,-0.408 0.000-6,-0.779 0.000 1,-2.129 0.000 1,-0.426 0.000-1,-1.109 0.000 1,-0.164 0.000 1,5.598 0.000 2,-4.422 0.000-1,0.303 0.000-2,0.152 0.000 0,0.037 0.000-2,0.977 0.000 1,-0.143 0.000 0,-2.100 0.000 1,-0.086 0.000 0,3.580 0.000 0,-0.037 0.000 1,-0.098 0.000-1,-2.453 0.000 1,-0.496 0.000-2,-0.541 0.000 0,-0.543 0.000 0,4.676 0.000 1,-1.418 0.000 3,2.703 0.000 0,-5.756 0.000-2,0.164 0.000-1,4.514 0.000-2,-4.447 0.000 1,0.160 0.000 0,0.998 0.000 0,0.066 0.000 2,-0.865 0.000 0,0.004 0.000-1,-0.607 0.000 0,0.471 0.000-1,1.416 0.000 1,0.238 0.000 1,1.600 0.000-2,0.607 0.000 0,-1.994 0.000-1,0.469 0.000 2,1.660 0.000-1,0.078 0.000 0,0.205 0.000 0,0.283 0.000 0,-0.002 0.000 0,-0.205 0.000 1,0.318 0.000 0,0.678 0.000 0,2.236 0.000-1,0.467 0.000 3,-3.152 0.000-3,0.172 0.000-1,1.963 0.000 0,0.201 0.000 1,2.348 0.000 0,0.682 0.000 2,-3.871 0.000-1,-0.285 0.000-1,1.283 0.000 1,-0.732 0.000-2,0.633 0.000 1,-1.127 0.000 0,-3.553 0.000 3,-0.592 0.000 2,3.150 0.000-2,-2.199 0.000 1,-2.195 0.000-1,1.852 0.000 1</inkml:trace>
</inkml:ink>
</file>

<file path=ppt/ink/ink10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7:13"/>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1682.109 7817.548 767,'6.796'0.000'0,"-0.773"0.000"0,2.386 0.000 0,4.144 0.000-10,5.915 0.000 6,7.300 0.000-3,7.942 0.000-1,14.757 0.000-4,9.635 0.000-4,-6.792 0.000 4,7.001 0.000-2,18.337 0.000-3,9.427 0.000 0,9.206 0.000-1,8.615 0.000 2,9.132 0.000-2,9.069 0.000-1,9.563 0.000-2,9.464 0.000 3,27.712 0.000-2,6.699 0.000 0,-36.558 0.000 4,2.861 0.000 1,25.564 0.000-3,5.075 0.000 5,2.059 0.000 4,-0.185 0.000 7,-1.468 0.000 4,-2.312 0.000-12,-3.770 0.000-3,-4.631 0.000 9,-5.355 0.000 14,-5.619 0.000-2,10.216 0.000 1,-10.100 0.000 5,-25.379 0.000-1,-8.076 0.000 0,-20.626 0.000-2,-5.157 0.000 4,6.721 0.000 5,-6.290 0.000 2,-6.199 0.000-1,-5.842 0.000-7,-5.336 0.000-1,-4.724 0.000-3,3.267 0.000 2,-5.212 0.000 1,-18.065 0.000-3,-2.201 0.000-3,4.772 0.000 0,-1.691 0.000 0,-1.005 0.000 0,-0.469 0.000 0,-0.372 0.000-2,-0.285 0.000-5,-0.233 0.000 0,-0.185 0.000-1,0.211 0.000 0,0.483 0.000 1,0.960 0.000 1,1.255 0.000-1,0.439 0.000 0,-0.162 0.000-2,0.384 0.000 0,0.754 0.000-1,0.676 0.000 0,0.588 0.000 3,0.145 0.000 3,-0.178 0.000-5,-0.375 0.000-1,-0.498 0.000 2,-0.257 0.000 0,-0.071 0.000 2,0.086 0.000 1,0.195 0.000-1,-0.090 0.000 1,-0.289 0.000-3,-0.394 0.000 1,-0.449 0.000-1,-0.468 0.000 0,-0.460 0.000 2,-0.454 0.000 1,-0.431 0.000-1,-0.698 0.000 0,-0.857 0.000 0,5.309 0.000 0,-0.866 0.000 0,-12.836 0.000 0,-0.951 0.000 1,5.155 0.000 0,-0.132 0.000-1,-5.481 0.000-1,0.399 0.000 3,12.316 0.000 4,0.562 0.000-9,-6.011 0.000-1,-0.370 0.000 2,-0.445 0.000 0,-0.479 0.000-1,4.594 0.000-1,-1.560 0.000 6,-6.799 0.000 0,-1.359 0.000-2,-5.893 0.000 0,-0.646 0.000 1,4.204 0.000 1,-0.508 0.000 1,-0.809 0.000 0,-0.984 0.000-2,-1.039 0.000 0,-1.029 0.000-2,2.489 0.000-1,-1.987 0.000 4,-8.232 0.000-1,-0.224 0.000 0,4.146 0.000 1,0.968 0.000 1,0.911 0.000-1,0.829 0.000-3,0.707 0.000-1,0.588 0.000-3,1.157 0.000 0,1.509 0.000 2,1.358 0.000 1,1.188 0.000 0,1.315 0.000-1,1.345 0.000-1,1.326 0.000-1,1.250 0.000 1,1.113 0.000 1,0.964 0.000-1,0.176 0.000 1,-0.394 0.000-1,-0.121 0.000 1,0.079 0.000 0,0.194 0.000 1,0.267 0.000 2,5.754 0.000 3,-0.584 0.000-5,-11.210 0.000 0,0.938 0.000 1,8.110 0.000-1,2.575 0.000 2,9.869 0.000-1,2.818 0.000-3,-5.396 0.000-2,1.744 0.000-2,-6.293 0.000 0,1.527 0.000 3,10.448 0.000-1,2.233 0.000 2,2.294 0.000 1,2.229 0.000-1,2.077 0.000 0,1.871 0.000-3,-8.864 0.000 1,0.639 0.000 1,20.493 0.000-1,-0.620 0.000 1,-11.750 0.000 1,-2.360 0.000 3,-2.226 0.000 1,-2.025 0.000 0,-2.142 0.000-1,-2.122 0.000 7,-1.985 0.000 4,-1.794 0.000-7,-1.268 0.000-1,-0.833 0.000 2,-0.790 0.000 0,-0.722 0.000-2,-0.005 0.000 0,0.508 0.000-3,0.542 0.000 0,0.540 0.000 2,0.820 0.000-1,0.980 0.000-4,8.250 0.000 0,-0.550 0.000 2,-15.718 0.000 0,0.414 0.000-1,8.893 0.000-1,1.082 0.000 4,1.011 0.000 1,0.910 0.000-2,0.820 0.000 0,0.717 0.000-4,9.229 0.000-1,0.048 0.000 3,-8.250 0.000 1,0.918 0.000 0,1.322 0.000 0,1.546 0.000 0,-8.107 0.000 0,1.162 0.000 0,0.753 0.000 0,0.418 0.000-2,18.986 0.000-1,-1.875 0.000 1,-11.354 0.000 2,-1.916 0.000 0,-2.720 0.000 2,-3.164 0.000 2,4.282 0.000 0,-3.821 0.000 4,-17.431 0.000-2,-2.896 0.000 2,2.801 0.000 3,-3.519 0.000-5,-3.604 0.000-1,-3.494 0.000 5,-3.275 0.000 5,-2.964 0.000-7,-2.580 0.000-2,-2.186 0.000 4,-2.131 0.000-2,-1.991 0.000-1,0.482 0.000-1,-2.049 0.000-2,-3.681 0.000 0,-1.131 0.000 1,-2.388-0.252-1,-0.040-0.433 0,1.561-0.488-1,-0.608-0.223 0,1.604-0.292-1,0.162 0.021-2,-3.812 0.439 0,-0.380 0.096 2,3.450-0.138 1,0.396 0.202-4,-2.869 0.358 1,1.004 0.116 4,2.960 0.057-2,0.577 0.126-3,0.584 0.109-1,0.563 0.092 1,0.826 0.075 0,0.975 0.060 0,0.399 0.046 1,-0.030 0.035 0,0.325 0.024 0,0.565 0.016-1,3.584 0.017 0,0.777 0.004 3,-5.629-0.016 0,0.102-0.002-3,3.037 0.002 0,-0.021-0.005 1,0.205-0.006-1,0.352-0.006 2,0.443-0.006 2,0.486-0.005-2,3.316-0.004-1,-0.287-0.005 0,-6.330-0.005 0,0.117-0.002 0,3.508-0.002 0,0.426-0.001 1,0.086-0.001 2,-0.160-0.001-2,-0.328-0.000 0,-0.432-0.000-1,-0.510-0.000-1,-0.539 0.000 2,-0.514 0.000 1,-0.469 0.000 1,-1.076 0.000-1,-1.457 0.000 0,0.842 0.000 1,-1.559 0.000-1,-5.420 0.000-1,-1.070 0.000 1,4.016 0.000 8,-1.221 0.000-7,-5.188 0.000 1,-0.213 0.000 2,-0.281 0.000-4,-0.322 0.000-1,4.529 0.000 0,0.703 0.000 1,-4.090 0.000 0,0.658 0.000 0,4.270 0.000-3,0.537 0.000 0,-5.371 0.000 0,0.154 0.000 1,6.035 0.000 0,0.105 0.000-1,-3.926 0.000 2,-0.037 0.000-1,5.205 0.000 2,-1.186 0.000-1,-7.502 0.000-1,-0.506 0.000 1,6.264 0.000 1,-1.703 0.000 1,-2.111 0.000 2,-0.473 0.000 1,-1.854 0.000-4,-1.855 0.000 0,2.816 0.000 2,-2.875 0.000-4,-0.855 0.000-1,-0.279 0.000 1,-0.416 0.000 0,0.039 0.000 0,0.031 0.000-1,5.127 0.000 2,-2.258 0.000 0,11.102 0.000 0,5.332 0.000 1,-3.119 0.000-6,2.348 0.000-1,6.303 0.000-3,2.172 0.000 1,0.953 0.000 1,0.039 0.000 1,-0.590 0.000 3,-1.010 0.000-1,2.469 0.000 1,-1.912 0.000 0,-5.594 0.000 8,-2.000 0.000-1,-4.941 0.000-1,-1.801 0.000 1,0.361 0.000-1,-2.217 0.000 0,1.914 0.000 5,-4.420 0.000 1,-3.955 0.000-2,-3.316 0.000-4,-0.168 0.000-1</inkml:trace>
</inkml:ink>
</file>

<file path=ppt/ink/ink10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7:16"/>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12495.109 6799.548 767,'3.536'7.072'0,"-0.503"-1.004"0,0.261 0.520 0,1.414 2.827-9,-0.721-2.199 7,2.366 3.437 0,6.033 9.968-3,3.782 6.761-2,-1.132-1.800 0,2.795 4.790-2,6.418 11.545-4,3.592 7.114 0,3.861 7.020-2,3.870 6.622 1,9.570 15.878-2,4.528 6.568-3,-2.825-5.366 2,2.325 3.750 4,-4.127-7.384 0,2.411 3.562 2,9.844 15.702-2,2.427 3.175 4,1.552 2.211 4,0.857 1.419-3,-0.033-0.176-2,-0.664-1.304 2,-1.390-3.389 1,-1.840-4.714 3,-2.757-5.741 4,-3.280-6.202 3,-3.805-7.251 4,-3.999-7.656 2,-0.286-1.350 10,-6.154-9.057 0,-11.808-17.496-3,-2.966-4.747 2,-0.021-0.809 9,-2.801-4.806 3,-0.359-2.116-5,-2.317-4.850-7,-10.326-12.292-14,8.946 8.014 3,-3.931-5.451-1,-3.479-4.251-1</inkml:trace>
</inkml:ink>
</file>

<file path=ppt/ink/ink10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7:53"/>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16014.626 1685.548 767,'-6.184'0.000'0,"-0.873"0.000"0,-1.516 0.000-6,0.691 1.510 4,-1.445 2.388 0,-0.203 1.700 2,3.621-2.236 0,0.193-0.086-2,-0.344 0.391 1,0.443-0.042 1,-0.229 0.420 1,0.564-0.170-1,-0.186 0.364-1,-1.365 0.761 0,-0.754-0.125 0,-1.592 0.415 0,-0.307-0.238 0,-0.059-0.253-1,0.111-0.249 1,2.229-1.024 1,0.107 0.115-1,0.336 0.208 0,0.496 0.269 0,-2.082 2.508-1,1.623-0.428 5,1.578-0.758 0,-1.139 2.766-1,3.395-1.627-1,5.033-0.568 0,1.000 1.289 1,3.895-0.178 2,-1.988-2.670-2,2.307 1.683-5,0.643 0.366 0,0.207 0.094 0,-0.107-0.099 0,-1.266-1.175 1,0.379 0.040 1,1.393 0.881-1,0.182 0.118 1,1.350 0.731 1,0.176-0.257 1,0.115-0.373 0,0.066-0.428-1,0.064-0.475 0,-0.594-0.820-2,-0.734-0.848 1,-0.918-0.895-1,-0.475-0.689 1,-0.371-0.604 6,-0.279-0.509 0,2.211 0.564-4,-2.234 0.337-1,0.072 0.733 0,-1.588-0.177 2,0.064 0.494 0,1.789 1.321-1,0.076 0.020-2,-1.674-1.150 0,0.047-0.235 0,1.611 0.410 1,-0.301-0.531-1,-0.430-0.536 1,-0.488-0.508 1,3.123 0.267 0,-3.291-1.131-1,-0.043-0.033 0,-0.063 0.087 2,-0.070 0.163-1,-0.072 0.203-1,0.416 0.414-1,3.566 1.973-1,-3.902-0.265 1,-2.070 2.518 4,-4.230 1.016 0,-0.352-0.252-1,-1.969 4.997-2,0.834-4.280-2,0.127-1.647 0,-0.395-0.182 1,-0.908 0.705 0,-0.631-0.062-1,-0.611 0.313 1,-0.566 0.565 2,-0.838 0.388 1,-0.994 0.244-4,-2.160 0.738 1,-1.217-0.689-1,1.574-2.091 1,-0.684-0.197-1,-3.314 1.461 0,-0.166-0.122 1,2.689-1.615 1,-0.207 0.019-1,-1.826 0.869 0,-0.375 0.098 1,-0.018 0.098 0,0.238 0.093 0,0.406-0.245 0,0.510-0.473-1,0.557-0.615 0,0.566-0.685 0,-1.914 0.291 3,1.838-1.187 1,1.896-1.041-1,1.773-0.863 0,-2.049-0.092 0,1.779-1.887-1,-2.037-1.101 3,-1.174-0.020 4,2.424-0.566-10,-1.316-0.875 0,-2.531-1.502-2,0.000-0.644 3,0.561-0.377-1,3.986 1.907 0,0.205 0.190 1,-2.752-1.250-1,1.119 0.509 2,1.234 0.497 2,1.203 0.448 0,-2.705-1.919 0,2.938 0.943-2,1.152-1.109 0,3.162-1.033 4,4.227 0.345 0,2.461-0.828-1,-2.162-3.228-6,-1.072 2.837 2,0.387-0.271-1,0.441 0.640 1,1.227-0.744-1,-0.352 1.342 1,0.559-0.254 0,0.977-1.177 0,-0.020-0.181 0,0.389-0.100 0,0.662-0.037 0,0.496-0.321 1,0.354-0.508 0,0.234-0.287 0,0.141-0.116-1,0.369-0.363 0,-0.320 0.449-1,-0.451 0.599 1,-0.516 0.671 1,-0.533 0.686 0,-0.518 0.659 0,-0.480 0.605 1,-0.426 0.536-1,0.621-0.431 1,-0.848 1.150 2,2.324-1.292 0,-0.533 2.638 0,1.154 2.107 1,-2.012-3.635-3,-0.439-2.751 0,1.217-1.311-1,-1.607 1.928-2,0.230-1.230 1,0.260-1.160-1,0.270-1.055-1,2.100-4.660 0,-0.078-0.317-1,-0.283 0.293 2,-1.963 3.740 1,-0.623 0.905-1,-0.680 0.986 1,-0.682 0.990 1,-1.018 1.967-1,-0.410 0.356 1,-0.223-0.549 4,-0.424 0.187 1,1.398-4.847 2,2.402 0.302-4,-1.244 4.771-2,-0.070 0.266-1,-0.352 0.258-1,1.869-3.805 0,-2.143 3.062 1,-1.191 0.455 1,-2.662-0.453 0,-5.084 2.127 2,-1.184 3.978-1,0.365 0.160-2,-1.260 0.060-1,1.719 0.015-1,0.111-0.034 0,-0.652-0.028 3,0.092-0.000 1</inkml:trace>
</inkml:ink>
</file>

<file path=ppt/ink/ink10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7:57"/>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16265.626 2145.548 767,'6.475'0.000'0,"0.133"0.000"0,1.244 0.000-5,3.369 0.000 3,-2.855 0.000 1,1.926 0.000-2,1.852 0.000 0,2.066-0.330-1,2.121-0.549 0,2.061-0.679 0,1.920-0.740 1,2.389-0.749-1,2.609-0.719 0,1.633-0.664-1,0.857-0.594 1,-2.998 0.486 1,0.471 0.057-1,7.965-1.360-1,0.191-0.123 0,-3.867 0.548 6,-0.184-0.156 0,-0.879-0.178-1,-1.332-0.186-1,-0.633-0.205 0,-2.842 0.442 2,-3.047 0.610 0,-3.027 0.694 0,-0.574 0.080 3,-4.221 1.018 0,-3.664 0.900 4,-3.020 0.754-3,0.293-0.225-5</inkml:trace>
</inkml:ink>
</file>

<file path=ppt/ink/ink10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7:58"/>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17478.626 2145.548 767,'7.023'0.000'0,"-0.684"0.000"-4,-0.271 0.000 2,0.344 0.000 0,3.152 0.000 3,-2.656 0.000-1,-0.410 0.000-1,1.111 0.000 0,2.475-0.330-2,1.172-0.549 0,-0.670-0.158 0,0.676-0.163 0,5.021-0.890 1,1.887-0.663 0,-1.207-0.248-1,0.439-0.583 2,0.152-0.246-1,-0.061 0.005-1,0.123-0.146 0,0.248-0.247 1,-0.336-0.307 2,-0.736-0.335 1,3.650-1.637 1,-2.521 0.534-3,-2.664 0.828 0,-5.125 1.813 2,-1.082 0.533 1,-1.197 0.511 3,0.695 0.023-1,-2.191 0.750 1,-0.045 0.237 1</inkml:trace>
</inkml:ink>
</file>

<file path=ppt/ink/ink10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7:59"/>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16544.626 1671.548 767,'0.000'6.771'0,"0.000"1.882"-4,0.000 2.995 2,0.000-0.031-1,0.000-5.219 1,0.000 0.297 0,0.000 2.298 0,0.000 0.141 1,0.000-3.059 1,0.000 0.013 0,0.000 4.156-1,0.000-0.177 1,0.000-3.187 0,0.000-0.120 0,0.330 1.166 1,0.549 0.405-1,0.855 2.547 0,0.230-0.614 1,-0.012-0.979-2,-0.162-1.129-1,-0.244-1.133 1,0.658-0.191 1,4.529 0.719 5,2.000-3.971 2,0.918-2.452-9,-0.750-1.124 1,0.020 0.876 0,-2.639 0.585 2,-0.072 0.229-1,-0.266 0.005 0,4.824 1.219-1,-1.504-0.934-1,-1.789-0.983 0,1.217-0.727 1,4.023-1.633 0,-3.762 0.061 1,1.064-0.158 0,0.947-0.044 0,1.146-0.291-2,1.234-0.452 0,0.252-0.546-1,-0.463-0.588 2,0.859-1.138 0,-0.947-0.602-1,-1.934 0.158 0,-0.232-0.388 0,7.432-4.573 8,-7.416 3.459-4,-2.277 1.055-2,-2.150 1.125 0,1.168-1.222-1</inkml:trace>
</inkml:ink>
</file>

<file path=ppt/ink/ink10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7:59"/>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16725.626 1727.548 767,'-6.852'0.000'0,"2.973"6.804"-4,2.309 6.539 2,0.922-2.597-1,0.146 2.132-1,0.191-1.697 1,0.068 1.226 0,0.045 2.715 0,0.066 0.289 0,0.055 0.139 0,0.041 0.026 0,0.027-2.242 2,0.020-0.449-1,0.023 3.192 2,0.014-0.454 2,-0.002-2.385-2,0.002-0.756 1,0.014 2.551 3,-0.006-2.625-4,-0.010-2.691 0,-0.010-2.491 2,0.010 1.177 1</inkml:trace>
</inkml:ink>
</file>

<file path=ppt/ink/ink10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8:00"/>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17631.626 1713.548 767,'0.000'7.016'0,"0.000"0.476"0,0.000-0.836 0,0.000-0.275-4,0.000 4.543-2,0.000 2.692 3,0.000 2.053-1,-0.186-2.469 2,-0.307 0.538-1,-0.371 0.387 0,-0.398 0.262 0,-0.652 3.922-1,-0.043-0.205 2,0.139-0.470 1,0.869-8.089 0,0.084-0.360 0,-0.328 5.178 3,0.246-1.147-1,0.461-5.716 0,0.076-0.350 0,-0.045 2.949 8,0.135-0.608-7,0.227 0.691 0,0.322-1.803 0,0.305-1.840-1,1.293 1.691-1,3.600-3.926 1,0.691-5.426 0,-0.061 0.054-1,2.053 0.743 1,-1.756 0.293 0,5.654 0.020 0,-2.930 0.012-1,1.320 0.004-1,1.109-0.328-2,0.906-0.548 1,4.637-0.911-2,-0.729-0.233 1,-1.428 0.025 0,-2.256 0.212 2,-2.189 0.253 0,-2.141 0.281 1,-1.938 0.275 2,1.713-0.255 1,-2.070 0.594 1,0.848 1.046 1,-0.359-0.393 0</inkml:trace>
</inkml:ink>
</file>

<file path=ppt/ink/ink10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8:00"/>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17756.626 1769.548 767,'0.000'6.847'0,"0.000"0.559"0,0.000 2.464 0,0.000-0.903-9,0.000 3.412 6,-0.186-2.872 1,-0.326 1.288 0,-1.219 8.694-2,-0.965 2.737-2,-0.418-0.759 1,-0.695 1.502 1,-0.621 1.307 1,-0.539 1.106-2,0.254-2.475 1,-0.357 0.705 1,-0.836 3.939 1,0.199 0.094 0,0.412-0.246 0,0.543-0.477 0,0.609-0.642 1,0.631-0.729 1,-0.080 2.265 1,0.041-1.034 1,-0.100 0.484 1,0.457-3.259-1,0.527-3.510 0,0.535-3.755-1,0.500-3.636 0,0.439-3.292 3,0.369-2.830 2,-0.002 0.502-4</inkml:trace>
</inkml:ink>
</file>

<file path=ppt/ink/ink11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8:02"/>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16739.626 2396.548 767,'8.689'0.000'0,"-2.613"0.253"0,0.598 1.605 0,4.156 1.563-9,-4.063-1.464 8,-0.006-0.206 0,3.500 0.403-1,-3.471-0.971 1,-0.805-0.092 1,2.889 1.047 1,-2.527 1.344 1,-5.107 3.823-1,-1.766 1.928-1,-1.213 1.521 0,-0.066-4.118-1,-2.418 4.212 0,0.727-4.648 0,-0.748-0.415 0,-0.057-0.808 1,-0.504-0.022 0,-0.791 0.081-1,-0.961 0.150 2,0.281-0.501-1,-0.430 0.194-1,-3.551 2.543 0,-0.195 0.258-1,4.229-3.216 1,0.016-0.231-1,-5.201 3.164 2,0.375-0.255-1,0.973-0.271 1,-0.240 0.549 3,0.736-0.175-4,0.863-0.324 2,1.184-0.556 0,1.660-0.977-1,1.641-1.013-1,-0.010 1.665 1,7.463-0.292 1,3.102-3.937 1,-0.500 0.235 0,0.715 1.012 0,0.797 0.628-1,4.109 0.697-1,-4.656-2.554-1,2.658 0.099 1,-1.602-0.880 0,1.135-0.174-1,0.713-0.165-2,0.381-0.151 3,0.455-0.134-1,0.486-0.115-1,0.135-0.097 0,-0.125-0.079 0,-0.279-0.062 3,-0.377-0.048-2,0.758-0.042 0,-0.613-0.029 1,-1.662-0.008 1,-0.439-0.007 1,-0.709-0.002-1,-0.869 0.001 0,0.846-0.016 0,2.506-0.042 1</inkml:trace>
</inkml:ink>
</file>

<file path=ppt/ink/ink11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8:02"/>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16976.626 2312.548 767,'0.000'6.851'0,"0.000"0.902"0,0.000-1.581 0,0.000 2.349-8,0.000-1.590 9,0.000 0.746-1,0.000 0.319-2,0.000-1.179 1,0.000-0.448 1,0.000 3.695-1,0.000-3.937 1</inkml:trace>
</inkml:ink>
</file>

<file path=ppt/ink/ink11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8:03"/>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17143.626 2215.548 767,'-7.035'2.768'0,"1.191"2.579"-5,0.145 2.828 2,-1.771 4.083-1,3.484-4.765 4,0.529-0.115-2,0.561-1.226 1,-0.232 0.001 0,-0.082 0.134 1,0.227-0.167 0,0.344-0.204 1,0.463-0.272 0,-0.932 5.174 0,1.258-0.068 0,0.832 0.803 0,0.744-5.471-2,0.115 0.186 0,0.092 0.167 0,0.066 0.146 1,0.049 0.124 0,0.033 0.102-1,0.018 0.082 1,0.049 2.213 1,-0.002-0.422-1,-0.014-0.596 0,-0.025-1.294 0,0.051 4.169-1,-0.066-3.157 2,-0.041-0.142 0,4.303-2.091 1,1.799-5.085-1,1.287-0.666 0,-0.428-1.486-1,4.619-3.283-1,-5.266 1.530 1,2.924-1.450-1,-3.615 1.938 0,0.256-0.316-1,1.801-1.602 1,-0.754-0.304 2,-1.051-0.146-1,-1.285 0.534-1,1.662-2.930 1,-2.414 1.202 1</inkml:trace>
</inkml:ink>
</file>

<file path=ppt/ink/ink11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8:04"/>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17101.626 2326.548 767,'6.518'0.000'0,"2.338"0.000"0,0.904 0.000 0,-2.545 0.000-9,4.408 0.938 7,-1.555 0.719 0,-0.127 0.278 0,-0.775 0.023 1,-1.119-0.138 0,-1.250-0.229 0,3.203 0.780 0,-3.867-1.000 0,0.721-0.215 1,-0.566 3.611 5,-0.480 0.523 0</inkml:trace>
</inkml:ink>
</file>

<file path=ppt/ink/ink11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8:04"/>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17324.626 2493.548 767,'6.188'0.000'0,"-0.168"0.000"0,3.584 1.510-6,-2.645 0.531 5,0.875 0.722-1,0.670 0.603-1,-2.143-0.689 2,0.580 0.396 0,2.318 1.117-1,0.643 0.282 0,0.477 0.144 0,0.338 0.041 2,1.094 0.378-1,-1.107-0.536-1,-1.463-0.661 0,-1.592-0.696 0,-1.568-0.671 1,1.938 0.728 0</inkml:trace>
</inkml:ink>
</file>

<file path=ppt/ink/ink11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8:05"/>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17338.626 2577.548 767,'0.000'8.352'0,"2.676"0.088"-5,1.367-0.069 2,0.172-1.438 3,2.199 0.083-2,1.811 0.236 0,-3.344-3.453 2,0.459-0.159-1,3.377 1.306 0,-1.398-1.865 1,0.383-0.510 0,-0.684-0.679 0,0.121-0.369-1,0.410-0.335 1,0.596-0.294 0,3.709-0.141-1,-0.082-0.354 2,2.516-0.204-3,-5.859-0.256 0,-1.799-0.081 2,1.803-0.219 1</inkml:trace>
</inkml:ink>
</file>

<file path=ppt/ink/ink11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8:05"/>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17896.626 2382.548 767,'-4.453'9.236'0,"1.680"-2.808"0,-0.992 2.924 0,-0.631 2.099-11,0.879-1.594 8,0.053 0.860-1,-0.279 2.526 0,0.330 0.744 2,0.395 0.531-1,0.424 0.353 1,0.096 1.200 1,-0.145 1.747 0,-0.305 3.991 0,0.195 1.144 1,0.539-2.715-3,0.270-0.764 0,0.461-3.048 0,0.217-0.547 1,0.090 1.316 1,0.250-1.159 0,-0.256 0.004 5,-0.439-2.309 1,-0.309-3.076-3,-0.586-1.276-1,-1.098 0.234 10,-0.033-2.058-8,0.248-1.874-2,-2.102 1.111 1</inkml:trace>
</inkml:ink>
</file>

<file path=ppt/ink/ink11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8:06"/>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18063.626 2563.548 767,'0.000'6.011'0,"0.000"-0.004"0,0.000 0.365-5,0.000 5.126 3,0.000-3.983 0,0.000 0.136 0,0.000-0.156 0,0.174-0.236 1,0.281-0.547-1,0.334-0.610 1,1.822 4.297 0,1.531-1.758 3,-0.037-3.708 0,2.592-2.110 0,0.164-3.547 1,2.678 0.364-3,0.805 0.188-1,0.381 0.070 0,-3.645 0.063 0,0.857 0.011 0,0.566-0.321 0,0.334-0.542 1,1.928-0.966-1,-0.971-0.545-1,-1.344-0.378 1,-1.482-0.243-1,-1.463-0.139 2,0.811-2.742 2,-2.734-1.736 0,-1.936-3.717 4,-1.705 0.914-6,-0.658 1.804-1,0.096 1.026 0,-0.143 1.526 1,-0.545 0.176 0,-2.291-3.295 0,0.320 2.098 1,0.031 0.148 0,-1.529 0.165-2,-1.988 0.520 1,-1.393 0.499-1,1.988 2.072 0,0.598 1.037 0</inkml:trace>
</inkml:ink>
</file>

<file path=ppt/ink/ink11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8:06"/>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18258.626 2479.548 767,'2.227'-6.138'0,"3.510"2.239"-5,3.244 1.917 4,1.078 1.505-1,-3.426 1.201 1,-0.391 0.619 0,0.281 0.764 0,0.199 0.775-2,0.133 0.746 2,0.355 0.633 0,-0.248 0.055 1,-0.357-0.191 0,-0.412-0.352-1,0.240 0.394 1,-1.020-0.138-1,2.072 4.124 2,-3.152 4.359 5,-3.105-4.189-7,-0.543 0.671 0,-0.404-2.733 0,-0.137 0.548 0,-0.172 4.729-1,-0.152 0.531 0,-0.078 0.098 2,0.051-2.921 0,-0.002 0.310 0,-0.443 3.559-2,-0.566-0.087 0,-0.639-0.363 3,-0.268-2.088 0,-0.637 0.101-2,-1.102 0.266 0,-1.348 0.362 0,1.469-3.588 2,-0.109 0.308 0,-1.586 3.056 0,-0.289 0.079-3,-0.266-0.470 1,-0.236-0.838-1,-2.020 1.703 2,0.949-2.148 0,1.271-2.083 0,1.354-1.859 1,-0.986 1.104 4,9.322-1.345-4,1.289-1.082 1,2.457-1.937 3,-1.291-0.469 0,2.262 0.729-5,1.545 0.403-3,0.961 0.151 0,1.061 0.150 0,-0.184-0.195 0,-0.568-0.294 0,-0.805-0.346 0,-2.334-0.659 2,-0.412-0.245 0,0.658-0.103 1,-0.369-0.281 1,-0.307-0.249 1,-0.248-0.215 3,-0.195-0.180-1,-0.146-0.147-4,0.223-0.117 0,0.477-0.090 1,0.828-0.258-1,0.156-0.356 0,0.018-0.403-1,-0.082-0.414 0,1.500-0.884-1,-0.078-0.586 1,-0.105-0.508-1,-2.199 0.293 1,-0.207-0.456 1,-0.504-0.158 1,1.412-1.315-1,-1.572 0.525 0,-1.568 0.722 2,1.266-1.469-1</inkml:trace>
</inkml:ink>
</file>

<file path=ppt/ink/ink11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8:07"/>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18610.109 2438.548 767,'-4.445'7.435'0,"0.863"-2.481"0,-0.570 0.911 0,-0.209 0.702 0,0.588-0.423-11,0.168 0.329 9,-0.605 2.705 0,0.537 0.866-1,0.867-0.797 2,0.461 0.121 1,0.262 1.556 0,0.498 0.444-1,0.613-2.250 0,0.230 0.383 1,0.074 5.628 1,0.342-0.085-3,0.236-0.531 1,0.123-2.531 1,0.072-0.058-1,0.033-1.146 0,0.018-0.723 0,0.006-0.850 1,-0.006-0.894 2,0.045 2.455 0,-0.057-2.469-1,-0.027-1.159 1,0.039 3.615 3,-0.082-3.926-3,-0.055 0.152-3,8.041-3.016 6,4.758-1.359-3,-4.012-1.038-5,1.012 0.017 0,0.586-0.063 0,0.234-0.116 0,-0.027-0.149 0,-0.191-0.166 1,-0.297-0.169 0,-0.357-0.164 1,-0.387-0.152 3,0.273-0.137 0,0.730-0.120-1,4.295-0.455 1,0.066-0.734-2,-0.412-0.773-2,-1.969-0.199 0,-1.391-0.058 0,-1.490 0.101 2,-1.447 0.195-1,-1.313 0.240 0,2.715-0.320 7,-1.475-0.263-1,0.658-1.302 1,0.428-1.229-6,-3.621 1.193 0</inkml:trace>
</inkml:ink>
</file>

<file path=ppt/ink/ink12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8:08"/>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18807.109 2452.548 767,'-7.834'1.858'0,"-4.818"3.123"-7,2.852-0.429 4,-1.688 1.734 0,-1.320 1.928-1,-0.666 1.975-1,-0.170 1.916 0,-0.137 2.113 1,-0.109 2.154-1,-1.422 4.651 2,0.707 2.147 0,3.811-4.097 2,0.559 1.109-2,-0.740 3.676 0,0.725 0.100 0,0.340-0.398 1,0.049-0.734 1,0.170-0.939 1,0.248-1.040-1,-2.391 4.489 4,1.561-3.987 0,1.736-4.180-1,1.689-3.931 1,1.516-3.436-1,1.277-2.834 0,-1.244 0.875 2,0.486-3.691-2</inkml:trace>
</inkml:ink>
</file>

<file path=ppt/ink/ink12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8:09"/>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18333.109 2967.548 767,'4.969'4.969'0,"-0.330"-0.331"0,1.242-0.974-6,5.840 1.844 4,-1.594-1.263 0,2.205 0.662-1,1.979 0.570-1,1.393 0.148-1,0.912-0.160 1,6.602 1.347-2,-1.221-1.031 2,-2.166-0.435 2,-0.855-0.056 1,-2.584-0.521 2,-2.926-0.627 5,-2.906-0.643-5,-2.662-0.602 0,-2.293-0.528 0,0.365 1.141 1,-6.334 2.574 0,-5.463-2.446 0,-3.803 0.254 3,3.271-1.924-2,-4.279 1.087 1,0.285-0.289-6,-0.941 0.041 0,0.955-0.422 0,-0.057-0.191 0,-0.211 0.090 0,-0.309 0.287 0,-0.035 0.083 1,0.160-0.066 1,-0.561 0.527 2,1.211 0.369-3,2.861-0.514 0,0.465 0.322 1,-2.166 2.050 1,1.594-0.172 4,1.598-0.475-4,-1.586 2.788 0,3.529-0.733-1,5.291-0.770 1,-0.436 2.645 0,0.146-0.700 0,1.164-0.905 1,2.705 0.179-1,-0.500-2.771-1,1.914 1.246 0,-0.004-0.099 0,-0.445-0.266 0,1.172 0.196-1,2.859 0.927 0,-0.719-0.580 1,-2.773-1.416-1,-1.682-0.122 1,-4.244 1.711 0,-1.678 1.271 2,-3.338-1.916 0,-5.916 2.676-2,3.641-3.860-2,-2.072 0.708 0,-1.117 0.249 0,0.215-0.410-1,0.096-0.338 1,0.389-0.469 1,0.572-0.535 0,-1.100 0.075 0,1.730-0.868 0,1.754-0.757 2,-1.605 0.122 0</inkml:trace>
</inkml:ink>
</file>

<file path=ppt/ink/ink12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8:09"/>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18737.109 3037.548 767,'0.000'6.344'0,"0.000"0.550"0,0.000 1.606-5,0.000 3.163 3,0.000-4.122 1,0.000 0.498-1,0.000 0.260-1,0.000 3.622 0,-0.330-3.444 1,-0.549-0.211 1,-1.010-0.210-1,-1.289-0.199 2,-1.098 0.148 0,-0.912 0.388 4,-0.732 0.210-4,-0.574 0.074-1,-0.432-0.356 0,-0.311-0.646-1,0.119-0.491 1,0.420-0.359 0,0.615-0.247 0,0.725-0.156 1,0.770-0.084 1,0.764-0.029 4,-0.076 1.837-4,1.180-1.021 1,0.957-1.208-2,0.236 2.387 1,2.029-1.545-1,0.920-0.584 0,6.604-3.256 6,-1.756-2.203-2,1.842 0.753-7,-1.250-0.055 1,2.557 0.750 0,-0.924-0.077-1,-1.326-0.237 2,2.885 0.906-1</inkml:trace>
</inkml:ink>
</file>

<file path=ppt/ink/ink12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8:11"/>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17511.109 3873.548 767,'6.156'-3.528'0,"-0.406"0.147"0,2.377-0.997 0,-0.117-0.035-9,1.986-1.353 5,4.215-2.509 0,2.635-1.446 0,2.377-0.901-2,2.084-0.471 1,1.469-0.473 0,0.963-0.451-1,3.252-1.609 0,-0.580 0.323 2,-6.807 3.316 2,-1.156 0.377 0,3.574-1.707 1,-1.625 1.377 1,-5.680 3.131 2,-1.137 0.935 1,0.850 0.021 5,-0.797 0.559-2,-0.551 0.318-3,-0.350 0.131 4,0.119-0.009-4,0.443-0.107-3,0.350-0.172 0,0.268-0.211 0,2.818-0.957-1,1.402-0.237-1,-0.801 0.248 0,1.365-0.704 2,-0.264 0.238-3,2.889-0.738 0,7.172-1.744-1,3.904-0.351 1,3.539-0.788-3,3.111-1.061-2,3.344-0.877 0,3.352-0.703 0,2.848-0.547 0,2.352-0.410 1,8.371-2.118 1,0.740-0.126-1,-19.916 5.427 2,0.486-0.069 1,21.670-6.573 0,0.125-1.403 3,-7.525 1.265 1,-0.721-0.728 1,-0.756-0.645 0,-0.748-0.556-4,-1.059-0.137 0,-1.230 0.168 5,-1.930 0.708 1,-2.340 1.058-1,2.578-1.039-1,-3.389 1.077 2,-12.330 4.751 0,-2.125 0.831 2,5.182-2.122 5,-3.768 1.329-4,-9.621 3.617-1,-2.398 0.647 1,0.229-0.522 2,-2.223 0.604-1,-2.113 0.833-1,-1.934 0.956 6,-0.398 0.033-6,-1.875 0.604-4,-3.594 1.824 2,-0.756 0.504 1,1.938-0.748-2,-1.959 1.094-1,-1.834 0.959 0,1.178-0.245 1</inkml:trace>
</inkml:ink>
</file>

<file path=ppt/ink/ink12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8:16"/>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17982.043 3747.688 767,'5.107'-4.030'0,"1.674"0.446"0,2.070 0.629-8,1.049 0.895 6,1.482 0.665 0,-4.082 0.874 0,1.299 0.129 0,1.533 0.110 3,0.967 0.092-2,0.520 0.074-1,3.947 0.065-1,-0.867 0.068 1,-1.375 0.041 0,-3.752 0.350 0,-0.068 0.594 3,2.287 1.393 0,-1.531 0.843 1,-1.803 0.639-1,-1.818 0.460 0,-1.678 0.311 1,0.520 4.675-2,-4.082-3.431 0,-1.285 2.072 1,-1.857 0.845-1,-0.563-1.154-1,-0.879 1.101 1,-1.848 2.597 0,-1.439 1.107-1,-1.400 1.214 0,-1.311 1.233-3,-0.830 0.505 1,-0.449-0.036 0,0.172 0.262 0,0.609 0.463 0,-0.084 1.887 0,1.344-0.740 1,3.434-6.230 3,0.623-0.470 1,-0.820 4.233-2,1.229-1.168 0,1.283-2.448 4,0.725-0.862 1,0.629 1.785 0,1.146-2.333-3,0.916-2.278 0,2.633 1.675 2,4.621-5.006-1,-1.219-3.698-1,3.355-0.291-3,2.926-0.544 0,2.479-0.699-1,2.047-1.129-2,1.643-1.384-1,1.607-1.475 0,1.504-1.471-1,1.031-1.422 2,0.646-1.320 0,-0.340-1.163 1,-1.029-0.995 1,-1.117-0.852-1,-1.127-0.710 0,-1.434-0.577 2,-1.584-0.453 1,-1.617-0.321 4,-1.566-0.211-1,-1.783 0.182-2,-1.855 0.455 1,0.418-2.862 1,-2.855 2.801 0,-2.379 3.084-2,-1.889 2.994 13,-0.010-0.284-16,-2.621 15.371 5,-0.396 0.850 0,0.791-0.623-1,0.430-0.738 1,0.563-0.250-1,1.848 3.777-1,-2.229-4.420 0,-0.238 0.119-1,0.494-0.420 0,5.385 3.194 0,0.334-2.903-1,-1.842-2.143 2,0.809-0.310-1,0.678-0.441 0,-0.979-1.242-1,0.779-0.906 0,0.523-0.679 0,0.318-0.485-1,0.180-0.654 1,0.072-0.744 1,-0.029-0.772-1,-0.104-0.756 1,0.471-1.350 0,-0.951-0.792 0,-2.490 0.849 0,-0.715-0.367-1,-0.225-1.523 1,-0.885-0.947 1,-0.809-0.980 0,-0.719-0.958 1,-0.949-0.920-2,-1.068-0.850-2,-1.150 1.090 1,-1.326-0.121-1,-2.555-2.882 1,-1.436 0.396-1,-1.301 0.116 0,-0.275 1.284 1,0.143 1.406 1,0.408 1.390 0,0.553 1.285 0,1.348 2.134 0,0.088 0.900 0,-0.020 0.840 1,-5.945-1.200 4,4.584 3.184 2,-1.539 0.417-5,-0.412 0.458-2,1.791 0.321-1,-0.094 0.161-1,-0.092 0.122 1,-0.088 0.088-1,-1.418 0.125 2,0.328 0.045 1,0.473 0.013-1,0.551-0.010 1,-0.023 0.016-2,1.141-0.047 1,-2.584 0.159 0,2.564-0.110 0</inkml:trace>
</inkml:ink>
</file>

<file path=ppt/ink/ink12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8:16"/>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18912.043 3646.688 767,'0.000'7.238'0,"0.000"0.309"-1,0.000 4.968-6,0.000-2.098 5,0.000 1.302-1,-0.330 1.388 0,-0.549 1.384 0,-0.350 0.632-1,-0.191 0.067 0,-0.068-0.314 2,0.020-0.571 1,-0.076 0.837-1,0.164-1.128 0,0.424-3.829 2,0.121-0.649 2,-0.123 2.712 2,0.236-1.865-1,0.205-1.861 0,0.170-1.715-1,0.020 2.585 0,0.336-2.118-1,10.252-2.959 8,-3.063-4.067-6,0.584-0.143-6,-1.428-0.080 2,0.754-0.040-1,-0.230-0.290 0,0.750-0.478 0,4.406-1.523 0,0.393-1.105 2,-3.801 0.548-1,-0.113-0.505-1,0.705-1.169 1,-0.799-0.630 0,-0.635-0.534 0,-0.488-0.442 1,-0.363-0.354 1,-0.254-0.276 0,-0.143-0.561 0,-0.057-0.737 0,-0.016-0.804-1,0.016-0.814-1,0.436-1.367 1,-0.666 0.555-2,0.213-0.938 1,-1.338 1.956 0,-1.270 2.036 0,-1.111 1.899 0,-0.184 0.026 0</inkml:trace>
</inkml:ink>
</file>

<file path=ppt/ink/ink12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8:17"/>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18984.043 3689.688 767,'-2.719'6.466'0,"-2.494"2.095"-6,2.207-3.214 5,0.016 0.893-1,0.150 1.001 0,-0.467 2.658 0,-0.297 1.877-1,0.539-1.499 2,-0.355 1.242-1,-1.213 4.557 0,0.117 0.314-2,1.215-3.834 2,0.275-0.326 0,-0.018 1.182 0,0.436-0.705 0,0.436-0.771 0,0.412-0.781 4,0.256 0.472 2,0.410-0.869 0,0.518-3.761-3,0.135 0.048 1,0.051 2.836 0,0.186-0.396 0,0.139-0.579-2,0.100-0.676 0,0.094 0.129-1,0.049-1.122 1,0.020-1.094 0,0.178 3.277 0,-0.082-2.892 3,7.082-2.064 4,4.994-5.842-4,-3.740-0.315-6,-0.729-0.124 1,-1.156 0.091 0,2.852-1.038 0</inkml:trace>
</inkml:ink>
</file>

<file path=ppt/ink/ink12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8:18"/>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19227.043 3646.688 767,'-2.861'-6.133'0,"-4.850"2.654"-6,-0.717 1.437 4,-0.090 1.076 1,-5.854 2.519-2,5.100 0.920 2,1.102 0.864-1,0.438 1.313 1,-1.797 3.633-2,0.859 1.399 1,0.838 0.861 2,2.059-1.481 0,0.908-0.011 0,1.629-2.072-1,0.525-0.026 0,0.254 0.970 0,0.572-0.060 2,0.498 0.270 3,0.418 0.492-2,0.344 0.274-1,0.275 0.106-1,0.211-0.019-1,0.156-0.107 0,0.111-0.165 0,0.074-0.198 0,0.043-0.189 2,0.018-0.173-1,0.002-0.178 1,-0.014-0.172 0,0.033 1.528-1,-0.043-0.614 1,-0.043-0.691-1,-0.055-1.192 0,-0.033-0.223 1,-0.020 0.653-1,-0.031-0.765 1,-0.008 4.073 1,-0.053-2.768-2,1.727 0.542 0,2.910-1.476 2,0.871-1.271-1,3.602 0.850-1,1.777-1.408-3,-1.574-1.290 1,-1.855 0.254 1,-1.229 2.260 4,0.854 3.579-1,-1.982-2.086-3,0.291 0.842-1,0.156 0.593 1,-1.307-1.345-1,-0.340 0.665 1,0.168 1.996-1,-0.678-0.331 0,-0.674-0.717 1,-0.625-0.921 1,-0.551-0.992 1,-0.441-0.394-1,-0.404-0.428 0,-0.178 1.172 1,-0.350 3.145 6,-0.320 0.864-5,-0.045-3.630-2,-0.020-0.191-1,0.006-0.404 0,-0.066 3.440 1,0.018-4.243-1,-0.721 3.982 2,-0.672-4.187 0,-3.076-2.184 1,-1.461-6.012-1,0.162-2.508-1,-1.359-0.291 1,-1.326-2.283-2,0.717-2.407-1,4.219 2.986 1,0.584-0.490 0,-0.723-4.348 0,2.291 3.862 1,0.375-0.791 0,0.254-1.669 0,0.338-0.353 0,0.309 2.138-1,0.135-0.008 0,0.109-1.073-1,0.105 0.101 1,0.094-0.893 1,0.059 0.280 0,0.055-0.825 1,0.010 0.162 0,-0.012 0.124-1,0.299 2.145 1,0.572 0.162-2,0.686 0.468 0,0.734 0.666 1,0.826-0.264 0,0.150 0.308 1,-0.102 0.501 0,0.070 0.042 0,0.051-0.036 1,0.037-0.088-2,0.770-0.273-1,0.627 0.599 0,0.719 0.756 0,-0.391 0.932 0,0.377 0.002 1,0.004-0.145 0,-0.264-0.243 1,0.533-0.916-1,-0.029-0.365 0,-0.592 0.685 1,0.146 0.277 0,-0.793 0.369-1,-0.254-0.525-1,0.502-1.297 1,0.012-0.485 0,0.107-0.038 0,0.170 0.283 0,0.230-0.185-1,0.264-0.510 0,-0.080-0.364 0,-0.320-0.243 2,-0.209-0.651-1,-0.643-0.070-1,-0.680 0.008-1,-0.672 0.062 2,-1.215 2.479 1,1.510-9.026-2,-2.145 6.427 0,-0.467 0.879 1,-0.355 0.953 2,-0.305-3.805 2,-0.443 2.438-6,-0.830-2.283 2,-4.203 0.130 2,-0.871 3.479 0,-2.324-1.909-2,4.064 4.022 0,-0.279 0.180 0,-0.455 0.104-1,-0.016 0.480 1,0.084 0.530 0,-6.371-1.957 0,4.680 3.334 0,-0.426 0.584 0,-3.645 0.191 0,1.162 0.700-1,-0.172 0.229 0,0.336 0.148 1,1.777 0.051-1,0.207 0.034 1,-0.115 0.034 0,0.424 0.018-1,-3.055 0.134 4</inkml:trace>
</inkml:ink>
</file>

<file path=ppt/ink/ink12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8:19"/>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17825.043 4376.688 767,'6.418'0.000'0,"0.541"0.000"0,0.121 0.000 0,-0.074 0.000 0,-0.980 0.000-9,1.752 0.000 8,1.895 0.000-1,1.553 0.000 0,1.238 0.000 0,5.094 0.000-2,-0.475 0.000 1,-1.303 0.000-1,-3.109 0.190 3,-1.672 0.302-1,-1.650 0.354 2,-1.523 0.364 1,-1.340 0.347 2,-0.904 0.741 0,1.396 3.983 1,-5.504-0.017 0,-3.445 3.094 3,-2.465 0.319-8,-0.201-3.162 0,-1.555 0.071 0,-2.641 0.912-2,-1.570 0.030 1,1.521-1.680-1,-0.793 0.037 0,-2.033 0.953 2,-0.240 0.111-1,-2.871 1.736 0,1.584-0.785 1,2.041-1.016 0,2.164-1.081 0,2.070-1.036 1,1.850-0.926 1,-0.723 1.642 1,5.357 0.956 1,8.258-2.671 5,-1.838-1.169 0,2.094 1.043-8,2.125 1.230-2,1.717 1.000-2,1.346 0.789 0,1.020 0.578-1,0.738 0.400 2,0.148-0.075-1,-0.277-0.410 1,1.139 0.515 1,-1.021-0.296 1,-0.615-0.033 0,-1.838-0.638 0,-1.863-0.668 6,-1.752-0.644-2,-1.561-0.583-1,1.984 1.994 1,-4.352-3.018-2,-0.033-0.267 1,0.969 0.541 2,-0.723-0.461 0,2.596 2.345-2,-3.238-1.284-2,-1.986 0.841 1,-5.025 3.243 0,-3.078-2.355 2,-0.746 1.390-4,-1.148 0.627-2,0.361-2.034 1,-1.643-1.381 1,-0.459-2.110 1,2.693-2.599 2,0.832-4.144 0,5.092-4.416-1,0.824-0.537-1,0.109-0.695-1,-0.080 2.931 0</inkml:trace>
</inkml:ink>
</file>

<file path=ppt/ink/ink12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8:20"/>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18297.043 4433.688 767,'-3.764'8.006'0,"0.447"0.357"0,0.713-0.147 0,0.797-0.054-10,0.260 4.022 7,0.957-4.453 4,0.195-0.175-1,0.156-0.862-1,0.059 4.159 0,0.217-3.407 0,0.139-0.970 2,2.504-0.926 2,4.479-8.775-2,-0.195-1.650-1,0.773-1.617 1,-0.840-3.296-3,-3.213 1.267 2,-0.734-0.469-1,-0.701 0.074-1,-0.791 1.510 1,-0.385 0.074 0,-0.316-0.003 0,-0.273 0.215 1,-0.213 0.239 1,-0.160 0.239 1,-0.113 0.226-2,-0.559-0.373-1,-0.766 0.593 0,-3.813-4.351 0,-1.148 3.581 2,-4.463-0.268 0,2.396 3.000-1,-0.211 0.597-1,2.143 0.958 1,-0.025-0.169-1,-1.525-0.867 0,0.953 0.316 1,1.164 0.473 1,-2.338-1.338 0,2.840 1.247 0</inkml:trace>
</inkml:ink>
</file>

<file path=ppt/ink/ink13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8:20"/>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18469.043 4390.688 767,'6.684'0.000'0,"2.100"0.000"0,-2.654 0.000 0,1.576 0.000-9,1.773 0.000 7,1.828 0.000-1,1.781 0.000 0,-0.107 0.000 1,1.703 0.000-1,7.123 0.000-1,2.381 0.000 0,-1.873 0.000 0,0.211 0.000 0,-0.580 0.000 1,-1.119 0.000-1,1.219 0.000 1,-1.387 0.000 0,0.885 0.116 6,-3.719 0.176 2,-3.791 0.200 1,-3.518 0.196-5,-3.049 0.178 0,0.500 1.291 4,-6.969 4.035-1,-2.271 0.067 2,-1.025 6.721 6,-0.088-4.578-14,-1.271 1.188 0,-1.061 1.055 0,-0.863 0.909-3,-1.590 2.438 3,-0.623 0.703-1,1.506-3.256 1,-0.195-0.153 0,-0.164 0.254 0,-0.135 0.549 1,-1.701 3.860 0,0.666-0.229 0,1.252-1.476 4,0.916-0.804-5,0.938-0.900 1,0.900-0.920-1,0.959-1.466 5,0.656-0.706-1,0.291 1.217 24,0.775-2.170-30,0.572-2.208 1,0.504 0.406 0,1.863-12.956 6,-1.355-1.137 1,7.342 1.694-2,0.457 3.458-3,-1.879 1.181 0</inkml:trace>
</inkml:ink>
</file>

<file path=ppt/ink/ink13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8:21"/>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18941.043 4419.688 767,'4.250'4.250'0,"0.529"0.530"0,-0.994 1.864-6,-3.146 0.215 5,-0.275 1.604 0,-0.232-2.326 0,-0.035 0.865 0,-0.029 0.616 0,-0.023 1.093-1,-0.020 1.381 0,-0.434 2.769-1,-0.689 1.116 3,-0.268-2.648-2,-0.604 0.438 0,-1.109 1.909-1,-0.773-0.129 1,-0.701-0.070 1,-0.611-0.026-1,-0.523 0.031 2,-0.436 0.070 0,-0.703 0.071 1,-0.863 0.068-2,-0.934-0.243 1,-0.943-0.453-1,-0.551-0.605 1,-0.244-0.685-1,1.014-2.006 0,-0.398-0.503 0,-3.111 2.321 1,0.127-0.029 1,-1.057 1.319 1,2.438-1.729-2,2.777-2.012 0,2.746-2.011 0,2.488-1.836 4,2.598 0.802-4,8.676-3.780 3,-0.076-2.706 0,2.928-0.206 1,0.643 0.228-2,1.828 0.146-3,3.900 0.037 0,-0.510 0.083-1,4.197 0.025-3,9.465 0.009-2,6.561 0.029-1,5.645 0.026-2,4.725 0.023 0,3.824 0.020-1,3.002 0.016-1,1.615 0.013 1,0.555 0.010 1,-1.244 0.007 3,-2.463 0.005 2,-3.570 0.003 2,-4.188 0.002 0,-4.740 0.001 4,-4.906 0.000 2,-3.619 0.000 3,-5.709-0.001 6,-5.336-0.001 3,-4.791-0.001 0,-7.203-0.003-3</inkml:trace>
</inkml:ink>
</file>

<file path=ppt/ink/ink13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8:21"/>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17042.043 5363.688 767,'7.846'0.000'0,"1.914"0.000"0,-1.826 0.000 0,10.232 0.000-13,9.400 0.000 6,6.057 0.000-1,10.303 0.000-4,11.346 0.000-2,11.553 0.000-3,0.693 0.000 1,9.490 0.000-1,24.727 0.000-7,13.059 0.000 1,11.971 0.000-2,10.633 0.000 2,9.201 0.000-1,7.746 0.000-2,5.313 0.000 0,3.328 0.000 6,0.412 0.000 2,-1.680 0.000 5,-4.434 0.000 2,-6.188 0.000 5,8.564 0.000 6,-12.236 0.000 5,-41.279 0.252 5,-8.398 0.433 2,1.836 0.488 9,-12.646 0.223-1,1.266 0.494 9,-19.594-0.046 3,-14.098 0.000-1,-17.986-0.290 17</inkml:trace>
</inkml:ink>
</file>

<file path=ppt/ink/ink13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8:22"/>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18055.908 5849.688 767,'7.307'0.000'0,"0.068"0.000"-4,1.293 0.000 1,1.787 0.000 1,-2.723 0.000 1,1.188 0.000 0,2.520 0.000-1,1.131 0.000-1,-2.262 0.000 1,0.549 0.000 0,5.260 0.108-1,-1.248 0.167 1,-1.959 0.190 1,-2.248 0.191 0,-2.254 0.175 1,-2.076 0.152-1,1.234 1.333 3,-4.361 2.923 0,-4.457 2.133 3,0.049-0.396 3,-3.967 3.675-6,0.174-3.977-3,-1.484 0.758-4,-0.656 0.041 4,-0.262-0.169-1,0.025-0.307 1,0.467-0.930-1,0.020-0.655 0,0.850-1.229 1,-0.061-0.564 1,-3.182 0.613-1,0.395-1.145 7,0.596-0.964-3,0.924-0.653-3,-2.811 0.236 1,10.250 4.876 5,7.266-3.934-3,1.375-1.164-4,0.191 0.066-1,2.777 0.586 0,8.643 1.655-3,4.936 0.928-2,0.313 0.078 1,2.689 0.533-1,1.926 0.458-1,1.291 0.383 2,0.119-0.018-1,-0.721-0.303 1,-0.625-0.138 3,-0.527-0.014 0,7.141 1.404 2,-4.404-0.900 4,-5.039-1.074 4,-6.061-1.073-7,-4.801-0.729 0,-4.311-0.582 4,-3.668-0.444 4,0.313 1.434 5,-8.863 2.700-1,-5.484-1.800-7,0.064-0.970-2,-1.590 0.668 1,-1.133 0.272-3,-0.754-0.023-4,-0.475 0.097 1,-0.250 0.179-1,-0.055-0.102 1,0.084-0.297 0,-1.910 0.587 1,1.432-0.835 1,1.686-0.854 0,1.713-0.800 0,-2.049 0.563 2</inkml:trace>
</inkml:ink>
</file>

<file path=ppt/ink/ink13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8:23"/>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18756.908 5878.688 767,'8.137'-0.697'0,"-1.506"-0.416"-4,1.447-0.254 1,2.250-0.318 0,0.639 0.001 0,-1.795 0.436 0,0.924 0.091 1,2.531-0.022-1,0.838 0.158 1,2.084 0.075 2,-0.209 0.194-2,-3.543 0.274 0,-0.021 0.097 0,1.461 0.058 1,-0.428 0.095 0,2.260 0.166 4,-2.148 0.252-2,-2.367 0.244-1,-2.320 0.219 1,-2.105 0.187 0,1.047 1.257 1,-4.795 4.607 2,-3.338-0.656-2,-2.447 4.758 0,-0.229-3.529 0,-2.289 2.570-2,-1.750 1.789-3,-0.734 0.127-1,-1.748 1.470 2,0.180-0.554-1,-0.961 1.141-1,-4.109 5.817 0,-0.215 1.375 0,-0.146 1.236-1,1.615-1.414 2,1.992-2.135 1,2.105-2.463 0,2.035-2.509 1,1.691-2.092 0,1.725-2.433 3,1.418-2.105 3,0.242 2.233 9,2.832-2.574-1,10.857-4.169-10,0.045-2.224-3,-1.156-0.625 0,3.219-0.617 0,4.602-0.614-3,1.766-0.251-1,-3.289 0.078 0,1.254-0.442 0,11.488-2.089-3,0.574-0.645 2,-0.533-0.382 3,-8.494 1.091 0,-1.514-0.289 0,-1.291-0.351 0,-1.074-0.378-1,-0.893-0.356 2,-0.721-0.324 9,-0.871-0.286 3,-0.936-0.245-10,-4.047 1.662 0,5.070-3.388 0,-2.977 1.106-1,-2.816 1.299 1,-2.463 1.296 1,-0.414-0.181-1</inkml:trace>
</inkml:ink>
</file>

<file path=ppt/ink/ink13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8:23"/>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19228.908 5864.688 767,'6.248'-6.274'0,"-0.057"2.486"0,1.744 1.049-8,0.082 1.244 7,0.131 0.745 1,1.914 0.378 0,-3.697 0.288-1,0.713 0.048 0,0.504 0.036 0,1.016 0.026 0,1.330 0.017-1,1.162 0.010-1,0.990 0.005 3,1.092 0.004-1,-0.279-0.003-2,-0.693-0.005 1,-0.945-0.006 0,0.047-0.003 1,-1.500-0.009 0,-1.455-0.008 1,-1.330-0.007 1,3.549 0.207 4,-4.252 1.213 0,-2.543 3.659 0,-3.221 1.959-1,-1.055 7.093-5,-0.813-1.914-2,-0.230-1.139 1,-0.588 1.558-1,-0.887 1.737-1,-1.078 1.808 0,-3.094 7.628-2,-1.705 2.335 2,0.145-2.233 1,-0.543 0.012-2,-0.277 0.223 1,-0.076 0.363-1,0.070-0.214 2,0.172-0.615-1,-0.459 1.412 9,1.072-2.129-5,0.426-0.243-1,1.865-4.135 2,1.783-4.063 2,1.594-3.698 1,1.346-3.176 2,1.225 0.445-1,7.801-7.786 3,-0.852-2.043-2,0.572-1.831-4,0.219-1.211 1,-0.377-0.197 0,-0.844 0.332-3,-1.047 0.619-1,1.768-1.793 0</inkml:trace>
</inkml:ink>
</file>

<file path=ppt/ink/ink13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8:23"/>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19671.908 5778.688 767,'-7.596'3.797'0,"2.166"-0.798"0,-1.076 3.597 0,1.891 0.071-10,-0.549 1.847 8,-0.479 1.573 0,-0.756 2.012-1,-0.922 2.229-1,-0.641 2.255 0,-0.410 2.167 1,0.102 2.002 0,0.463 1.791-2,0.367 1.226 0,0.281 0.766 1,0.539-0.281 1,0.695-1.014 0,0.773-1.133 1,0.793-1.166 0,1.135-3.503 2,0.559-0.787 0,-0.211 6.140 8,0.980-3.492-2,0.764-3.686-3,0.564-3.494-1,0.395-3.080 0,0.256-2.566-1,0.461 0.875 2,1.043-1.560-1,1.252 0.109 7,5.299 1.612 4,1.703-1.271-15,-0.197-3.742 0,-2.049-3.510 0,-0.176-5.371 2,-4.383 1.157 2,-0.473-0.977-2,-0.672-0.056-1,-0.330-0.919 0,-0.055-4.042-1,-0.430-1.959 0,-0.576 0.066 0,-0.584 0.049 0,-0.600 0.543 0,-0.580 0.857 0,-0.688-0.720-1,-0.152 1.425 1,0.055 1.375 2,0.076 1.166 1,0.297 1.817 2,-0.717-1.814 3</inkml:trace>
</inkml:ink>
</file>

<file path=ppt/ink/ink13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8:24"/>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19943.908 5864.688 767,'-7.180'0.391'0,"1.078"2.266"-5,0.842 0.752 4,-4.020 4.301-2,1.486 0.320 2,3.648-2.255 0,0.381 1.071 0,0.449 0.770-1,0.475 0.519 1,0.473 0.316 1,0.449 0.156-2,0.408 0.036 1,0.363-0.052 0,0.172 2.497 1,0.424-0.736 0,0.307-0.902 1,0.180-2.791-1,0.086-0.289 1,0.121 1.645-1,0.057-0.817 1,0.018-0.844 1,0.174 4.099-1,-0.115-2.242-2,-0.117-1.311 0,-0.088-0.700 0,0.369 0.894 3,2.033 3.268 5,-0.926-4.271-9,0.033 0.494 1,-0.063 0.365-1,0.428 3.319 0,-0.545-0.597 0,-0.281-0.180 0,-0.266-0.515 0,-0.301-1.747 4,-0.146-0.246 1,-0.133-0.722-4,0.020 5.116 2,-0.223-1.884 1,-0.104 1.854-1,-0.008-3.823-2,-0.367 3.170 0,-0.541 0.725 0,-0.619 0.310-1,-0.197-2.418 0,-0.609-0.137 0,-0.322-0.200 1,-0.104-0.235 0,-0.293-0.250 0,-0.418-0.248 2,-0.740 0.063 1,-0.508-0.569 0,-0.471-0.620-1,-0.422-0.623-1,-0.643-0.376 0,0.086-0.990-1,0.258-0.982 0,0.357-0.915 1,-4.328 0.762-1,-2.039-2.484 6,4.820-2.168-4,-4.557-2.375-1,4.334-0.378 0,-0.717-1.433-1,0.387-0.253 0,-0.711-0.711 1,-2.184-1.934 0,-0.883-1.104-3,-1.547-1.991-1,0.701-0.369 2,1.992 0.894 0,0.602-0.448 0,-0.094-1.525-1,1.344 0.195 3,3.453 4.225 3,0.625 0.174-3,-0.830-3.945 0,1.234-0.237 1,1.535 2.195 2,0.574-0.758 1,0.703-3.716-3,1.326-0.068-2,0.684 1.531-1,0.461-0.120 1,1.781-1.781-1,2.193-0.086 1,0.313 3.234 2,1.684-0.131-1,3.023-1.896-1,1.611-0.198-1,1.602 0.150 0,1.518 0.391 0,2.764-0.923 0,-0.041 0.906-1,-4.348 3.515 1,-0.533 0.538 1,1.393-1.028 0,-0.305-0.013 0,1.055-1.092 5,-0.941 0.371 2,-3.766 2.433-4,-0.598-0.204-3,0.697-1.355 0,-0.625 0.053 2,-0.906 0.153 2,-1.063 0.216-2,-0.240-0.848 0,-1.063 0.438-1,-0.898 0.474 1,-0.730 0.469 2,-0.516 0.129-1,-0.904 1.073-3,-0.826 1.122 1,0.580-3.587-1,-1.932 3.321 5,-1.248-1.293 2,-0.447-3.055-1,0.158 2.421-4,0.020 0.148-3,0.033 0.884 0,0.041 1.246 1,-0.059-2.633-2</inkml:trace>
</inkml:ink>
</file>

<file path=ppt/ink/ink13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8:54"/>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1719.908 2102.688 767,'-6.968'0.000'0,"-0.088"0.000"0,-2.342 1.209 0,-2.006 2.648-9,3.028-0.048 7,0.021 0.139 1,0.322-0.245-1,1.458-0.460 1,0.112 0.334 0,-3.590 1.908 1,4.465-2.296 0,0.396 0.258 1,0.173 1.034 0,0.006 1.538-1,-0.739 3.480 2,-0.151 2.977-4,1.463-1.230-1,0.273 1.524 1,0.355 1.184-1,0.403 0.887-1,-0.272 6.183 0,0.694 1.788-1,0.843-0.982 3,0.465 1.750 0,1.094 1.148 1,1.490 0.665-3,1.348 0.290 1,1.183 0.009 0,1.340-0.521 0,1.389-0.874 1,1.382-1.438 2,1.312-1.771 0,0.516-1.925 1,-0.074-1.944 0,0.192-1.842 1,0.373-1.683 0,0.460-1.514 1,0.501-1.322 6,1.800-0.273-4,0.190-1.525-4,0.005-1.363 0,-0.120-1.172-1,0.973-0.590 0,-1.450-1.445-1,-1.675-1.261 0,-1.685-1.046 0,-1.559-0.829 1,2.789-0.332 6,-2.682-0.976 1,1.164-0.431 0,1.164-0.176-4,2.541-0.044-4,-4.617 0.292 0,-0.217 0.053 0,4.829-0.038 0,-5.396-0.142 0,0.324-0.525 1,1.181-0.536 0,0.106-0.192 0,-0.934-0.165-1,0.004-0.494 1,-1.216-0.162 0,-0.431-0.521-1,0.145-1.128 1,-0.784-0.629 0,0.324-2.801 0,-1.353-0.917 2,-1.189-0.662-2,-0.991 1.834 0,0.071-0.640-1,0.624-2.883 0,-0.286 0.687-1,-0.384 1.191 2,-0.412 1.402 0,-0.395 1.415 0,0.290-2.427 0,-0.845 2.137 0,-1.145-0.366 0,0.300-0.267 7,0.063-1.802-1,0.034 2.781-7,0.004-0.869-1,0.004-0.620 0,0.003-3.490 0,0.004-0.472-1,0.002-0.132 1,0.001 3.097 2,0.000 0.200-1,-0.330-0.476 0,-0.549-0.934 0,-0.350-0.557 1,-0.191-0.262 4,-0.265-1.347-6,0.041 0.283 0,-0.127-1.307 0,0.257 1.225 1,0.285 1.349 2,0.542 3.791 0,0.114-0.127 0,-0.130-2.976 1,0.064 0.986-1,0.005 1.316 0,-0.032 1.417-1,-0.831-2.053 1,-2.176 2.833 0,-4.431 6.308 1,-1.300-1.643-1,0.136-0.428 0,-2.491-0.248-1,-0.510-0.188-3,-2.085-0.458-1,-7.105-0.992-1,-2.033-0.135 0,0.958 0.405 0,-1.787 0.173 0,-1.140 0.238 0,-0.625 0.273 1,-0.229 0.285 2,0.064 0.281-1,3.740 0.372 1,0.632 0.187 0,-4.999 0.050 2,1.614 0.233 1,4.176 0.207 0,1.285 0.121 1,-3.623 0.106 3,4.092 0.114-1,4.167 0.067-2,3.852 0.032 1,3.328 0.009-1,-0.432 0.109-1</inkml:trace>
</inkml:ink>
</file>

<file path=ppt/ink/ink13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8:54"/>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14436.908 1315.688 767,'0.000'6.646'0,"-0.199"4.253"-5,-0.349-3.274 3,-0.975 6.840-2,-0.821 4.051-1,-0.804 4.392-1,-0.755 4.427-2,-1.036 4.880-1,-1.188 4.973 1,-1.570 5.511-1,-1.770 5.635 0,-2.156 5.104-2,-2.330 4.485 1,-1.662 3.833-1,-1.107 3.188 0,-3.819 12.217-2,-1.674 3.268 3,4.025-17.111 3,-1.054 0.613 2,-3.885 8.745 0,-0.731-1.675 0,0.603-3.525-1,1.526-4.677 2,-3.155 8.496 8,4.281-13.004-1,4.336-13.115 2,4.018-12.120-1,3.494-10.516 60,2.884-8.665-86,2.271-6.811 12,1.847-14.446 21,3.751-1.951 4,-0.150 2.225-4</inkml:trace>
</inkml:ink>
</file>

<file path=ppt/ink/ink14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8:55"/>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14350.908 1501.688 767,'8.021'1.970'0,"1.596"0.392"0,-3.763-0.924 0,0.508 0.125 0,2.681 3.047 0,-0.329 1.483 0,1.326 2.768-18,1.813 3.580 16,2.076 3.989-1,2.495 4.092-2,2.675 3.973-2,2.372 3.701-1,2.043 3.333-1,2.703 3.573 0,3.045 3.576 0,2.815 3.433-1,2.520 3.170 2,1.837 2.479 0,1.263 1.871-1,1.479 1.679 0,1.563 1.464 1,0.560 0.582 2,-0.181-0.074 1,-0.724-0.537 3,-1.076-0.842-1,-1.605-1.702 0,-1.907-2.235 2,-2.032-2.508 5,-2.025-2.585 0,1.085 1.755 1,-3.073-3.816 4,-11.447-15.262-2,-1.496-1.407 0,3.410 5.961 0,-1.833-1.891 2,-0.032 0.558 2,-2.254-3.306 0,-3.399-5.441-3,-1.391-2.450-7,0.819 1.035 0,-2.578-4.021 11,-2.374-3.565-4,-2.058-2.997-3,-1.696-2.402 0,-0.237 0.603-1</inkml:trace>
</inkml:ink>
</file>

<file path=ppt/ink/ink14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8:55"/>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14307.908 2187.688 767,'4.836'-3.799'0,"9.533"-2.026"-7,-1.550 1.531 3,-2.607 1.106 1,1.977-0.369 0,11.418-2.635-4,4.756-0.627 0,-0.251 0.414 0,2.437-0.273 2,1.639-0.233-1,0.992-0.194-1,0.157 0.197 0,-0.446 0.466 2,2.582-0.001 2,-2.314 0.927 1,-8.735 1.551 2,-1.128 0.134 0,1.481-0.236 4,-2.129 0.413 0,3.609-0.488 7,-5.289 0.901-8,-5.063 0.833 0,-4.475 0.717 1,-3.722 0.583 1,-0.358 0.128-4</inkml:trace>
</inkml:ink>
</file>

<file path=ppt/ink/ink14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9:18"/>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9644.908 4290.688 767,'1.226'7.441'0,"8.044"-3.234"-6,-2.764-3.347 5,2.365-0.127-1,7.078 0.009-2,4.268-0.180-1,-1.674-0.219 1,3.244-0.083-2,11.920-0.043-1,4.820-0.093-2,-0.812-0.069 1,3.402-0.042 1,3.171-0.030-1,2.856-0.021 0,2.853-0.013-1,2.714-0.007 3,2.135-0.002 0,1.621 0.001 1,8.133-0.002 0,-0.144 0.007-1,-7.896 0.012 1,-0.809 0.006 3,-8.646 0.009 1,-2.179 0.005 1,3.163 0.002 1,-3.595 0.005 1,-8.604 0.005 1,-3.047 0.002 0,9.396 0.001 9,-8.420 0.004 2,-7.947 0.002-6,-6.984 0.002 3,-5.802 0.000-2,-4.587 0.000 0,-0.863 0.002-3</inkml:trace>
</inkml:ink>
</file>

<file path=ppt/ink/ink14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9:19"/>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5696.908 4419.688 767,'3.764'-6.369'0,"6.466"3.355"-7,-2.184 1.892 5,3.383 0.158 0,3.896 0.158-2,5.422 0.151-1,6.252 0.138-2,6.549 0.123 0,6.451 0.106-2,6.737 0.089-2,6.624 0.073-1,5.571 0.058-2,4.559 0.044 2,3.624 0.033-1,2.786 0.023 2,2.083 0.015-1,1.484 0.008 3,10.403 0.011 1,0.086-0.001 4,-28.674-0.024 2,-0.495-0.002 0,16.688 0.007 1,-2.793-0.006 0,3.672-0.003 2,-5.938-0.007 1,-13.021-0.009 5,-5.874-0.005 0,-4.080-0.003-1,-7.004-0.004 3,-6.600-0.003 3,-5.969-0.002 3,-2.711-0.002 9,-6.554-0.002 0,-5.163-0.001-1,-1.096-0.003-12,-1.115-7.232-6,0.621 3.442-2,-2.220 1.306-5</inkml:trace>
</inkml:ink>
</file>

<file path=ppt/ink/ink14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9:20"/>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8971.908 3832.688 767,'0.000'8.927'0,"0.000"5.707"-7,0.000-4.064 4,0.000 3.992-1,0.000 2.637-1,0.000-1.560 1,0.000 2.931 0,0.354 6.339-1,0.589 3.146 1,1.034 2.262-2,1.303 1.524 0,1.457 0.928 0,1.497 0.459-1,1.102-0.226 2,0.770-0.703 1,0.849-1.009 3,0.866-1.180 0,0.813-1.576 1,0.737-1.783 1,-1.158-5.282 2,0.099-2.224 0,4.388 4.273-1,-1.591-5.022 1,-2.043-4.538 0,-2.162-3.872 0,-2.063-3.146 3,-1.836-2.441 8,0.664-0.372-11,2.582-4.829 2,-1.483-2.766-2,5.057-4.383 2,4.676-4.349-4,-0.797 0.092-6,3.130-2.803 0,3.990-3.110-2,4.488-3.228-2,16.853-11.777-4,8.613-4.870 0,0.632 1.039 0,6.491-2.877-2,-3.024 3.009 1,4.370-1.961 1,23.962-14.987-7,3.999-3.276 6,-8.280 4.552 2,1.048-1.505 2,-10.307 5.806 3,-0.303-1.019-1,19.158-15.345-2,-2.832-0.025 7,-13.362 8.494 5,-4.053 1.888 1,-4.854 2.551 0,-5.196 2.903 0,-5.524 3.346 0,-5.498 3.504 4,-5.550 3.781 9,-5.326 3.801-1,-4.938 3.989 1,-4.430 3.935 1,1.418-1.396 2,-7.388 6.649 1,-6.468 5.850-2,-5.365 4.874-8,-4.242 3.868-10,-1.765 1.507 0,-11.252 10.222 0</inkml:trace>
</inkml:ink>
</file>

<file path=ppt/ink/ink14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9:22"/>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4737.908 3203.688 767,'0.000'-8.208'0,"0.000"-0.423"-5,-0.252-0.148 2,-3.507-5.140 1,-2.314 3.612 1,-1.984 0.078-3,-2.856-0.961-3,-2.533-0.840 4,-2.183-0.715-1,-2.185-0.568 0,-2.082-0.437 0,-4.877-2.157-1,-1.837-0.212 1,5.094 3.825 1,-0.865 0.372 0,-0.615 0.456 0,-0.406 0.502 0,-6.211-1.858 1,1.671 1.627 0,4.631 2.641 2,1.501 1.397 1,4.080 1.915-1,1.399 0.952 1,-5.212-0.265 7,3.843 1.653 0,3.629 1.260-4,3.186 0.911 3,2.642 0.620-2,-0.262 0.320-2,1.924 0.329 0,-0.789 0.382 0,-0.914 0.403 1,-0.951 0.395-1,-1.180 0.724-5,-0.256 0.693-1,3.193-0.535 1,-0.657 0.715 0,-4.587 2.958-1,-2.079 2.038 4,0.476 0.277-2,-1.287 1.180-2,-6.822 4.949-1,-1.957 1.864-3,2.155-0.285 1,-0.007 1.684 2,-0.324 2.048 1,-0.533 2.211-2,-0.305 2.553 0,-0.126 2.676 4,0.359 2.284 0,0.688 1.897-4,1.196 1.886 1,1.501 1.789 0,3.754-4.191 0,1.283-0.433 2,-1.748 7.687 1,2.652-1.740 0,3.608-5.715 0,1.956-1.614 0,1.783-1.541 9,1.576-1.417 0,1.516 1.311-3,2.062-2.126 2,1.191-6.944-3,0.673-1.096-1,1.060 1.264-1,0.981-1.105 2,1.238-0.606-1,1.363-0.222 2,1.081-0.951-2,0.829-1.426-2,0.587-1.343-1,0.387-1.221-1,0.580-0.770 0,0.690-0.413-1,2.065 1.193 8,0.766 0.057-2,1.076 0.160-5,1.221 0.220 0,-4.259-3.990 0,0.734 0.260-1,3.238 2.177 1,1.579 0.941-1,7.655 5.099-1,2.889 1.460 0,-0.588-1.454 0,2.476 0.278-3,2.792 0.075 0,2.886-0.073 0,3.476 0.154 0,3.732 0.310 2,3.762-0.278-1,3.607-0.683 0,2.996-0.256-1,2.420 0.060-1,2.885-0.401-1,3.081-0.710 2,2.062-1.228 0,1.239-1.537 2,1.631-2.675 0,1.834-3.360-1,0.855-3.382-1,0.118-3.239 4,-8.740-2.775 4,-0.270-3.011-4,15.880-6.756-2,-2.025-4.373 3,-10.509-0.654 3,-2.646-1.993 0,-9.955 0.784-1,-2.658-1.870 0,9.817-8.289 0,-3.169-1.143 4,-8.448 2.825 3,-2.240-0.431-2,-2.258-0.010 0,-2.165 0.290-4,-1.973 0.491-1,-1.743 0.609 3,-1.851 0.996 0,-1.840 1.224 1,-2.099 1.352 0,-2.186 1.380-2,-2.119 1.664 0,-1.973 1.788 1,3.698-2.711 3,-5.115 4.257 1,-4.953 4.036-2,-4.415 3.544-1,-3.699 2.933-1,-2.937 2.302-4</inkml:trace>
</inkml:ink>
</file>

<file path=ppt/ink/ink14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9:24"/>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4995.908 4834.688 767,'8.617'0.000'0,"1.470"0.000"0,-4.026 0.000 0,0.472 0.000 0,0.418 0.000 0,3.595 0.000 0,5.432 0.000-18,6.484 0.000 14,11.994 0.000-3,8.836 0.000-2,-3.690 0.000-1,6.886 0.000-1,16.244 0.000-5,8.947 0.000 1,8.718 0.000-2,8.145 0.000 1,7.682 0.000-1,6.991 0.000-1,5.509 0.000-1,4.195 0.000 4,4.075 0.000 0,3.797 0.000 2,3.067 0.000 1,2.402 0.000 4,-14.897 0.000 4,0.775 0.000-1,32.722 0.000-3,-1.767 0.000 4,-17.860 0.000 1,-1.572 0.000 4,-1.881 0.000 2,-2.012 0.000-1,-2.694 0.000-1,-3.052 0.000 5,-3.164 0.000 0,-3.094 0.000-1,-2.898 0.000 0,-2.623 0.000 2,10.700 0.000 3,-1.760 0.000-3,-25.560 0.000-1,0.151 0.000-2,0.375 0.000 1,0.527 0.000-6,26.628 0.000 0,0.885 0.000 2,-12.884 0.000 0,-0.201 0.000-3,0.158 0.000 0,0.407 0.000-3,0.211 0.000-1,0.062 0.000 9,-0.023 0.000 1,-0.084 0.000-5,-0.476 0.000-1,-0.732 0.000 2,-13.271 0.000 0,-0.332 0.000 1,24.391 0.000-1,-1.834 0.000 2,-14.267 0.000 1,-1.928 0.000-1,-2.404 0.000 1,-2.629 0.000-3,-2.667 0.000 1,-2.566 0.000 5,-3.059 0.000 0,-3.265 0.000 1,-3.587 0.000 0,-3.647 0.000-2,-4.179 0.000 0,-4.359 0.000 2,-4.307 0.000 0,-4.066 0.000 1,-4.010 0.000 0,-3.780 0.000 3,-3.793 0.000 0,-3.622 0.000-2,-3.685 0.000-2,-3.554 0.000 1,-2.940 0.000-1,-2.366 0.000 1,-1.844 0.000 0,-1.387 0.000 3,-1.679-0.354-7,-1.807-0.588-1,-1.791-0.375-2,-1.693-0.205 0,0.270-0.284 0,-1.117 0.044 4,-4.936 0.647 0,-0.102 0.077-1,4.983-0.322-2,0.851 0.214-2,-0.521 0.296 1,1.466 0.160-1,-0.414 0.198-3,1.899 0.102 1,8.745 0.038-2,3.607 0.122-1,4.530 0.096 0,4.885 0.073-1,-5.962 0.046 0,2.886 0.024 0,9.260 0.025-2,3.849 0.015 0,3.807 0.009-1,3.597 0.003 3,-5.030-0.008 0,1.725-0.002 0,17.957 0.009-3,1.522-0.007 1,-7.965-0.012 2,-0.293-0.006 2,-0.877-0.006 3,-1.252-0.006-2,-8.876-0.006 1,-0.952-0.003 1,13.616-0.419 6,-1.832-0.679 0,-10.426-0.190 0,-4.200-0.162-2,-3.976-0.377 1,-3.629-0.513-3,-4.223-0.256 0,-4.447-0.060-1,-4.374 0.082 26,-4.116 0.179-18,-3.762 0.240-4,-3.331 0.271 5,0.561-0.173 15,-5.287 0.506-12,-4.336 0.443-5,-0.760-0.080-7,-13.719 1.341 0</inkml:trace>
</inkml:ink>
</file>

<file path=ppt/ink/ink14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9:24"/>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14736.908 4834.688 767,'6.751'0.000'0,"2.421"0.000"0,-1.141 0.000 0,2.176 0.000-9,5.782 0.000 7,8.052 0.000-3,0.186-0.523-1,6.364-0.896-2,14.188-1.670-4,9.923-1.560-2,9.884-1.245-3,9.390-0.962 1,10.268-1.021-2,10.410-1.016-2,10.373-0.658-3,9.859-0.372 4,8.697-0.457-1,7.462-0.496 0,4.862 0.160 0,2.783 0.619 2,19.237-0.550-2,-0.471 0.669 6,-37.238 2.093 5,-2.393-0.566 4,12.641-1.715 7,-5.432-0.236 0,-6.723-0.008 0,-7.320 0.155 5,-8.771-0.089 9,-9.389-0.260-2,-9.717 0.315-1,-9.492 0.709 1,-9.875 0.956 3,-9.682 1.087 3,-8.781 0.800 6,-7.727 0.557 1,0.189-0.981 11,-11.559 1.409 1,-9.314 1.361-27,-7.133 1.212-12,-4.170-0.344 0,-12.285 2.434 0,-1.658 1.779 0</inkml:trace>
</inkml:ink>
</file>

<file path=ppt/ink/ink14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9:27"/>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1991.908 5663.688 767,'7.366'0.000'0,"2.333"0.000"-5,-3.494 0.000 3,4.926 0.000-1,5.268 0.000-2,7.295 0.000 0,-2.628 0.000 1,5.171 0.000-2,17.455 0.000-3,9.255 0.000-2,0.265 0.000-1,5.569 0.000-2,5.578 0.000-1,5.321 0.000 1,5.218 0.000-1,4.898 0.000 4,4.110 0.000 2,3.355 0.000-1,-9.124 0.000 1,1.618 0.000 1,25.577 0.000-2,1.151 0.000 3,-12.205 0.000 3,-0.680 0.000 2,-12.849 0.000 2,-1.176 0.000-2,21.217 0.000-3,-2.355 0.000 8,-12.781 0.000 3,-1.297 0.000 1,-1.529 0.000 0,-1.622 0.000-7,-10.880 0.000 1,0.002 0.000 2,10.104 0.000 0,-0.380 0.000 1,9.154 0.000 1,-1.632 0.000-6,-12.019 0.000 0,-2.480 0.000 1,-2.854 0.000 0,-2.984 0.000 2,-2.937 0.000 0,-2.765 0.000 5,-2.842 0.000 2,-2.763 0.000-1,-2.247 0.000-1,-1.773 0.000-1,-2.036 0.000-1,-2.126 0.000 1,-1.738 0.000 0,-1.379 0.000-4,-1.389 0.000 0,-1.330 0.000 3,-1.249 0.000 0,-1.132 0.000-4,3.710 0.000 1,-1.264 0.000 1,-10.078 0.000 0,-0.431 0.000-2,3.604 0.000 1,-1.274 0.000-1,-5.868 0.000 0,-1.966 0.000 1,8.379 0.000 0,-6.163 0.000 0,-6.027 0.000 1,-5.430 0.000 0,-4.603 0.000 10,-3.704 0.000-6,0.674 0.000-2</inkml:trace>
</inkml:ink>
</file>

<file path=ppt/ink/ink14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9:27"/>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7183.908 5764.688 767,'8.248'0.000'0,"1.459"0.000"0,-1.394 0.000 0,1.612 0.000 0,4.654 0.000-15,0.777 0.000 11,-2.873 0.000 0,0.729 0.000 1,2.660 0.000 1,0.485 0.000-1,0.258 0.000 3,0.084 0.000-1,2.420 0.000 0,0.337 0.000-1,-3.589 0.000 2,1.276 0.000 0,4.561-0.354 0,2.154-0.588-1,-1.118-0.169-1,2.126-0.175-2,10.814-0.506 0,2.945 0.013-2,-1.170 0.289 0,3.828 0.135 1,4.149 0.160-1,4.183 0.170-1,12.141 0.086-1,5.461 0.201-1,-12.027 0.273 2,3.289 0.098-1,13.195 0.061-1,4.451 0.095-1,3.610 0.078 0,2.843 0.062 3,1.855 0.047 1,1.064 0.035-2,0.759 0.024-2,0.504 0.016 4,0.323 0.009 3,0.179 0.003 2,-1.299-0.000 2,-2.290-0.003-1,-3.217-0.005-1,-3.727-0.006 1,-13.345-0.011 1,-4.049-0.005-1,9.691 0.001 10,-7.744-0.008 0,-12.845-0.008 0,-5.590-0.004 1,-5.316-0.003 7,-4.870-0.003-1,-1.837-0.002 0,-5.424-0.002-2,-8.509-0.001-5,-2.480-0.000-1,1.861-0.001 6,-4.646-0.000-4,-3.834 0.000-6,-0.506-0.002-5</inkml:trace>
</inkml:ink>
</file>

<file path=ppt/ink/ink15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9:28"/>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6897.908 6193.688 767,'1.697'7.476'0,"12.843"1.310"-11,2.621-2.709 7,8.659 1.227-2,9.331 1.213-3,11.067 0.792-4,11.781 0.455-3,12.724 0.547-1,12.795 0.587-3,13.257-0.095-2,12.960-0.577-2,14.519-0.893-2,14.944-1.076 0,14.189-1.155-2,12.982-1.157 2,-12.505-1.588 2,7.865-0.789 0,54.818-0.170-9,1.433-1.006 6,-27.978-0.916 6,-5.881-0.533 5,-8.480-0.423 6,-9.934-0.326 2,-11.512-0.241 13,-12.094-0.169 5,-12.951-0.110 18,-12.952-0.063 0,-13.684-0.026 2,-13.562 0.000-1,-13.518 0.021 1,-12.851 0.033 0,-11.769 0.041-2,-10.444 0.044 12,-8.985 0.044 26,-7.523 0.043-9,-3.374 0.004-45,-9.114 0.061-12,-20.504 0.017 0,2.052 0.145 0</inkml:trace>
</inkml:ink>
</file>

<file path=ppt/ink/ink15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9:29"/>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1948.908 5778.688 767,'-11.301'2.559'0,"4.532"-0.272"-6,-1.605 1.116 4,-1.761 1.317-1,-1.766 1.045-1,-1.686 0.803-1,-1.927 0.945 1,-2.008 1.002 1,-1.617 0.996-1,-1.262 0.944 0,-0.950 0.839 1,-0.684 0.725-1,0.222 0.303 0,0.856-0.011 1,0.584 0.071 1,0.363 0.127 0,0.872-0.499 1,1.193-0.921 0,1.365-0.495 8,1.423-0.168-6,1.728-0.282-1,1.863-0.349 0,1.872-0.380 5,1.790-0.384 2,1.647-0.346-5,1.468-0.302 1,1.572-1.010 1,0.844 0.268 0,0.924 2.923-1,1.588 0.735-1,1.156-1.065-2,1.103-0.017-1,0.486-1.384 0,0.754-0.128-1,2.957 3.409 1,0.926-0.582 0,-1.731-3.805 1,0.688-0.285 0,3.570 2.206 0,-0.010-1.339 0,-0.524-1.469-1,-0.815-1.443 1,-0.941-1.321 0,3.222 0.004 0,-3.544-2.507 1,-0.078-0.586 1,-0.268-0.455 0,-0.380-0.339 0,2.009-0.234 0,1.726-0.341-2,-2.523 0.039 0,1.570-0.021 3,-1.286-0.166-3,0.843-0.418-1,3.922-1.598-2,0.966-1.609 0,-1.006-0.532 0,0.460-0.816 1,2.155-1.513-1,0.263-0.557 1,-3.470 1.729 1,0.092 0.246 0,4.551-1.982 0,-1.746 0.458 0,-2.240 0.449 1,-2.557 1.037 0,-1.699 0.837 1,-1.450 0.870 3,-1.189 0.833-3,2.853-1.211 8,0.122-0.823-5,-2.198 0.930-4,0.884 0.117 0,2.120-1.126 1,-1.753 0.524-2,-0.511-0.116 0,-0.851 0.060 0,-1.016 0.171 0,-1.055 0.232 1,-0.454-0.062 0,2.416-2.902 0,-1.117 1.833 1,-0.185 1.317 0,0.218 0.774-1,1.718 1.130 1,2.206-0.903 0,-2.758-0.301-1,-1.221-0.190 1,0.100-0.510 0,-0.059-0.306-1,-0.162-0.150-1,-0.331-0.096 0,-0.617 0.123 0,2.371-3.965-1,-2.924 1.603 2,-1.585-1.202 3,-1.265-2.049-1,-0.972 0.242-1,-0.415 0.560-3,-1.355 3.604 1,-3.807-2.124-1,0.484 2.712 2,-1.429-0.425 1,-0.516 0.404 0,-1.513-0.307-2,-5.041-2.045-2,-2.216-0.282-1,0.953 1.092 1,-0.223 0.475 0,-1.125 0.305 0,-1.714 0.168 0,-3.993-0.228-1,-1.171 0.697 7,7.357 2.132-5,-0.399 0.360 0,-5.834-0.313-2,0.003 0.602 1,-2.262 0.375 2,0.925 0.601 1,3.814 0.572 0,1.440 0.329 1,-2.389 0.246-1,3.658 0.321 2,3.631 0.209 0,3.319 0.123 2,2.855 0.059 0,-0.396 0.289-2</inkml:trace>
</inkml:ink>
</file>

<file path=ppt/ink/ink15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49:30"/>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3951.908 4691.688 767,'0.000'-8.992'0,"0.000"-0.672"0,0.000 2.469 0,0.000-0.763-10,-0.354-0.498 8,-0.588-0.286 0,-0.705 0.208 0,-0.754 0.550 1,-1.437 0.415 0,-1.856 0.299 0,-1.736 0.225 2,-1.569 0.162 1,0.089 1.197-4,-0.959 0.457 0,-4.698-0.617 0,-1.684 0.941-1,0.329 1.279 1,-1.644 0.693 0,-2.370 0.631 1,-2.774 0.559-2,-2.931 0.809-1,-2.905 0.950 1,-2.750 1.359-2,-2.509 1.586-1,-2.550 2.003 0,-2.458 2.205 0,-1.948 2.245 0,-1.492 2.168 1,4.712 0.344 1,-0.353 1.938-1,-11.567 6.814-1,-0.115 1.977 2,11.460-3.764 1,0.407 1.551 2,-9.721 8.269 0,1.841 1.658-1,2.264 1.844-1,2.415 1.860 5,11.302-6.490-1,2.470 1.366-1,-0.539 5.119 1,3.328 0.107 0,3.187 0.493 0,2.937 0.743 2,2.950 0.203 1,2.820-0.190 0,2.595-0.109 4,2.312-0.045-9,2.477-3.902 1,1.330 1.051 2,1.663 10.329 2,2.836-0.129-3,1.469-10.034-1,1.650-0.568-2,3.781 7.818-2,2.216-1.993 3,0.635-6.700 1,1.751-2.890 2,1.329-2.730 1,0.966-2.486 0,1.015-2.173-1,1.002-1.847 3,0.286-1.882 1,-0.237-1.817-1,-0.292-1.686-2,-0.318-1.513-2,-0.297-1.295-1,-0.269-1.079 2,-0.259-0.897 4,-0.240-0.727-3,-0.192-0.899-1,-0.148-0.981-1,0.219-0.993 0,0.471-0.954 0,0.628-0.882 0,0.710-0.789 0,3.844-0.539-1,2.090-0.711-2,-3.170-0.646 1,2.484-0.281-1,7.561-0.561-2,4.810-0.770-1,4.167-1.190-1,3.513-1.433-1,2.882-2.198 0,2.296-2.639-2,-4.009-0.618 0,2.178-1.442 1,9.502-3.748 2,2.618-2.287 1,9.093-4.835 0,0.313-2.311-1,-15.576 4.371 1,-0.844-0.733 0,12.912-7.115-2,-2.213-1.043 4,-9.174 2.876 3,-2.473 0.000 4,-3.408 0.176 3,-3.912 0.292-5,-4.110 0.692-1,-4.058 0.943 3,-3.805 1.102 3,-3.447 1.162 1,-3.029 1.127 2,-2.588 1.049 2,-2.506 0.944-1,-2.330 0.825-4,-2.094 0.725-1,-1.828 0.619-2,1.179-3.521 1,-2.515 2.209 0,-2.050 2.356-2,-1.811 2.738-1,-0.811 1.523 2,-2.878 4.543-3,-0.369 0.309 1,1.186-2.925 4,-1.062 1.428-2,0.592-2.654 0,-2.224 3.461-3</inkml:trace>
</inkml:ink>
</file>

<file path=ppt/ink/ink15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50:10"/>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1805.908 8009.688 767,'6.581'5.548'0,"-0.237"1.332"0,2.277 3.512-10,2.558 4.038 5,2.638 4.221-1,0.511 1.624-1,2.456 4.555 0,9.396 14.645-5,4.114 6.149 0,-4.339-7.195 2,2.658 2.890 0,11.872 15.896-4,2.202 2.335 0,-4.565-6.149 3,-0.657-0.157 3,-0.890-1.278 2,-1.014-2.016 1,-6.010-8.368 2,-1.966-2.314 0,4.639 6.850 10,-3.278-4.868 0,-5.978-8.774 0,-2.695-4.160 1,-2.544-4.297 6,-2.317-4.191-1,0.140-1.166-2,-3.521-5.292 8,-3.139-4.371-4,-2.664-3.461-7,0.216-1.601-6,-7.087-10.288-2</inkml:trace>
</inkml:ink>
</file>

<file path=ppt/ink/ink15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50:10"/>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2334.908 8124.688 767,'-8.612'0.000'0,"-2.450"2.418"0,3.557 1.053 0,-1.271 2.069 0,-1.834 2.578-15,-2.149 2.820 12,-2.625 3.495-2,-2.841 3.812 0,-3.520 3.881-2,-3.838 3.746-1,-4.213 3.805-1,-4.282 3.667-1,-3.799 3.065-1,-3.276 2.493 1,2.769-3.103 1,-2.467 1.828-1,-14.403 13.332-1,-0.668 1.271 1,1.602-0.557 3,3.040-1.759 1,13.966-12.837 2,2.746-1.866 1,-0.956 1.900 2,4.179-3.624 1,7.328-7.117 9,3.417-2.892 1,-0.432 2.149 5,4.941-4.192-1,3.733-3.090 8,4.117-4.391 3,3.250-3.825-13,2.460-3.191-6,2.226-0.144-6,7.431-8.386 0</inkml:trace>
</inkml:ink>
</file>

<file path=ppt/ink/ink15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50:11"/>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7355.908 6665.688 767,'-6.563'0.000'0,"-1.308"0.000"-4,-4.253-0.447 1,2.060-0.723 0,0.371-0.499 1,-2.093-1.012-1,-4.845-1.929-1,-3.141-1.567-1,-0.854-0.364-1,-4.071-1.119 2,-14.464-3.980-4,-6.519-1.382-1,0.377 0.993-1,-4.581-0.086 0,3.229 1.381 0,-2.875-0.235 1,-18.181-2.771-4,-2.115 1.065 4,15.367 3.710 3,0.049 0.992 1,-15.640-0.160 0,0.715 2.335 1,16.649 2.723 2,1.279 1.455 3,-11.322 2.268 6,4.733 2.642-5,11.022 1.244-3,4.790 1.286 4,4.385 1.655 4,3.890 1.839 0,4.038 2.214 3,3.953 2.376 6,3.706 3.063-1,3.355 3.408-11,3.278 2.479 1,3.067 1.702-2,2.774 1.727-1,2.434 1.665-5,2.077 2.224 1,1.725 2.518 0,1.723 2.279 4,1.640 2.001-5,2.518 2.039 0,3.023 1.970-3,2.582 1.828 1,2.145 1.640 1,0.565-4.190 1,2.013 1.644-2,6.227 13.622 0,1.490-0.079 0,-1.776-6.788 2,0.132-0.714-1,-0.108-1.754-1,-0.273-2.412 2,-0.402-3.097 5,-0.475-3.438 0,-0.811-4.204 1,-1.011-4.549 0,3.284 2.020 7,-3.109-7.950 0,-3.136-6.811-1,-2.874-5.517 5,-2.459-4.243-3,-1.989-3.096-5,1.248-2.720 2,-0.084-2.256-2,5.670-0.029 3,-1.136 0.912 0,2.904 0.074-12,2.750 0.106-2,2.864 0.124 0,2.811 0.131-1,2.616-0.224 0,2.355-0.466 1,2.081-0.263 0,1.788-0.106 0,2.814-0.319 0,3.414-0.456 0,-2.631-0.352 1,1.833-0.923 1,12.714-3.302-2,0.702-2.336-2,-11.110 1.250 1,0.166-0.601 0,10.764-3.583 4,-1.572-0.802 0,-7.481 1.315 0,-2.414 0.097 3,-2.872 0.298 1,-3.064 0.426 0,-2.702 0.827 0,-2.317 1.074 2,-2.264 0.515 6,-2.119 0.094 0,-1.586 0.143 0,-1.132 0.170-6,-1.769 0.183 1,-2.139 0.182-2,-3.575 1.106-1,-1.343 0.062-2,2.968-3.028 1,-3.351 1.274 6,-3.015 1.516-1,-2.549 1.531-4,0.011-1.445 0</inkml:trace>
</inkml:ink>
</file>

<file path=ppt/ink/ink15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50:16"/>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9200.626 1448.548 767,'3.083'-7.286'0,"3.555"4.818"-6,0.599 1.523 5,8.837-0.073-2,6.958 0.194-4,8.311 0.180-1,8.729 0.160-3,14.420 0.116-2,8.000 0.136-2,15.908 0.104-2,-17.084 0.076 3,6.878 0.030 3,30.152 0.031-4,7.580 0.025 1,-20.491 0.002 4,2.968 0.006-6,29.053 0.016-6,0.958-0.000 5,-13.938-0.009 5,-1.190-0.004 7,-1.120-0.005 5,-1.018-0.005-1,-2.216-0.005 0,-2.965-0.005 6,-3.994-0.005 3,-4.539-0.004-5,-5.066-0.004-1,-5.204-0.003 3,-5.032-0.002 4,-4.673-0.002 3,-12.421-0.254-1,-3.978-0.433 1,7.043-0.691 2,-8.149-0.252-5,-7.235-0.074-1,-6.187 0.052 4,-14.447 0.609-3,-1.809 0.074 9,4.602-0.503 4,-1.389-0.390-11,2.342-0.860-5,0.115-0.650-2,-2.725 0.186-6,0.339 0.016 1,1.109 0.161-2,1.607 0.256 1,2.521 0.312 0,3.054 0.337 2,4.278 0.339-3,4.948 0.324-2,5.877 0.299-2,6.260 0.266-1,6.874 0.231-2,6.986 0.195-1,6.739 0.160-2,6.244 0.127 0,4.938 0.098-1,3.775 0.073 1,2.770 0.051 0,1.923 0.034 1,0.240 0.019 2,-0.971 0.009 2,-13.192-0.015 5,-1.795-0.004 0,7.645 0.006 2,-4.533-0.011 0,2.870-0.004 9,-8.217-0.017 0,-15.018-0.351 1,-6.250-0.561 0,-11.640-0.424 1,-4.666-0.602 3,1.150-0.964 9,-6.737-0.242-5,-6.210-0.005-3,-5.515 0.160 0,-4.585 0.077 4,-2.168-0.264-4,-1.891-0.042-8,-1.604 0.118-1,-2.042 0.551-1,-0.352 0.219 0,1.787-0.238 1,-0.499 0.422-4,-1.404 0.553-1,-0.307 0.301-1,0.084 0.272 1,0.360 0.238 1,-0.841 0.243-1,0.113 0.133 1,3.240 0.086-1,-1.103 0.175-1,-1.450 0.114 0,-1.549 0.067 0,2.125 0.188 1</inkml:trace>
</inkml:ink>
</file>

<file path=ppt/ink/ink15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50:17"/>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4573.626 1657.548 767,'0.000'8.466'0,"-1.510"0.866"0,-0.407-0.962 0,0.455-1.142-10,-0.008 1.623 9,-0.104 3.293-2,0.148 2.007 2,0.305-0.531-2,0.157 0.736 0,0.157 0.507-1,0.150 0.320 2,0.138 0.832-1,0.123 1.157 1,0.502 3.000 2,0.784 0.209 0,0.344-4.674-1,0.613-0.170-1,1.105 1.981 0,0.790-0.335 0,0.386-0.719 2,0.081-0.958 1,0.189-1.413 1,0.257-1.670-1,0.294-1.445-1,0.306-1.216 0,1.473 0.369 3,-0.187-2.072 5,-0.395-1.920-5,-0.499-1.681-2,3.208 0.419 0,0.471-0.936 2,1.181 1.277-2,-4.376-2.574-1,0.525-0.147 0,0.391-0.222 1,2.644 0.287-2,-0.239-0.505 0,-0.548-0.484-1,-2.310-0.593 3,-0.513-0.241-1,4.640 0.153 1,-2.627-0.565 0,3.113-0.301 2,0.100-0.211 0,-0.857-0.361-5,-0.119-2.758 0,-5.363-0.532 1,0.849-3.569 1,-2.031-3.083 0,-0.806-3.599-1,-1.253 2.847 0,-0.332-1.383-1,-0.190-3.879-1,-0.334-2.020-1,-0.609-1.202-1,-0.775-0.563 2,-0.592 2.203 1,-0.704-0.354-1,-1.697-5.440-1,-1.006 0.472 0,-0.458 3.295 6,-1.086 0.783-2,-3.221-4.297-1,0.083 3.728 2,0.746 4.007 0,1.082 3.826 0,1.191 3.380 0,1.153 2.813 0,-2.104 0.247 3,0.279 5.653 0,-1.288 1.846 8,-0.522-0.746 1,0.796-0.402-14,-0.496-0.237-1,-3.421 0.347-1,5.760 0.481 4,-3.911 3.844-1,5.143 0.395-2,0.340 5.696 2,2.761-3.738 0,0.659-0.758 0,0.290 3.464 0,1.144-2.709-1</inkml:trace>
</inkml:ink>
</file>

<file path=ppt/ink/ink15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50:17"/>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4727.626 2368.548 767,'2.273'6.874'0,"2.440"7.310"0,-1.051-3.841 0,0.706 1.762-13,0.626 1.674 9,0.541 1.202-1,0.454 0.810 0,-0.717-1.850 2,-0.167-0.157 1,1.366 3.756-1,-0.031-0.334 1,-0.405-0.835 1,-0.634-1.123 1,-1.654-4.146 5,-0.475-0.714-5,0.179 1.286 0,-0.038 0.299 2,0.142-0.022 4,0.263-0.249-2,1.503 3.011-6,-0.375-2.143 0,-0.610-2.415 1,-0.698-2.363 1,-0.689-2.122 1,1.178 0.672 0,1.891-6.332 1,-0.044-2.528 1,-0.961-5.036 2,-1.732-4.590 1,-1.355 3.397-7,0.164-1.774-2,0.047-1.453 0,0.541-5.338-2,-0.207-1.099 0,-0.080-3.632 0,-0.403-1.417 0,-1.125 9.307 4,-0.468-0.055 1,-0.953-2.419-1,-1.247 0.056-1,-1.721-1.531 1,-1.205 1.448-1,-2.939-1.927 4,-0.785 3.399 0,-0.264 3.336-3,0.084 3.030 4,0.294 2.598 1,2.860 2.993-3,-6.534-0.967 1,4.833 3.135-1,-0.399 0.581 4,-0.233 0.436 3,-2.088 0.507-7,0.711 0.289-3,0.998 0.123 0,1.101 0.009 2,1.079-0.064 1,-3.212 0.492-2,2.760-0.484 0,-0.459-0.290 0,0.549-0.456 1,1.093 4.637 3,1.789 0.628 6,-0.137 1.410-9,0.125 0.967-1,0.622-0.707-1,-0.542 2.302 0,0.660-1.105-1,0.648-1.410 1,-0.469 2.514 2</inkml:trace>
</inkml:ink>
</file>

<file path=ppt/ink/ink15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50:19"/>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8963.626 3580.548 767,'0.000'8.769'0,"0.000"3.781"0,0.330-3.803 0,0.549 2.662 0,0.680 3.313-16,0.740 3.621 13,1.408 3.363-2,1.818 3.021-1,1.693 3.625 0,1.525 3.884-2,1.640 2.542 1,1.645 1.467 0,1.265 0.656 1,0.933 0.047-1,1.313-0.388 1,1.522-0.679-1,0.610-1.515 6,-0.069-2.039 1,-0.548-2.645 2,-0.865-2.953-1,-1.048-3.055 0,-1.131-2.985-1,2.692 1.897 7,-2.828-5.553 5,-2.736-4.872 1,-2.437-4.026-5,-2.040-3.157-3,2.778-1.694 3,0.912-6.111-5,-3.855-1.474-1,6.182-7.318 2,4.242-6.588-5,5.498-7.132-7,6.133-7.183-4,6.627-6.527-1,6.665-5.752-2,6.732-5.283-3,6.463-4.700 1,6.934-4.700-2,6.939-4.479 2,7.278-4.109-1,7.177-3.653 3,8.061-3.816-1,8.312-3.752 0,-6.502 7.714 1,6.132-2.073 1,36.695-22.972-4,4.149 0.701-1,-78.995 54.513 11,96.018-61.766-11,-21.985 16.488 8,-25.486 17.773 3,-25.270 16.929 6,-22.844 14.883 1,-19.312 12.302 1,-32.720 19.201-1</inkml:trace>
</inkml:ink>
</file>

<file path=ppt/ink/ink16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50:20"/>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13353.626 1323.548 767,'0.000'6.184'0,"0.000"-0.179"0,0.000 6.850-7,0.000-1.776 5,-0.660 5.593-2,-1.098 6.472-1,-0.821 2.831-3,-1.190 6.375-1,-3.576 21.011-5,-2.504 10.588-1,0.762-8.418 2,-1.496 6.100 0,-5.079 27.291-7,-1.289 7.057 0,1.027-7.483 2,-0.825 2.030 6,1.996-10.715 1,0.206 0.330 2,-4.286 22.282-3,-0.217-2.767 6,2.569-15.291 8,0.769-5.024 1,2.950-15.266 0,1.198-6.060 1,-1.133 6.039 0,2.225-10.525 0,2.846-13.762 9,1.557-7.108 1,0.583-1.650 36,1.869-9.236-2,1.459-7.512-33,1.088-5.843-15,4.307-15.637 0,-1.978 0.921 0</inkml:trace>
</inkml:ink>
</file>

<file path=ppt/ink/ink16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50:21"/>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13171.626 1448.548 767,'4.667'-4.667'0,"0.427"-0.241"0,1.050 1.708-6,0.862 1.077 4,1.805 0.261 0,3.202 0.064 0,8.213-0.110-4,7.608 0.195 0,8.370 0.219-3,8.519 0.227-1,9.212 0.221-4,9.272 0.207-1,9.867 0.187-3,9.826 0.164 1,9.004 0.140-2,7.993 0.116 1,-6.718 0.101 1,5.968 0.058 1,38.949 0.473-6,8.099 0.728 3,-12.563 1.200 5,2.567 1.824 2,-16.770 0.578 1,-0.348 0.903-1,30.637 3.641-4,-7.074 2.074 9,-10.785 1.143 9,-12.650 0.445 4,-35.226-2.906 1,-8.824-0.133-1,-0.767 1.147 8,-11.037-0.380-2,2.232 2.179 32,-16.738-1.922 8,-14.014-2.099-8,-14.875-3.347 4,-5.002-1.072-7,-4.268-0.310-38,-3.541 0.246-3,-2.857 0.277 0,-1.873 6.147 0,-3.275-3.500 1,-0.830 2.303-2,-0.510 2.839-2,-0.178 1.065 0,-0.504 2.986-1,-1.693 10.304-2,-0.732 5.085-1,0.818-4.378 2,-0.361 2.795-2,-2.766 14.025-2,-1.701 4.723-1,-0.424-2.593 1,-1.570 2.482 3,-2.234 2.079 0,-2.604 1.693-3,-2.410 1.032 0,-2.162 0.514 4,-1.859-0.233 2,-1.557-0.755-1,-1.289-1.066 1,-1.041-1.238 0,-0.813-1.632 3,-0.613-1.835 0,-0.441-2.577 3,-0.299-2.984-1,-0.159-3.109 0,-0.053-3.052 1,-0.658-2.538 1,-1.058-2.052 2,-6.261 1.439 3,-2.764-2.350-2,7.325-7.778-5,-1.704-0.611-3,-7.860 2.814-1,-3.118-0.061-1,-3.070 0.117-1,-2.894 0.238 2,-9.661 2.680-2,-2.345-1.110-4,20.447-9.693 3,-0.768-0.928 1,-24.535 6.202-2,-2.079-1.667 2,6.997-4.125 2,-0.528-2.088 3,-1.348-2.157 3,-1.868-2.105-10,-1.797-1.968-1,-1.662-1.778 9,-11.474-1.196 0,-2.372-1.634-8,17.687-1.543 2,-1.339-0.658 2,-12.063-0.529-1,-2.255-0.528-3,-2.673-0.712 1,-2.844-0.809 3,-2.501-0.841 2,-2.141-0.823-6,-1.452-1.432-1,-0.894-1.798 0,-12.788-3.283 0,-0.095-2.370 3,25.157 1.609 2,1.444-0.913 1,-9.278-2.958 1,2.865-1.283-1,14.090 1.542-1,3.533-0.044 2,-12.581-3.604 13,8.547 0.927-4,15.861 3.132-5,7.866 1.549 0,12.048 2.774 8,5.469 1.287-1,-4.563-1.219 10,10.518 2.532 24,8.678 2.113-10,6.822 1.678-35,3.070 0.639 0,15.311 3.754 0,-0.298 0.167 0</inkml:trace>
</inkml:ink>
</file>

<file path=ppt/ink/ink16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50:25"/>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8197.626 5643.548 767,'6.399'2.849'0,"3.070"1.984"-6,-3.657-1.835 5,3.357 1.719-2,-1.423-0.755 0,1.181 0.586 1,1.080 0.533-1,0.957 0.469 2,1.154 0.379 0,1.240 0.297-1,0.584 0.248-1,0.088 0.201 1,-0.269-0.171 0,-0.510-0.429 0,-0.352-0.591 1,-0.222-0.679-1,-0.096-0.710 2,-0.002-0.699 3,-1.018-0.928 1,1.009-0.465-3,6.177-0.123-1,2.717-0.582 0,0.340-0.516-3,3.198-0.302-1,-0.517-0.729 0,2.836-0.978-1,11.354-2.323-2,1.761-1.956 0,-4.163-0.833 1,-0.178-1.390 0,-0.838-1.285 0,-1.270-1.150 1,-1.516-1.000 4,-1.620-0.845 1,-1.948-0.696 3,-2.089-0.556 0,-5.206 1.580 0,-1.914 0.111 0,2.086-3.313 0,-3.693 0.047 1,-5.931 3.347-1,-1.615-0.054 0,-0.083-2.091 7,-2.183 0.818-4,-1.955 1.076-3,-1.693 1.199 0,-1.531 1.194-2,-1.043 0.189 0,-0.899 1.073 1,-0.522-0.267 2,-1.337-2.636-1,-1.820 0.069 0,-0.598 2.596-2,-1.259 0.175-2,-3.800-2.043-1,-2.487 0.382 1,-0.960 1.097 0,-2.300-0.244 0,-0.255 0.804-1,-2.226-0.447-1,-8.967-3.332-1,-3.884-0.714-2,0.269 1.289 1,-3.042 0.123 0,-2.306 0.617-1,-1.674 0.939-1,3.120 2.071 1,-1.614 0.918 2,-7.495 0.587-1,-2.464 1.716 1,-7.631 2.094 4,-0.799 2.758-4,11.838 1.512 1,0.047 1.643-1,-10.048 3.685-1,3.339 2.190 2,8.344 0.327 3,3.032 1.181 1,3.211 0.982 1,3.188 0.794 0,3.351 0.623 8,3.310 0.472-2,3.124 0.318-1,2.844 0.193-1,4.339-1.454-1,2.096 0.549 0,0.548 4.561 2,3.506 0.238-2,3.942-1.775-1,3.393 0.394-3,2.524-2.002-1,2.585 0.050 1,5.301 3.858 0,2.683-0.983-2,2.642-1.310-1,2.457-1.453 0,-3.067-4.484 0,1.007-1.232 0,1.163-1.259 2,1.238-1.233-1,7.924 0.023-1,2.157-1.717 2,-5.900-2.035 1,0.329-0.777-3,7.818-0.431-1,0.953-0.858-1,-6.444-0.624 1,1.135-0.307 2,9.567-0.351 4,1.126-0.248-7,-4.376-0.058 1,-0.714-0.054 1,-0.065-0.340 0,0.398-0.529 0,-4.333-0.559 0,-0.435-0.987 2,6.639-2.733 8,-2.228-1.761-11,-18.789 4.016 3,18.786-6.836-2,-6.417 0.545 5,-6.229 1.215 0,-5.551 1.507-1,-4.640 1.544 0</inkml:trace>
</inkml:ink>
</file>

<file path=ppt/ink/ink16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50:26"/>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5897.626 3971.548 767,'0.000'10.368'0,"0.000"-2.800"-5,0.000 2.866 2,0.000 3.198-1,0.000 3.284-1,0.000 3.167 0,0.000 2.935-1,0.000 3.313 0,0.000 3.428 0,0.000 3.018-1,0.000 2.583 1,-0.252-2.033 1,-0.433 2.838-1,-1.524 14.578-2,-1.602 2.736 2,-0.582-5.352 2,-0.839-0.198-3,-0.680-1.410 1,-0.536-2.207 1,-0.904 1.743 1,0.372-4.479 2,1.721-11.813 6,0.082-2.242 0,-2.076 7.953 7,0.947-6.691 4,1.106-6.513-4,1.113-5.867-6,1.025-4.984-2,0.887-4.027-1,-0.146-1.088-2</inkml:trace>
</inkml:ink>
</file>

<file path=ppt/ink/ink16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50:26"/>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6120.626 3971.548 767,'5.741'-5.741'0,"-0.056"0.242"0,1.366 0.733-7,-1.455 2.296 5,2.509 0.592-1,3.360 0.840 2,6.700 1.107-2,5.399 1.250-2,1.465 0.788-1,4.037 0.896-1,3.460 0.803 0,2.887 0.698-1,-2.868-0.092 0,1.254 0.445 2,11.667 2.484-2,1.123 1.138 1,-5.783-0.404 3,-1.365 0.333 2,-2.171 0.170 1,-2.642 0.047 0,-3.184-0.043-1,-3.418-0.105 0,-3.425-0.145 7,-3.268-0.166 2,-3.332-0.173 2,-3.221-0.170 1,-2.990 0.170 1,-2.684 0.404-3,-2.930-0.627-2,-1.563 0.541 1,-0.890 3.771-2,-1.715 1.446-4,-1.279 2.258-1,-0.908 2.672-1,-0.831-2.665-2,-1.119 1.516 0,-1.958 5.117-1,-1.644 2.805 0,-1.561 2.104-1,-1.427 1.506 1,-0.366-2.814 0,-1.753 0.663 0,-5.036 8.523-3,-0.781 0.176 1,1.228-3.879 4,-0.706 0.178 0,1.708-3.997 0,-0.215-0.016 1,-6.555 10.314 1,0.350-3.271-1,6.610-12.188 1,0.275-1.634 0,-1.397 0.733 1,0.819-2.292 0,0.608-1.884 7,0.430-1.503-1,-0.024-1.493-1,-0.346-1.414 2,-1.844-0.422-4,0.236-2.140-3,0.457-2.072 0,0.579-1.902 0,4.814-2.913-1,-0.302-0.679 0,-2.124-0.343 0,-0.421-0.713 0,-4.175-0.461 0,-0.255-0.754 3,3.757-0.475 0,-0.030-0.254-2,-5.074-0.333-2,-1.854-0.184 0,0.212-0.002 0,-2.481-0.021 2,-4.951-0.060-5,-1.079 0.054-1,5.904 0.186 1,-0.486 0.049 0,-3.665 0.011 0,-0.005 0.066 1,0.923 0.063 3,1.540 0.057 0,1.577 0.050 0,1.529 0.042 0,2.083 0.036 0,2.378 0.029 1,-1.688 0.026 8,4.532 0.028-5,3.973 0.016-1,3.275 0.007-2</inkml:trace>
</inkml:ink>
</file>

<file path=ppt/ink/ink16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50:34"/>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6092.626 6493.548 767,'6.867'0.000'0,"1.635"0.000"-4,0.652 0.000 2,-3.009 0.000 1,2.688 0.000-2,1.533 0.000 1,-0.095 0.000-1,1.268 0.000 0,3.663 0.000 0,2.037 0.000-1,1.628 0.000 2,1.259 0.000-1,1.598 0.000 0,1.763 0.000-1,6.017 0.000-1,3.216 0.000 2,3.980 0.000-1,4.259 0.000-1,-6.835-0.252 0,2.466-0.433 0,7.562-0.488-2,1.231-0.223 0,1.023-0.093 1,0.827 0.004 0,-4.884 0.241 3,1.508 0.086-1,14.254-0.154 4,0.175 0.197-1,-0.436 0.200-1,-0.822 0.189-2,-13.299 0.265 1,-0.278 0.094 2,6.173 0.057 2,-0.077 0.092 1,-0.741 0.076 0,-1.178 0.061 1,-6.564 0.046-1,-0.189 0.028-2,11.514 0.034-1,-0.732 0.022 4,-6.279 0.004 1,-0.237 0.004-4,0.014 0.000 0,0.190-0.002 0,0.614-0.004 0,0.887-0.006 1,1.393-0.006-1,1.688-0.006-1,-5.120-0.009 0,1.225-0.004-1,15.678-0.000-1,1.784-0.006-2,-5.818-0.005 1,1.438-0.003 1,0.877-0.002 1,0.436-0.002-2,-7.745-0.001-1,-0.295-0.000 3,14.401-0.001 0,-1.444-0.000 2,-16.224 0.000 1,-1.801 0.000 0,10.557-0.000 3,-3.367 0.000-2,-8.773 0.000-1,-2.440 0.000 6,-7.294 0.000 2,-1.697 0.000-4,11.610-0.516 0,-3.334-0.807 3,-14.345-0.061-4,-1.184-0.545 1,2.092-1.047 0,-1.975-0.739-3,0.413-0.909 0,-3.243-0.024 2,-7.108 1.191-1,-1.388 0.243-1,0.821-0.400 2,-1.153-0.118 6,-0.915 0.092-3,-0.703 0.237-3,-0.166 0.329-3,0.226 0.379 0,0.492 0.067-1,0.659-0.158 2,-1.567 0.362-3,0.256 0.098 0,4.687-0.822-1,0.655-0.336 0,-2.018 0.042 1,-0.069-0.414 0,-0.523-0.113 1,-0.821 0.107-1,1.092-0.156-1,-0.785 0.460 2,-5.811 1.418 0,-0.457 0.239 1,5.812-0.606 5,-0.550 0.607-5,-4.962 0.829 0,-0.454 0.232 3,1.463 0.147-2,0.536 0.222-3,-0.564 0.197 0,1.274 0.113 5,8.850 0.116-6,3.274 0.121-2,-6.169 0.012 1,1.217 0.023 0,7.992 0.054-2,2.094 0.005-1,-6.020-0.042 2,0.318-0.008 2,4.220 0.004 0,0.881-0.015-1,0.583-0.017-1,0.343-0.016 3,0.156-0.015 4,0.015-0.014-6,-0.746-0.012 1,-1.252-0.010 1,-0.917-0.009 1,-0.636-0.007 0,-0.382-0.005 1,-0.184-0.004 2,-0.032-0.003 3,0.075-0.002-6,-3.638-0.001 1,-0.594-0.000-2,2.799-0.001 1,-0.080 0.000 0,2.778-0.000-1,-0.561 0.000 4,-3.861 0.001 0,-1.054 0.000-4,-3.323 0.001 0,-0.358 0.000 1,4.480 0.000 1,-0.975 0.001 3,0.339 0.000 0,-2.589 0.000-4,-2.737 0.000 1,-3.234 0.000 0,-1.026 0.000 0,0.667 0.000 6,-1.695 0.000-2,-1.601 0.000-3,-3.134-0.000 0,-0.507 0.000 0,1.083 0.000 0,3.150-0.000 2,-3.081 0.000-2,-1.053 0.000-2,0.575 0.000 0,-0.057 0.000 0,0.015 0.000 1,5.668 0.000-1,-2.310 0.000-2,2.225 0.000-1,6.753 0.000-1,2.278 0.000-1,-4.070 0.000 2,0.383 0.000-1,5.293 0.000-1,-0.359 0.000 0,-5.470 0.000 3,-0.453 0.000 0,7.380 0.000 3,-3.596 0.000 1,-4.011 0.000-1,-3.897 0.000 2,-3.475 0.000-2,-2.907 0.000 0,0.676 0.000 0</inkml:trace>
</inkml:ink>
</file>

<file path=ppt/ink/ink16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50:36"/>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12530.626 6451.548 767,'7.875'0.000'0,"0.320"0.000"0,-2.160 0.000 0,0.134 0.000 0,0.532 0.000 0,11.785-3.093-12,-1.409-0.833 11,6.886-1.178-5,7.378-0.928-3,7.382-0.707-1,1.052 0.448-1,6.237-0.321 0,31.008-2.836-8,6.707 0.694 2,-4.491 1.757 1,3.296 1.014 2,20.202 0.621-3,-17.265 1.852 8,1.915 0.720 4,0.544 0.645 2,-0.458 0.560 0,-1.173 0.474-1,-1.627 0.389-1,6.991 0.304-4,-4.974 0.292 9,-22.929-0.335 4,-3.544-0.742 0,9.648-1.190 2,-8.857-0.429 1,-9.209-0.122 4,-8.897 0.093 2,-3.860-0.225-2,-10.839 0.467 3,-9.044 0.508 4,-7.174 0.491-15,-5.417 0.438-3,-13.036-0.515 0,0.347 1.989 0</inkml:trace>
</inkml:ink>
</file>

<file path=ppt/ink/ink16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50:41"/>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2581.626 6563.548 767,'7.055'0.000'0,"-0.189"0.000"0,0.026 0.000 0,1.005 0.000-8,4.936 0.000 6,0.280 0.000 0,4.770 0.000-1,5.522 0.000-3,5.798 0.000-1,10.444 0.000-3,5.538 0.000-1,-6.881 0.000 2,3.507 0.000 0,3.623 0.000-1,3.578 0.000 1,19.650 0.000-1,3.867 0.000 1,-14.122 0.000 2,2.416 0.000 0,20.883 0.000-2,1.641 0.000 0,0.284 0.000 2,-0.651 0.000 3,-19.679 0.000 1,-1.191 0.000 0,7.068 0.000 1,-2.259 0.000 3,-2.453 0.000 2,-2.475 0.000 3,-3.694 0.000 2,-4.388 0.000-2,-4.675 0.000-2,-4.659 0.000 0,-0.480 0.000 1,-5.916 0.000 3,-1.590 0.000 13,-8.243 0.000-7,-7.296 0.000-2,-6.102 0.000-2,-4.854 0.000-4,-3.679 0.000-2,0.192 0.000-1,0.920 0.000 2,2.560 0.697 0,1.988 1.052 2,3.942 1.313 2,4.361 1.121-13,4.455 0.931-2,7.724 1.173-3,3.270-0.014 1,-10.624-2.261 2,1.651-0.240 0,16.825 1.237-3,1.780-0.737 1,-10.004-1.405 5,-0.196-0.444 0,4.480-0.202-1,-0.973-0.495 1,2.492-0.333 0,-3.217-0.454 2,-6.748-0.391 7,-2.280-0.230-2,-2.331-0.179-2,-2.257-0.134 3,3.629-0.168 8,-4.739-0.091-8,-4.481-0.035 1,-4.115-0.002-1,-3.946 0.027 0,-3.294 0.040 1,0.281-0.095 2,-1.732 0.130-1,-0.972-6.000-2,-0.530-6.711-1,-1.457 2.411-7,0.584-2.795 0,0.244-2.354-1,-0.010-1.929-1,0.140-2.501 0,0.240-2.791 0,-0.322 0.898 0,0.250-1.936 1,1.258-9.466 0,-0.285-1.464-2,-1.451 7.153 2,-0.360-0.686-1,0.313-8.928 1,-0.656-0.004 1,-0.826 4.250 2,-0.454-0.017 0,-0.404 0.226 1,-0.350 0.389 0,-0.349 4.699 0,-0.192 0.743 1,-0.139-6.857 0,-0.196 0.930 0,-0.121 4.058 0,-0.077-0.005 3,-0.050 0.698 0,-0.029 1.166-5,-0.425-1.551 1,-0.625 2.103 0,-0.918-1.523 0,-0.324 5.000 3,-0.101 4.943 3,0.043 4.469-2,0.126 3.784-2,0.165 3.033 1,-1.721-0.472 2,-1.595 4.190-2,-1.800 3.038 1,-1.757 0.340 3,2.174-0.128-2,-2.305 0.005 0,-2.195-0.006-7,-2.014-0.015 0,-2.756-0.020-1,-3.154-0.022-2,-3.643 0.307 0,-3.819 0.526 0,0.488 0.381 0,-2.942 0.580-1,-13.178 1.993-2,-3.646 1.571-1,2.402 0.626 1,-2.823 1.253 1,3.934-0.255 1,-1.891 0.495 0,-16.121 2.755-1,-2.421 0.187 1,5.710-0.914 1,-1.188 0.390 1,6.267-0.900 1,-1.405 0.440-1,-17.590 3.548-2,-1.011 0.598 4,8.251-1.548 2,0.536-0.284-3,8.745-1.819 0,0.814-0.359 1,-13.651 2.589-2,2.733-0.027 6,4.043-0.334 3,4.688-0.521 0,15.391-2.914-1,2.649-0.333-1,-1.383 0.457 0,4.412-0.914 4,4.155-1.015 5,3.776-1.039-2,6.167-1.480-4,2.583-0.728 0,-2.201 0.301 16,2.023-0.273-12,3.679-0.698 2,1.524-0.353-10,1.382-0.366-2,1.216-0.358 0,1.629-0.472 0,-0.212-0.237 5,-4.032-0.066-1,-1.808-0.295-3,2.680-0.288-3,-0.547-0.121 0,-5.284-0.096-1,-1.642-0.119-1,0.955-0.067 1,-1.321-0.044 2,-1.305-0.027 0,-1.231-0.014-3,-1.427-0.004 0,-1.499 0.003 2,-1.503 0.009 0,-1.436 0.012-1,-1.320 0.014 1,-1.175 0.014-2,-1.653 0.014 1,-1.915 0.013 0,-2.035 0.012 0,-2.025 0.011 1,-1.569 0.009-1,-1.170 0.007-1,-0.524 0.006 0,-0.040 0.004 0,0.636 0.004 0,1.088 0.002 2,1.359 0.002 1,1.487 0.001 1,2.192 0.000 1,2.590 0.000 2,-0.016 0.000 2,4.504-0.000-1,4.522-0.001-1,4.265-0.000 0,1.578 0.038 7,5.250 0.057 0,4.262 0.064-1,0.567 0.342-1,10.587 4.878-6,-7.167-1.133 6,1.597 2.203-1,2.389 3.969-7,0.284-2.406 1,0.029 2.930-1,0.026 3.196 0,0.022 3.259-5,0.019 3.150 0,0.017-0.331 0,0.010 2.208 1,0.426 11.110-3,0.684 4.488 0,0.250-6.472 1,0.573 1.857 1,1.141 11.490-1,0.219 0.276-2,-0.095-5.022 1,0.348 0.085 2,-0.379-5.678 4,-0.067-0.974-1,1.508 13.013 5,0.296-1.740-2,-1.550-15.136-1,-0.183-1.840 3,0.002-1.877 4,0.140-1.837-6,0.919 4.027-1,-0.267-2.793 1,-0.768-5.182 13,-0.384-2.303-7,-0.283-1.498-2,-0.451-2.505-2,-0.423-2.292 0,-0.381-2.023 4,-0.187-0.417-1,-0.427-2.732-2,-0.207 0.283-3</inkml:trace>
</inkml:ink>
</file>

<file path=ppt/ink/ink16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50:52"/>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7862.626 6618.548 767,'0.000'-6.650'0,"0.000"15.996"-5,0.000-2.807 4,0.000 2.630 0,0.000 3.090-3,0.000 0.449 1,0.000 1.764-2,0.000 6.287 0,0.000 1.052 0,0.253-4.193 1,0.432 0.863 0,0.689 6.081 1,0.252-0.089 0,-0.064-5.347 3,0.419 0.388-1,0.928 2.577-1,0.652-0.861 1,0.820 1.447 3,-0.008-1.333-3,-0.366-3.783 1,0.227-1.526-1,0.292-1.842 5,0.324-1.980 0,0.332-1.656-3,0.322-1.347 4,1.058 0.026 1,-0.474-1.625-3,-0.724-1.390 1,-0.837-1.141-3,1.948 2.112 2,-1.554-3.002-2,1.900-1.488 3,-1.058-0.907-1,1.180 1.823-3,-1.610-0.375 1,-0.128-0.254-1,1.193-1.784-1,1.753-1.425 1,-1.922-1.707 2,3.477-5.583-3,-3.703 1.820-3,0.980-0.906 3,-0.086-0.189-1,0.846-1.271 0,3.214-5.063-1,0.440-2.754-1,-0.909 0.051 0,0.421-1.463 1,-0.215-1.217-2,-0.657-0.984 2,-0.941-0.418-1,-1.099 0.004 2,-1.887 2.450 0,-0.885-0.156 1,-0.363-2.828 1,-1.020-0.249 0,-0.668-1.994 4,-0.966 1.335-3,-0.865 3.101-1,-0.505 0.389 0,-0.398 0.459-1,-0.306 0.486 4,-0.314-2.784 2,-0.211 2.029-5,-0.105 2.256 0,-0.144 2.110 1,-0.111 2.831 0,-0.095 2.608 2,-1.063-1.480 2,-3.466 6.002 0,-0.481 6.069 1,-0.172-0.985-3,-3.566 2.082 1,1.244-1.075-5,-2.967-0.059-1,5.415-1.459 1,-1.121 0.301 0,-3.392 1.555 0,-0.732 1.404 0,2.327-0.335-1,-0.047 0.600 0,-4.211 3.636-1,-0.295 1.434-1,4.148-2.350 3,0.184 0.684 1,-0.687 2.110 1,0.889 0.847-3,0.720 0.079 0,0.564-0.472 1,0.198 0.093 1,0.670-0.604 0,0.635-0.591 0,0.576-0.549 4,-0.423 1.165-2,1.212-1.768-2,1.147-1.818-1,-0.691 1.821 1</inkml:trace>
</inkml:ink>
</file>

<file path=ppt/ink/ink16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50:53"/>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11736.626 5615.548 767,'6.938'2.092'0,"-5.046"6.377"-6,-0.648 5.812 3,-0.169 6.357-2,-0.260 2.439-1,-0.139 4.591-1,-0.130 4.581-2,-0.119 4.357 0,-0.079 9.659-3,-0.109 4.017 3,-0.107-9.090 1,-0.044 2.328 1,-0.037 2.173 0,-0.029 1.979 1,-0.026 9.467 0,-0.021 2.167 0,-0.021 9.139 2,-0.009 0.395-1,0.004-9.033 1,0.001-2.154 0,0.003-2.931 0,0.005-3.347 3,0.005-3.814 1,0.005-3.967 2,0.006-4.243 9,0.005-4.239-1,0.007-7.714-2,0.003-3.224 1,0.002-0.505 1,0.004-3.604 0,0.002 1.228 5,0.003-4.366 4,0.003-3.325-11,0.000-3.978-6,0.001-1.408-1,0.000-1.393 0,0.000-0.003 5,0.000 0.336-1,0.000 0.562-6,0.000 3.028 0,0.000-0.229 0,-0.001-0.631-1,0.000-1.184 1,0.000-1.490 0,-0.001 2.745 1,0.000-3.664 0</inkml:trace>
</inkml:ink>
</file>

<file path=ppt/ink/ink17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51:04"/>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11931.626 5880.548 767,'6.016'0.000'0,"3.735"0.000"0,-2.632 0.000 0,3.533 0.000 0,2.609 0.000-14,5.275 0.000 10,3.398 0.000-2,-0.007 0.000 1,2.347 0.000 1,1.516 0.000-1,0.854 0.000 0,-2.835 0.000 0,0.505 0.000 1,7.790 0.000 1,0.325 0.000-1,-4.298 0.330 5,-1.161 0.549-1,-0.496 0.450 0,-2.736 0.203-1,-2.976 0.060 0,-2.983-0.043 1,-2.070 0.345 4,-3.343 0.376 0,-3.006 0.459 3,-2.595 0.486 2,0.545 5.043-2,-5.669-1.638-2,-1.347 0.809 1,-1.370 1.713-5,-2.760 3.869-3,-2.995 2.531 0,-4.368 4.967-2,-2.931 2.491-1,1.440-3.678 0,-1.823 1.620 0,-6.787 7.990-2,-1.769 0.883 0,1.057-3.257 1,-1.686-0.222 2,-1.379-0.739-1,-1.096-1.073 2,2.607-4.030 1,-0.656-0.956 1,-11.145 5.991 0,0.567-2.889 2,14.786-10.150 0,1.025-1.016 0,-6.969 3.678 0,2.836-1.878 0,0.153-0.438 3,4.460-2.859 5,4.103-2.597 4,3.538-2.218-9,2.894-1.799 2,2.255-1.390-1,-0.174-0.797-1,12.188-4.672 3,-0.315 2.671 3,8.081 3.101-7,-1.778 0.498-7,3.925 0.943 0,4.339 0.826-2,4.431 0.704 0,4.264 0.584-2,3.942 0.471 0,3.553 0.369 0,3.106 0.278 0,-3.209-0.715 0,1.519 0.143 1,12.144 2.035 0,-0.520 0.060 0,-7.165-0.978 3,-2.183-0.049 0,-2.140-0.056 3,-2.008-0.058 0,-6.182-0.959 4,-1.561-0.010 1,3.063 1.013 8,-3.613-0.634-6,-3.812-0.798-3,-3.745-0.871 0,-1.495-0.211 1,-4.660-0.962-1,-4.034-0.800 7,-3.336-0.637-3,-0.385 1.135 1,-9.004 3.071 6,0.201 1.063-10,0.838 2.061-3,0.284-1.470-1,-0.538 0.844 0,-0.288-1.264 0,-0.931 1.050-1,-3.484 5.811-2,-1.992 1.208 2,1.438-4.229-2,-1.314 0.753 1,-1.695 0.618-1,-1.919 0.495 0,-7.533 4.910-1,-4.116 0.810 0,2.627-3.902 1,-2.960 0.494-1,-11.948 4.626-3,-4.225-0.754 0,1.770-3.204-1,-2.413-1.167 3,-2.087-1.228-1,-1.756-1.213 0,-0.143-1.475 0,1.015-1.592 4,6.321-2.464 0,0.730-1.185 1,-9.039-0.051-1,2.010-1.613 1,6.681-1.589 12,1.751-0.909-6,1.915-0.747-2,1.942-0.595 0,5.602-0.193-1,1.684 0.158 2,-4.608 0.776 1,1.987 0.714 0,4.622 0.361-1,1.561 0.641 5,1.417 0.635-6,1.248 0.601-2,-1.756 1.453 0,1.739 0.389 4,3.971-0.732-3,3.644-0.944-1,3.115-0.986 0</inkml:trace>
</inkml:ink>
</file>

<file path=ppt/ink/ink17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51:04"/>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7778.626 9782.548 767,'9.851'0.000'0,"1.960"0.000"0,-4.620 0.000 0,0.622 0.000 0,0.966 0.000 0,4.567 0.000 0,6.558 0.000-22,7.667 0.000 17,9.414 0.000-3,10.214 0.000-1,31.470 0.000-11,18.577 0.000-3,39.633 0.000-8,-6.424 0.000 2,19.939 0.000-2,20.563 0.000-3,20.040 0.000 0,18.415 0.000-4,16.392 0.000-7,48.227 0.000-10,15.875 0.000 13,-58.343 0.000 8,6.241 0.000 12,75.614 0.000-3,0.627 0.000 20,-73.069 0.000 5,-3.355 0.000 0,57.055 0.000 0,-17.416 0.000 0,-74.969 0.000 0,-13.518 0.000 0,30.105 0.000 0,-25.019 0.000 5,-41.729 0.000 29,-19.235 0.000 11,-7.009 0.000 18,-21.835 0.000-10,-35.554 0.000-15,-11.517 0.000 14,-10.419 0.000-6,-9.220 0.000-1,-0.061 0.000 53,-14.354 0.000-98,-10.806 0.000 0,-19.226 0.000 0,0.367 0.000 0,0.315 0.000 0,-3.899 0.000 0,3.940 0.000 0</inkml:trace>
</inkml:ink>
</file>

<file path=ppt/ink/ink17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51:05"/>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10579.626 7622.548 767,'0.000'6.091'0,"0.000"0.137"0,-0.307 2.683-6,-0.510 1.266 3,-0.399 1.629 0,-0.583 3.007 0,-1.963 9.959-4,-1.591 5.287-1,-0.992 0.047 0,-1.820 2.972 1,-1.571 2.513 0,-1.319 2.068-2,0.556-3.171 2,-0.743 1.673 1,-2.793 7.075 1,-1.173 1.302 0,-2.469 5.724 1,0.253-1.252 0,4.370-12.413 2,0.609-1.702-1,-2.479 7.037 0,1.201-3.230 2,2.217-5.972 7,1.621-4.206 1,1.651-4.251 4,1.584-4.055-5,0.534-0.770-2,1.969-5.534 4,1.559-4.579 6,0.601-0.557-14</inkml:trace>
</inkml:ink>
</file>

<file path=ppt/ink/ink17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51:06"/>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10538.626 7496.548 767,'6.337'0.000'0,"4.363"0.000"-5,-2.072 0.000 3,-0.526 0.000 0,2.766 0.000 0,5.393 0.330-3,3.616 0.549 0,3.265 0.680-1,2.859 0.740 1,-0.861 0.286-1,2.647 0.588 0,7.532 1.208-1,3.158 0.661 0,13.907 2.140 0,2.495 0.549-1,-21.718-2.985 3,0.417 0.144 1,24.394 3.729-4,0.588 0.181 3,-17.729-2.143 2,0.175 0.889 5,6.381 2.227 2,0.426 0.994-8,0.029 1.190 0,-0.255 1.273 5,-6.794-0.932 1,-1.095 0.602-3,9.263 4.495-2,-2.687 0.344 2,-2.906 0.010 2,-2.881-0.217 3,-10.879-4.112 1,-1.718-0.141-1,-1.786-0.584-1,-1.772-0.895 1,4.144 2.396 2,-2.762-0.671-1,-5.544-2.169 1,-2.864-0.679 1,-2.548-0.657 0,-2.203-0.610-5,-0.237 1.378 0,-3.067-1.020 9,-2.645-0.975-3,-2.179-0.873-5,-1.721-0.745-2,-0.714 2.291 0,-1.803 2.558 0,-0.576-4.551 5,-0.183 1.452-2,-0.241-0.142-6,-0.439 0.917 1,-1.244 4.997-2,-0.868 2.298-1,-0.591-0.166 1,-1.161 1.729 0,-0.915 1.347 0,-0.697 1.010-1,-0.054-2.061 0,-1.183 0.491 1,-3.681 5.816-1,-0.673-0.470 1,0.601-3.169 2,-0.985-0.327-1,1.004-3.341 1,-0.520-0.908 0,-2.644 1.064 3,-0.905-1.484-2,-0.561-1.529 0,-0.290-1.489 1,-0.413-1.368 2,-0.481-1.216-1,-0.507-1.050-2,-0.502-0.884 2,-0.804-0.723 0,-0.981-0.575-2,-1.038-0.441 0,-1.029-0.326-1,-1.327-0.229 0,-1.479-0.148-1,-5.899 0.712-1,-2.931-0.088 1,5.331-1.384-1,-2.885 0.454 0,-8.480 1.701-1,-3.579 0.861-3,-3.438 0.528 1,-3.176 0.266-1,-2.839 0.727-1,-2.466 1.021 1,-1.447 0.499-1,-0.653 0.103 2,-6.444 0.873 0,2.249-1.184 1,15.647-3.489 2,1.848-0.971 1,-9.410 0.423 4,3.739-1.553 2,13.438-2.197 3,2.047-0.777 1,-1.965-0.466 1,3.173-0.767-2,-0.959-0.570-1,2.571-0.617 2,8.484-0.421-2,1.155-0.215 2,-4.394-0.261-2,2.034-0.166-4,4.292-0.023 0,1.413-0.028 1,3.280 0.059 0,0.756 0.015-1,-0.998-0.021 1,1.193 0.043 0,1.202 0.048 0,1.152 0.049-1,-1.395-0.002-1,2.591 0.073 2,2.499 0.062 0,2.239 0.050-1,-0.878 0.016 0</inkml:trace>
</inkml:ink>
</file>

<file path=ppt/ink/ink17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20:22:16"/>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10607.219 6912.000 767,'6.506'0.000'0,"1.388"0.000"0,2.221 0.000 0,-2.438 1.768 0,3.702 2.768 0,-0.931 1.076-16,3.212 3.352 13,7.839 8.092-3,6.572 8.004-2,6.184 7.912-3,5.616 7.472-3,5.514 8.504-2,5.180 8.838-3,-2.291-1.459 1,4.304 5.310 1,21.502 28.372-4,4.256 9.780-1,-6.163-4.346 2,2.366 6.523 4,2.131 6.061 2,1.862 5.444-6,-9.036-11.413 4,0.674 2.286 5,20.990 32.858 1,-0.506 0.317-1,-11.787-16.501 3,-2.110-1.483 5,-12.215-17.033 4,-2.990-2.231-1,5.233 10.813-1,-3.420-4.343 4,-4.290-6.426 9,-4.707-7.605 0,-5.349-8.654 3,-5.553-8.991-2,4.470 8.502-2,-10.895-18.405 9,-9.852-16.867 11,-8.360-14.466 2,-6.728-11.749-16,-5.148-9.072-17,-3.739-6.655 0,-7.619-12.414 0,0.007-1.384 0,1.087 1.708 0,0.323 0.427 0</inkml:trace>
</inkml:ink>
</file>

<file path=ppt/ink/ink17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20:22:17"/>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12095.219 7032.000 767,'0.000'-6.510'0,"-4.145"-0.762"0,-9.081 7.516-10,3.931 4.039 9,-2.757 4.450-5,-7.241 8.577 1,-6.413 7.796-4,-6.748 8.326-2,-6.669 8.312-2,-6.862 9.605-4,-6.678 10.074-4,-15.186 19.535-4,-7.494 9.628 1,12.933-15.565 4,-4.063 4.605 1,-24.344 29.421-7,-2.496 3.730 5,19.619-24.142 5,-1.642 0.954 5,-13.904 12.902 2,-3.121-1.363 1,-14.575 11.106 1,-1.396-2.006 7,11.872-15.121 3,-0.095-3.135-6,12.903-14.793 1,1.044-3.518 1,2.896-3.990 1,4.177-4.200 2,-13.345 10.324 8,9.438-9.472-2,10.403-10.359 6,10.435-10.341-2,3.470-4.859 19,14.021-12.049 3,12.100-9.831 5,9.888-7.631 0,7.687-5.631-39,5.680-3.925 0,7.046-7.905 0,4.935-0.034 0,-0.501 1.354 0,-0.379 0.870 0</inkml:trace>
</inkml:ink>
</file>

<file path=ppt/ink/ink17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20:22:18"/>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14759.219 7680.000 767,'-6.403'-1.601'0,"-4.621"-1.156"0,3.822 0.956 0,-0.856-0.214 0,-0.655-0.164 0,-0.477-0.119 0,-0.327-0.081 0,2.742 0.901 0,-1.075 0.103 0,-5.760-0.598-4,-6.621-0.759-19,-6.587-0.977 25,-6.255-1.086-8,-6.287-1.113-4,-6.016-1.079-2,1.865 0.104 1,-3.441-0.760 0,-10.686-2.040-1,-2.944-0.784 1,-10.906-2.106-1,-2.283-0.505 2,15.956 3.171 5,-0.405 0.556 0,-18.675-1.426 0,-1.802 1.484 0,9.794 2.263 2,2.298 1.208 6,2.513 1.135 1,2.548 1.028-9,-4.590 0.688 0,3.180 0.951 8,16.695 1.777 13,2.827 1.867-10,-1.961 3.112-1,4.596 2.958-1,4.629 3.439-1,4.435 3.622 9,7.096 1.329-3,2.797 3.525 1,-2.194 12.370-1,3.452 6.247-6,4.536 0.681-3,1.792 5.068-4,2.840-2.156 0,0.771 3.155-3,-2.170 18.362-4,0.638 4.244 2,1.702-4.469 1,0.177 3.148 1,1.322-6.792 2,-0.083 1.134-1,-2.150 17.967-3,0.965-1.384 4,3.041-18.339 1,0.831-0.845 1,-0.412 17.077 5,1.356 0.873 1,2.149-9.290 3,1.820-1.485-1,1.661-10.442-1,1.531-2.826-9,2.793 3.905 1,2.730-3.434 0,2.167-3.782 12,1.665-3.852 1,2.358-3.721 9,2.743-3.451-12,2.320-3.663-3,1.911-3.641 5,3.772-1.302 1,0.098-5.166-7,2.759-2.831-1,-0.187-4.459 3,-0.330-3.480 1,-4.996-4.081 6,0.902-0.906-8,1.282-0.459-4,1.491-0.119 1,1.570-0.437 1,1.552-0.642 1,2.598-0.759-2,3.220-0.805-3,3.510-0.801-2,3.552-0.761 2,2.849-0.694-2,2.214-0.616-1,9.314-0.427-3,3.364-0.546 2,-12.121-0.476 1,0.775-0.212 2,16.732-0.911 1,3.288-1.351-4,-14.393-0.911 1,0.286-1.770 6,22.971-5.235 1,-2.078-2.232-10,-30.946 4.336 3,-0.804-0.513 4,19.517-5.272 7,-2.790-0.667-2,-15.184 2.537-2,-1.781-0.911 3,4.019-2.663 3,-1.946-0.460-2,-2.353-0.151-3,-2.530 0.075 3,1.740-0.966 1,-3.206 1.684-3,-6.618 2.721-1,-2.050 0.761 3,-2.283-0.042 3,-2.342-0.612-2,-2.273-0.423 1,-2.117-0.270-3,-4.019 1.507 0,-1.253-0.104-2,0.797-1.207 1,-1.167 0.916 0,2.894-2.465 1,-2.077 1.440-1,-1.919 1.296 2,-2.300 1.738-3,-2.408 1.924-1,-2.241 1.850-1,-1.948 1.648 1,0.357-0.533-1</inkml:trace>
</inkml:ink>
</file>

<file path=ppt/ink/ink17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51:14"/>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11867.219 1698.000 767,'0.000'-6.002'0,"4.386"0.478"-5,4.619 4.349 4,-2.898-0.477 0,1.152-0.756-1,-0.754 0.096 0,1.058-0.461 1,4.091-1.555-1,1.684-0.615-1,-2.540 0.809 1,0.144-0.284 0,1.471-0.983 0,-0.368-0.279-1,2.599-1.754 0,-0.459-0.108 1,-2.144 0.790 4,-0.851 0.069 0,-0.922-0.025-1,-1.546 0.321-1,-1.586 0.367 0,-0.816-0.172 2,-1.765 1.070 1,0.557-1.900 0,-0.076 3.683 3,-0.472 8.603-1,-4.379 4.525-3,-0.124-2.413-4,-0.017 1.341 0,-0.015 1.393-1,-0.012 1.363 0,-0.009 3.052 0,-0.009 1.301 0,-0.003-3.339 1,-0.002-0.101 0,-0.005 3.391-1,-0.001-0.325 1,0.003-3.691 1,0.000-0.184 0,-0.002 3.311 4,0.001-1.332-2,0.002-1.577-1,0.001-1.635 1,0.042-0.876 0,0.063-2.114 0,0.313 2.016 2,1.086-3.521 0,4.339-3.368 1,0.813 0.993 0,0.391-4.187-3,1.840-2.159 0,3.396-1.300-3,-3.658 1.321 0,1.549-0.356 0,8.641-2.757-3,2.715-1.139 0,-3.150 0.936 0,1.856-0.691 1,12.666-4.815-2,2.786-1.666-1,-10.035 3.528 3,0.657-0.434 0,8.906-3.568-1,0.987-0.325 0,-7.646 3.086 1,0.565-0.076 3,4.471-1.705 2,-0.229-0.043-3,-0.604 0.294 0,-0.844 0.519 1,-5.166 2.010 1,-1.413 0.522 0,4.695-2.226 1,-2.794 0.322 1,-5.235 1.699 1,-2.045 0.481 2,-1.830 0.496 4,-1.592 0.483-5,0.716-0.761 1,-2.703 1.036 1,-2.593 1.058-2,-2.345 1.001-2,-2.022 0.895 0,-1.408 0.569 1,0.768-1.343 0</inkml:trace>
</inkml:ink>
</file>

<file path=ppt/ink/ink17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51:16"/>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5243.219 2326.000 767,'9.506'-3.797'0,"1.963"-0.553"0,-4.665 1.959-9,0.973-0.228 7,1.174-0.322-1,-0.369 0.298 1,0.685 0.043-1,2.404-0.772 3,1.067-0.692-2,1.291-0.867 0,1.389-0.950 0,1.394-0.965 0,1.331-0.930-1,0.941-0.861 0,0.619-0.772 0,3.276-2.026-1,0.611-0.608 1,-2.275 1.298 0,0.373 0.195 2,-2.641 1.589 0,0.015 0.309 0,5.401-1.931 0,-0.416 0.639 0,-3.179 1.632 2,-0.496 0.484 0,-3.119 1.308 0,-0.618 0.266 0,6.756-2.338 0,-3.630 1.610 1,-3.941 1.732 0,-3.782 1.653 0,-3.353 1.460 0,0.874 1.250 1,-7.870 8.234 1,-3.976-1.545-1,0.894 3.404 5,0.994 3.368 6,-0.097-1.485-18,-0.532 2.700 1,0.048-2.025 0,-0.099 0.786 0,-0.483 2.818 0,-0.443 0.854-1,-0.504 0.692 0,-0.523 0.544 1,-0.512 0.130 3,-0.480-0.171-1,-0.152-0.660-1,0.088-0.977 1,0.256-1.156 0,0.363-1.229 0,0.422-1.224 2,0.444-1.162 0,0.118 1.093 5,0.947-2.414-1,0.885-2.286-1,1.540 1.664 0,3.991-4.878-3,1.797-4.879-1,0.289-0.864 1,-0.208 0.500 0,4.524-1.186 0,-3.906 0.574-2,5.911-2.080 1,3.569-1.934-1,0.936-0.699-3,2.858-1.212-2,3.042-1.636-1,3.028-1.861 1,-0.921 0.339 1,2.610-0.829 0,12.155-5.074-3,2.816-1.632 1,-3.380 1.457 0,1.119-0.182 1,1.404-0.459 0,1.541-0.635 0,-4.958 1.921 2,0.299-0.322 2,5.760-3.025 2,-0.338-0.686-2,4.057-3.013-2,-2.530-0.017 3,-7.554 3.104 3,-2.409 0.755-1,-2.582 0.603-2,-2.583 0.466 4,-2.745 0.629 3,-2.731 0.716 2,-2.592 0.744 0,-2.371 0.729-3,-2.385 0.967 0,-2.282 1.091 1,1.234-2.075 2,-4.116 2.881-3,-3.649 2.841-2,-3.052 2.575 3,-2.427 2.193-2,-0.889-0.119-4</inkml:trace>
</inkml:ink>
</file>

<file path=ppt/ink/ink17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51:17"/>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4955.219 1438.000 767,'6.041'0.000'0,"2.386"0.000"0,-1.796 0.000 0,0.337 0.000 0,0.101 0.000 0,1.865-1.036 0,-1.871-0.017-14,1.777-0.164 13,2.263-0.342 0,2.501-0.453 0,1.705-0.228-1,1.059-0.057-1,3.097-0.201-1,0.623 0.207-1,-4.068 0.676 2,0.584 0.183 0,3.291 0.042 2,0.848 0.241 1,-2.013 0.316-1,0.624 0.159 0,5.504 0.403 0,-1.142 0.776-1,-0.744 0.759 0,-2.917 0.552 1,-3.107 0.401 0,-3.021 0.274 1,-2.759 0.173 4,-1.923 0.548 1,-2.724 0.221-1,0.169 3.817 2,-4.619 1.427 9,-1.865 3.906-12,-0.601-3.734-5,-0.024-1.155 1,-0.068 0.979-1,-0.113 2.918 0,-0.003 1.780 0,-0.121-0.318-1,-0.337 1.408 2,-0.714 3.325-1,-0.600 0.624-2,-0.315 0.425 1,-0.097 0.263-1,0.062-0.147 2,0.172-0.432-1,0.115-0.016 3,0.320-1.639 0,0.335-1.875 1,0.327-1.939-1,0.200-0.750 2,0.339-2.268-1,0.284-2.002 3,0.229-1.692 0,0.559 1.890 6,6.659-4.826-5,0.963-5.296-4,1.502-1.828 0,3.573-2.038 0,6.923-3.644-6,5.277-2.847-3,0.833-0.430 1,3.335-1.526-1,-0.724 0.591 0,3.327-1.261 0,8.842-3.505-2,3.687-0.964 2,10.158-3.565 1,3.804-0.840-3,-11.559 4.926 3,1.309-0.450 0,8.707-3.416 0,1.463-0.533 1,0.842-0.416 0,0.360-0.313 3,-0.848 0.340 3,-1.668 0.790-2,3.290-1.854-2,-5.103 1.074 3,-11.163 3.743 2,-5.377 1.168 1,-5.080 1.430 5,-4.630 1.549 2,1.341-1.961 6,-7.629 3.500 5,-6.591 3.343 2,-5.192 2.768-13</inkml:trace>
</inkml:ink>
</file>

<file path=ppt/ink/ink18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51:18"/>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11531.219 2194.000 767,'10.399'2.340'0,"-2.892"-0.009"-6,0.641 0.621 4,1.516 1.053-1,1.188 1.127-1,0.900 1.126 1,0.652 0.790-1,0.446 0.513 1,0.277 0.292 1,0.144 0.120 0,0.043-0.007 0,-0.031-0.098 0,-2.157-1.104 2,-0.773-0.118 0,2.102 1.715 0,-0.607-0.265 1,-1.916-1.140-1,-0.612-0.216 4,2.221 1.408 0,-0.842-1.199-4,-0.745-1.321 1,-2.117-1.436 0,-0.489-0.269 0,1.376 1.326 0,-3.049-0.936 1,-0.370 0.319 0,-0.472-0.563 1,0.422-0.226-2,4.687 2.855-1,-2.699-1.760-1,0.758 0.821 0,-0.295-0.190 0,0.625 0.341 1,0.335 0.247-2,0.113 0.168 0,2.552 1.954 0,-1.364-0.924 1,-1.699-1.204 0,-1.756-1.269 0,-1.635-1.198 2,0.870 0.716-1</inkml:trace>
</inkml:ink>
</file>

<file path=ppt/ink/ink18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51:18"/>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11939.219 2122.000 767,'-3.668'-4.783'0,"-6.240"7.033"-6,2.328 1.357 3,0.902 0.617 1,-0.776 1.775 0,-3.720 5.341-1,-1.481 3.564-2,0.646 0.676 1,-0.541 2.058 0,1.077-0.854 0,-0.603 1.271 0,-2.312 3.818-2,-0.305 0.700 1,-2.308 3.179 2,-0.379-0.221 1,1.982-3.593-1,0.196-1.006 2,2.340-3.488 0,0.576-0.848 1,-2.423 3.419 1,1.254-1.372 0,2.516-3.401 4,0.960-1.382 0,-1.466 1.973 0,2.298-3.227-3,2.196-3.063 1,1.942-2.696 2,-0.493 0.614-2</inkml:trace>
</inkml:ink>
</file>

<file path=ppt/ink/ink18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51:19"/>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10535.219 934.000 767,'-6.597'3.948'0,"-2.599"7.376"0,1.872 0.264-11,0.866-0.404 7,-0.770 2.303 0,-2.943 8.045-2,-0.346 3.696-1,1.926-3.923 2,-0.647 1.573 0,-3.604 8.549 0,-0.603 0.917-1,1.523-2.932 1,0.300 0.782 1,1.818-3.572 2,0.411 0.057 0,-1.973 6.818 1,0.801-1.827 0,1.815-5.139 1,0.587-1.555 0,0.803-1.719 2,0.918-1.755 1,1.321-3.771 3,0.354-0.800-2,-1.304 5.378 2,1.070-3.395 0,1.064-3.615-2,0.978-3.471-3,0.846-3.108-1,0.696-2.637 1,0.098 0.163-1</inkml:trace>
</inkml:ink>
</file>

<file path=ppt/ink/ink18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51:20"/>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10559.219 970.000 767,'6.263'0.000'0,"1.967"0.000"-4,2.467 0.000 1,-3.719 0.000 1,0.979 0.000 0,4.081 0.000 0,1.578 0.000-1,-2.223 0.000 0,0.840 0.000 1,2.273 0.000 0,-0.026 0.000-1,1.639 0.358 1,-0.361 0.578 0,-2.121 0.444 1,-0.340 0.608 0,-2.111 0.444 3,-0.522 0.863-1,0.510 1.442 0,-1.248 0.751-1,0.239 1.751 1,-0.566 1.004 0,-1.539 0.080 0,-0.433 1.165 1,-0.103 1.231-1,0.138 1.219-2,0.021 0.871-1,-0.065 0.582 1,-0.122 0.349-1,-0.157 0.166 0,-1.051-1.500 0,-0.110 0.380 1,1.259 3.719 1,-0.785-0.583 0,-1.471-2.265 1,-0.766-0.431-2,-0.753-0.365 1,-0.709-0.300-1,-0.644-0.240 6,-0.566-0.186-4,-0.486 0.144 1,-0.404 0.372-1,-0.574-1.185-1,-0.576 0.532 1,-1.497 4.443-2,-1.562 0.780 0,-0.204-3.696-1,-1.016 0.043 1,-3.006 4.551-1,-1.411 0.807 0,0.104-1.432 0,-0.783 0.784 2,-2.413 2.974-2,-1.166 0.272-1,2.515-4.799 0,-0.368 0.034 2,-1.706 2.203-1,0.236-0.464 1,1.722-3.016 0,0.071-0.869 0,-3.425 2.945 2,-0.458-1.163 0,1.512-2.933 2,-0.030-1.143 1,1.891-2.608-1,0.373-1.149-4,-2.724 0.515 0,0.366-1.847 2,2.931-2.623 1,-0.291-0.926 2,-2.152-0.553 2,-0.694-0.916-5,-3.298-1.754-1,-1.877-2.474-1,3.403-0.491 0,-0.655-0.612-1,-3.860-1.745-1,-1.895-1.544 0,-2.024-1.363-1,-2.021-1.170 2,-5.291-2.354-1,-1.344-0.878-3,2.704 0.609 1,-0.933-0.833 1,-0.354-0.009 0,0.074 0.578 1,0.941 0.686 1,1.516 0.731 1,-5.627-1.833-1,5.645 2.189 3,5.896 2.204 1,5.540 2.023 2,4.844 1.737 2,4.001 1.413-3,0.523 0.314-3</inkml:trace>
</inkml:ink>
</file>

<file path=ppt/ink/ink18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51:32"/>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12611.219 3622.000 767,'0.000'6.217'0,"-1.606"0.183"-4,-4.832 3.116 2,3.047-3.681 0,-0.465 1.417 0,-0.425 1.015 0,-0.380 0.677-1,-1.100 2.366 0,-0.320 1.090 0,-0.687 2.509 0,0.454 0.474 0,1.241-1.898 3,0.623-0.487-2,1.057-1.927 0,0.497-0.192 1,0.208 1.137 1,0.569-0.581 0,0.505-0.670 5,0.436-0.702-3,0.366-0.691-2,0.299-0.651 1,0.236-0.592 1,0.182-0.521 0,0.305-0.030 0,0.364-0.434 0,0.382-0.363-1,0.373-0.293 0,0.372-0.585-1,0.522-0.140-1,0.975 0.608 1,0.638-0.098-1,2.654 1.440 2,-0.068-2.445 1,0.741-0.174-3,1.539 0.275 0,-0.249-0.793 1,-0.598-0.865-1,-0.766-0.840 0,1.154 0.285 0,-1.072-0.440 2,0.116 0.078 0,-0.093 0.024 0,-0.223-0.013 0,-0.294-0.036-1,-0.626-0.359-1,-0.145-0.270 0,4.056 1.917-1,-2.302 0.469 5,-0.556 0.493 2,1.229 1.252-5,-0.728 1.389-2,-2.843-0.137 1,-2.321-0.874 3,-1.214 0.065-1,-0.648 1.760 1,-0.471 1.803-3,-0.163-3.526 0,-0.607 1.095 0,-0.968 0.975 0,-0.481-0.457-1,-0.653 0.614 0,-1.789 3.505-1,-0.763 0.606 0,-0.132-1.748 2,-0.823-0.743 0,0.344-1.896 0,-0.331-0.525 0,-2.182 1.558 0,-0.121-0.750 1,1.945-2.195 1,0.054 0.040 1,-0.857 0.693-1,0.123-0.556 0,-1.598 0.930-1,1.086-1.417 0,1.248-1.408 0,1.247-1.288 2,-2.027 0.663-1,1.088-2.762 1,-0.619-3.707 1,0.523 1.868 2,-3.479-0.221-3,0.092-1.963-4,1.613-2.458 1,2.165-2.470-2,2.090-2.697 3,1.441-2.101 2,1.620 5.099-4,0.591-1.448 1,0.838-0.605-1,0.631 0.538 2,0.723-0.496-1,0.704-0.779 0,0.657-0.943 1,0.877-1.016-1,0.990-1.020-1,-0.082 0.629 1,0.457-1.149-1,1.264-3.240-1,0.292-1.030 0,1.445-3.146 0,0.577-0.488 0,-1.141 2.804 0,-0.466 0.905 1,-0.404 0.618 1,-0.343 0.385 0,-1.066 2.425 0,-0.152 0.350 1,1.434-3.373 9,-0.171 0.660-8,-0.204 0.277-1,-0.826 1.452 1,-0.931 1.531 0,-0.937 1.480 0,0.117-1.327 0,-0.493 0.814 1,-0.458 0.855 0,-0.512 1.163-1,-0.512 1.286 1,-0.478 1.279-1,-0.377 0.894 0,0.136-3.263 0,-0.970 3.269 0,-0.608-0.156 2,-0.660-0.298-1,-4.377 2.985 3,-1.321 1.022-2,-1.812-0.544-5,0.842 0.472 0,0.876 0.444 1</inkml:trace>
</inkml:ink>
</file>

<file path=ppt/ink/ink18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51:33"/>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12995.219 3766.000 767,'0.000'6.029'0,"0.000"2.575"0,0.000-1.740 0,-1.294 3.956 0,-0.946 0.660-12,-1.104 2.146 10,-0.941 2.354-1,0.929-3.982 1,-0.362 0.823 0,-0.353 0.803-1,-0.334 0.758 0,-1.409 4.905-1,0.245 0.104 1,1.539-4.533 2,0.371-0.271 0,-0.369 3.678 0,0.698-0.704-1,0.670-0.450 3,0.611-0.251 2,0.996-4.457 0,0.659-0.979-2,0.970 2.090-1,0.854-2.326 1,0.625-2.281-1,0.433-2.097 0,3.142 1.242 10,1.834-4.768-7,2.950-3.739 0,-3.787-0.940-3,-0.236-0.140 1,0.621-0.137 0,0.074 0.194-2,1.322 0.042-1,5.325-0.272 1,2.945 0.195-1,-2.237 0.471 0,1.443 0.138-2,3.496 0.048 1,0.526 0.167-2,2.849-0.252 1,-0.040-0.415 0,-3.051-0.290 2,-0.736-0.519 0,-1.133-0.550 3,-1.363-0.546 0,1.559-1.360-1,-2.779-0.185 2,-2.723 0.059 1,-2.485 0.210 1,-2.150 0.292-1,-1.955 0.205-1,1.140-3.692 2,-4.415 0.935 2,-3.134 0.657 2</inkml:trace>
</inkml:ink>
</file>

<file path=ppt/ink/ink18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51:33"/>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13283.219 3862.000 767,'-5.979'-2.141'0,"-3.485"4.950"0,2.332 2.927-10,-1.972 3.419 7,-2.106 3.416-1,-1.819 4.103-1,-1.529 4.397-1,0.645 0.518 0,-1.242 3.094 0,-3.230 7.365-2,-0.457 3.203-1,-0.568 2.315 1,-0.621 1.575 0,-2.585 6.124 1,0.579 0.280 0,5.713-10.567 3,0.982-0.514 1,-0.792 3.929 2,1.475-1.387 1,0.013 2.243 1,1.764-2.878 3,0.368 1.290 4,2.745-6.174-3,2.510-6.106 0,2.347-6.761 1,1.574-4.683-2,1.253-4.023 11,0.956-3.305-10,0.734-0.556-5</inkml:trace>
</inkml:ink>
</file>

<file path=ppt/ink/ink18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51:33"/>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13883.219 3934.000 767,'0.000'9.387'0,"-0.804"0.929"0,-1.090 1.697 0,-1.373 4.236-14,-0.782 1.105 10,-1.189 2.668-1,-1.166 2.653-1,-1.094 2.517 0,-0.708 1.736-1,-0.400 1.098 2,-0.162 0.026 0,0.016-0.738 1,0.140-0.964 0,0.224-1.080 1,0.271-1.677 2,0.293-2.023 1,-1.619 2.911 6,1.435-4.777-1,1.559-4.600-3,1.503-4.103 3,1.341-3.450 0,-0.446-0.063-3</inkml:trace>
</inkml:ink>
</file>

<file path=ppt/ink/ink18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51:34"/>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14003.219 3934.000 767,'5.065'-4.615'0,"0.864"-0.014"0,0.675 0.099-7,0.093 0.446 5,5.621 2.159-1,-2.403 3.213 2,1.607 0.872 1,3.228 0.911-2,5.698 1.466-4,2.723 0.801 0,1.979 0.601-1,1.354 0.431 1,-3.098-0.575 1,-0.251 0.173 0,4.924 2.279 0,-2.817 0.611 1,-3.054 0.243 3,-3.031-0.021 0,-0.649 1.325 4,-4.459-1.029 9,-3.939-1.212-6,-3.279-1.217 0,-2.593-1.114-3,-1.023 3.155 0,-3.793-2.402-1,-5.225 1.726 1,0.834-4.045-1,-3.090 1.802 1,-2.166 1.128 1,-0.402-0.112-5,-1.739 0.767-3,-6.372 3.082-2,-2.238 0.271 1,1.272-1.346 1,-0.672-0.253 0,2.263-1.253 1,-0.207 0.093-1,-5.109 2.382 1,0.762-0.309 1,3.991-1.547 4,1.929-0.410-2,-1.948 1.909 1,4.369-1.624-1,4.078-1.709 2,3.540-1.610 6,1.376 1.555-1,11.355-2.167-4,2.213-3.919 0,-0.724 0.020 0,-1.057 0.429 0,3.525 1.169-1,3.897 0.248-2,-1.910-1.044 0,-2.655-0.405 0,1.017 0.271 0,6.539 1.322-2,-0.888 0.058-3,-1.916-0.159 1,-2.381-0.278 3,-2.461-0.327 0,-2.297-0.329 1,1.295 1.110 0,-5.716 2.434 3,-4.842 0.659 0,-3.973 2.754 3,0.673-3.259-2,-3.497 2.074-3,-2.619 1.100-5,-4.559 2.286-1,-2.550 0.849 0,0.489-0.877 0,-1.409 0.366 1,-0.920 0.003-1,-0.528-0.256 2,0.058-0.428-1,0.473-0.530 2,-4.563 1.888 0,3.551-1.960 1,4.005-2.062 2,3.949-1.950 1,3.583-1.719 0,3.059-1.432 0,-0.227-0.105-1</inkml:trace>
</inkml:ink>
</file>

<file path=ppt/ink/ink18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51:35"/>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15107.219 3706.000 767,'-5.282'5.282'0,"-1.310"2.113"0,1.076-0.820 0,-1.879 2.411-11,-3.676 4.347 7,-2.474 2.684-1,-1.688 2.287-1,-1.051 1.897-1,-0.545 1.530 1,-0.161 1.196-1,-1.972 4.366 1,0.519 1.175 0,2.630-2.746 4,0.593 0.216 0,0.856-0.503 2,1.004-0.991-1,1.345-1.292 0,1.523-1.446 1,2.521-3.851 2,1.192-1.063-1,0.515 0.852 3,1.353-1.650 3,0.896-0.083 0,1.262-1.999-2,1.108-2.986-2,0.649-1.258 2,0.515-2.026-1,0.309-0.671 0,0.568 0.294 0,0.687-0.559-2,0.438-0.431 0,0.239-0.320-1,0.653 0.399 0,0.252-0.894-2,3.174 2.632 2,2.103-2.772 0,-0.105-3.340 0,-0.296-1.421 1,0.774-0.834-3,0.254-0.308-1,0.419-0.258 2,1.568-1.601 0,-4.745-0.031-1,-0.543-1.022 1,-0.776-1.007-1,-0.854-1.248 1,-0.831-1.292 0,-0.747-1.211 0,-0.772 0.177 0,-0.382-1.344-1,-0.390 1.667-1,-0.159-0.255 1,-0.688-1.582 0,-1.076-0.425 0,-0.792 1.166 0,-1.078 0.038 0,-1.650-1.089 1,-0.892 0.305 0,-2.916-2.010-2,-0.205 1.706 1,0.288 1.880 1,1.637 2.557 0,0.252 1.207 0,-0.698 0.635 1,1.199 1.304 1,-2.462 0.385 3,2.597 2.751-2</inkml:trace>
</inkml:ink>
</file>

<file path=ppt/ink/ink19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51:36"/>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15695.219 3934.000 767,'4.261'-4.261'0,"1.016"0.021"0,2.620 2.759-6,-0.407 0.894 5,2.890 0.102-1,1.419 0.134-1,3.121 0.067-1,9.737-0.339-2,4.735-0.495-1,-0.708-0.370 0,1.883-0.564 1,-3.030-0.194-1,0.463-0.472 1,4.264-1.004 0,-0.201-0.546 0,2.271-0.771 4,-2.863 0.140 1,-9.083 1.323 3,-2.154 0.304-1,0.113-0.016 0,-2.652 0.476-1,1.014-0.083 6,-4.400 0.750 13,-3.846 0.642-9,-3.186 0.521-4,0.357 0.122-2,-9.354 11.234 3,-2.508-0.641-3,-1.615 4.309-5,0.414-0.782-3,-0.896 2.353 0,-2.615 5.490-3,-1.926 3.023 1,-1.426 2.712-1,-1.002 2.363 1,-0.934 2.286 0,-0.844 2.123-1,1.535-2.958 1,-0.205 1.124 1,-1.799 4.987 1,0.566-0.565 0,-0.826 2.572 0,1.292-2.917 1,0.030 0.172 2,2.618-6.331 1,2.584-6.333 6,2.357-5.826 0,2.026-5.042 2,1.657-4.150-5,0.316-0.621-3</inkml:trace>
</inkml:ink>
</file>

<file path=ppt/ink/ink19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51:37"/>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16019.219 3574.000 767,'6.108'0.000'0,"-0.493"-4.283"-4,-0.627-3.768 2,-2.077 2.373 1,-0.066-1.757-1,-0.182-2.315-1,0.028-3.733 0,0.176-4.568-1,0.272-5.229-1,0.329-5.454 0,0.071-5.357-3,-0.116-5.035-2,-0.615 0.743 1,-0.241-4.531 0,0.010-12.494-2,-0.376-5.878 0,-0.371-5.256 0,-0.350-4.565 0,-0.219-14.129-1,-0.348-3.827-1,-0.379 18.409 2,-0.150-1.515 4,-0.816-21.768-1,-1.314 1.248 1,-0.303 22.503 2,-0.660 2.010 3,-1.786-15.432 3,-0.773 5.217 1,0.828 21.732 1,-0.313 4.620 1,-1.461-6.408 8,0.301 8.846-2,1.650 16.213-4,0.406 4.871-1,-1.193-4.985 19,1.046 10.001 16,0.941 8.087-11,0.794 6.205-23,-0.525 2.903 0,0.589 11.960-8,-0.554-0.317 0,-6.142-2.041 17,3.886 3.342-6,-2.638 3.051-12,-0.854 0.968-1,-1.696 2.112 0,-3.483 4.417-2,-1.646 2.167 0,-3.559 3.933-2,-1.057 0.350 1,4.288-5.530 3,0.023-0.427-1,-2.040 1.558 2,0.406-1.313-1,-4.440 3.357 4,3.116-3.928 2,3.490-3.919 2,3.405-3.564 0,3.050-3.032-1,2.565-2.441-2,-0.455-0.687 5,3.263-8.941-2,5.904-1.204 12,3.847-3.913-2,-2.024 4.448-16,1.331-1.155 0,4.025-3.738-2,2.094-1.237 0,-1.568 1.952 1,1.082-0.825 0,2.998-2.415-2,1.143-0.549 1,3.478-2.116 0,1.333-0.021 1,-4.282 3.692 1,0.034 0.113 3,2.425-1.340 4,0.062 0.642-17,-0.267 0.782 11,-0.489 0.845 0,-0.906 1.133 3,-1.161 1.284 0,2.691-0.584-1,-2.906 2.249 1,-2.871 1.988 0,-2.608 1.660 4,-2.229 1.319-1,-1.809 0.999-4,2.230 0.697 0,-0.070 1.674 1,1.164-0.204 14,5.236-0.112-14,-3.818 0.157-4,3.209 0.811-2,1.139 0.715 0,-0.939 0.550 0,0.707 1.011-1,0.650 1.093 2,0.578 1.101 1,-2.068-0.194 2,-0.328 0.439-1,5.730 3.781-1,-2.764-0.752 1,-3.125-1.282-1,-3.080-1.496 1,-2.787-1.496 3,-2.365-1.368-1,0.078 0.608 1</inkml:trace>
</inkml:ink>
</file>

<file path=ppt/ink/ink19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51:39"/>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15155.219 3334.000 767,'-5.541'-3.172'0,"-2.252"-2.498"0,0.019-1.396 0,1.697-0.555-11,2.022-1.613 9,2.308 2.374 3,0.361-0.682 1,0.322-0.696-4,0.279-0.673 0,0.560-2.620 0,0.814-1.762 0,0.625 0.879 1,0.717-0.123 0,0.297 1.302-1,0.538-0.442 0,1.648-4.617-1,0.675-1.326 1,-0.822 3.359 4,0.294-0.551-4,1.006-3.087 0,0.272-0.979-1,0.986-3.190 0,0.123-0.319 2,-0.469 1.675 0,0.477-1.299-2,0.577-1.584 1,0.621-1.712 2,0.341-2.006-2,0.125-2.121-1,0.531-1.537-1,0.795-1.048 0,-0.952 3.287 1,0.109-0.797-1,2.193-8.735 0,-0.949 1.007 1,-2.145 5.585 2,-1.095 1.673 0,-1.742 4.878 0,-0.832 0.885 0,-0.379-2.587 5,-0.927 0.756 3,-0.624-2.096 2,-0.850 1.392-6,-0.802 6.834-2,-0.342 0.732 0,-0.284-4.867-1,-0.330 0.423 3,-0.135 5.848-1,-0.096 0.653 1,-0.398-1.852-1,-0.514 0.473-3,-0.312 0.644 0,-0.153 0.736 3,-0.601-1.889 2,-0.496-0.124-4,0.279 4.465 0,-0.370 0.252 2,-1.447-3.311-1,-0.543 1.252-2,0.186 2.997 0,-0.313 1.182 0,0.621 2.413 3,0.160 0.794-1,-1.095-1.079 2,0.013 1.639 0,0.549 1.946-1,-0.084 0.738 2,0.163 0.519-1,0.333 0.339-1,-0.557-0.684 0,0.502 0.607-2,-2.983-3.385 2,1.251 1.747-2,1.734 2.332 0,-0.979 1.489 1,-0.707 3.712 1,-0.201 4.258 0,0.041 3.060-1,1.944-2.743-2,-0.961 0.968-2,-0.723 0.673 1,-0.521 0.431 0,-2.258 2.740 0,0.651-0.361-1,1.074-0.711 1,1.527-1.516 1,1.098-1.055 0,1.021-1.047 2,-0.756 2.732 1,2.170-0.788 3,2.885-1.013-1,0.010-0.208 0,6.765-6.540-1,0.780-5.115-5,5.986-3.049-2,-2.658 2.231 1,0.126 0.028-2,1.312-0.747 2,0.872-0.769-1,0.518-0.749 1,-1.654 0.742 0,0.101-0.175 0,3.455-2.722 2,-0.838-0.393-1,-2.378 1.536 2,-0.511 0.668-1,2.735-1.357 3,-2.101 1.830-1,-2.260 1.827 1,-2.167 1.672 0,-1.930 1.437 0,2.625-0.165-1,-1.918 2.836 0,-1.062 2.069 0,0.244-0.372 9,1.194 1.384 0,0.948 0.628-12,-1.631 1.156 0,-0.664 3.799 0,-3.901-2.657 2,-0.542 0.241 0,1.157 6.348-1,-2.476-5.950 0,-0.024 4.298 0,-0.928-2.615 1,-0.319-1.239 2,-0.101 0.542 0,-0.051 3.360 0,0.140-3.325-2,-0.460 3.208-2,-0.669 1.084-1,0.041-2.327 2,-0.661 2.532-2,0.063-1.592 1,0.205-1.848 2,0.271-1.834-1,-0.517 1.422 0</inkml:trace>
</inkml:ink>
</file>

<file path=ppt/ink/ink19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51:40"/>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14351.219 3526.000 767,'-2.476'-7.427'0,"-0.185"-0.554"0,0.669 2.008 0,-0.118-2.147 0,1.053-5.185-12,0.571-0.475 11,0.082-5.241-2,0.078-5.097-3,0.070-4.755-1,0.047-9.750-3,0.065-5.427-1,0.063 6.994 2,0.027-2.918 2,0.021-9.505-3,0.022-3.198 2,0.013 5.010 0,0.010-1.190 2,0.010-8.950 1,0.005-1.789-1,0.002 0.121 0,0.000 1.475 2,0.002-3.893 5,-0.003 4.530-4,0.276 10.082 0,0.467 3.455-1,0.580 3.394 14,0.631 3.191 2,0.356 3.744 2,0.143 3.962-6,-0.104 6.051-1,0.283 1.746-2,0.815-0.941 1,0.429 2.044 12,0.381 1.132-13,-0.133 2.399-4,-0.313 2.256 0,-0.422 2.036 2,-0.331 0.879 0,-0.544 1.099 0,-0.663 2.814-1,0.076 0.161 1,0.544-1.160 2,0.353-0.168-1,1.495-3.174-3,0.305 0.296-2,0.134 0.522 0,-0.318 0.954 0,-0.571 1.139 0,-0.678 1.158 0,-1.191 2.582 0,1.061-5.404 6,-1.321-0.369 1,-1.645 2.343-4,-2.106 1.972-3,-4.488 5.340 2,-0.830 2.523 0,-5.341 2.063 0,1.531 0.637-3,0.861 0.109-1,-1.699 0.953 0,-3.936 1.923-2,-1.969 1.180 1,0.938-0.141-1,-1.225 0.766 1,-6.688 3.514 0,-0.610 0.812 0,2.852-0.981 0,0.234 0.314 0,3.295-1.521 2,0.630-0.186 1,-3.388 2.420 0,2.570-0.714 1,0.016 0.850 2,4.475-2.342 0,4.095-2.415 32,3.498-2.241-43,0.642 0.255-2,12.381-8.784 19,-0.353-1.653 0,1.099 0.507-3,-0.878 0.739-4,1.860-1.127 1,3.604-2.016-2,2.560-1.329-3,-1.206 0.799-1,2.229-1.084 1,7.528-3.865-3,2.337-1.076 0,-1.803 1.189 1,0.438 0.094 0,-2.861 1.496 1,-0.051-0.037 0,4.898-2.709 1,-1.771 0.550-1,-3.462 1.675 7,-2.403 1.254-1,-2.446 1.372-1,-2.346 1.381 0,-0.494 0.474 3,-2.991 1.723 4,-2.521 1.435-1,1.225 0.104 4,-1.419 4.194-2,-0.544 0.138-8,0.334 3.220 0,-0.389 5.104 0,-3.265-3.624-1,-0.144 0.689-1,-0.227 0.737 0,-0.274 0.735-1,-0.295 0.983 0,-0.297 1.113 1,-0.283 0.587 0,-0.261 0.185 0,-0.302-1.258 0,-0.157 0.176 0,-0.076 2.846-1,-0.180-0.427 0,-0.145-2.960 3,-0.067-0.053-1,-0.069 2.429 0,-0.059-0.534 1,-0.007-2.932 0,-0.014-0.395-1,-0.021 0.948 0,-0.002 0.002 1,-0.009 1.304 1,0.011 0.227 0,0.042-3.709-2,-0.034 4.601-1,0.022-1.745 0,0.021-1.924 1,-0.009 2.362-1</inkml:trace>
</inkml:ink>
</file>

<file path=ppt/ink/ink19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51:41"/>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13199.219 3454.000 767,'7.294'-0.558'0,"-0.951"-2.296"-5,-1.483-2.140 4,-2.421-6.546-2,-1.489 0.646 2,-0.174-4.458-2,0.123-5.278-2,0.327-5.614-1,0.176-4.740-2,0.059-3.894-1,0.256-3.956-1,0.385-3.815 1,0.457-2.685-1,0.488-1.755 2,0.486-1.010 1,0.463-0.432 1,1.394-5.708-1,0.999 1.330 3,-1.025 12.694 3,0.318 0.637 2,0.466 0.822 0,0.560 0.931 0,1.472-4.408 3,0.264 1.002-1,1.146-3.223 1,-0.152 2.525-1,-2.283 11.213-1,-0.181 1.877-1,1.353-4.914 0,-0.929 3.545 2,-1.667 5.825 2,-0.871 2.059 2,-0.468 0.038 2,-0.988 2.884 0,-1.521 7.530-5,-0.354 0.830-1,0.136-5.184 1,-0.687 2.147 6,-0.544 5.188-8,-0.203 0.826 0,-0.199-1.518 0,-0.181 0.387 1,-0.035 2.317 0,-0.045 0.237-1,-0.106-1.925-3,-0.008-0.223 1,0.302 1.530-1,0.387-0.704 3,0.713-4.197-3,0.284 0.100-1,0.083 0.657 0,0.080-0.150 1,-0.172 1.093-1,-0.326 1.969 2,-0.314 1.706 0,-0.236-1.903 5,-6.371 9.999 2,0.278 5.003-3,-0.917-1.010-4,-3.511 4.533-3,3.444-2.274 0,0.210 0.162 0,0.072 0.153 1,0.228-0.154 0,0.323-0.358 1,-0.285 0.708-1,0.919-0.679 0,0.968-0.684 2,0.898-0.726 1,-0.399 2.675 4,3.259-2.596-1,7.300-5.599 1,0.376-1.132-2,1.335 0.271-4,-2.285-0.258 0,2.528-0.693 0,1.310-0.646-2,0.737-0.649-1,0.295-0.620 4,0.250-0.571-5,0.205-0.508 2,-0.119-0.440 2,-0.344-0.371-1,2.829-1.982 3,-2.157 0.701-1,-2.367 1.053-1,-2.279 1.170 2,-2.020 1.133 0,0.476-0.217 1,-6.978 9.269 2,1.142 0.420 2,0.215 0.781 0,-0.002 0.124-5,0.003 2.909-4,-0.004-0.001 2,-0.006-0.741 0,-0.004-0.709 0,-0.002 0.202 2</inkml:trace>
</inkml:ink>
</file>

<file path=ppt/ink/ink19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51:42"/>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12551.219 3334.000 767,'0.000'-6.769'0,"0.000"-0.350"-4,0.000-0.573 2,0.000-4.120-1,0.000-6.989-2,0.000-5.111-1,0.000 2.355 1,0.000-3.167-2,0.000-12.727-2,0.000-4.815-1,0.283 1.572 2,0.471-2.852 1,0.567 3.945 0,0.881-1.208 1,1.920-7.066-2,1.797-0.603 2,2.722-6.217 2,1.540 0.651 1,-1.566 12.927 3,0.642 0.871-1,2.362-4.416 0,1.041 1.641 1,2.481-3.123 2,0.420 2.487 2,-3.414 11.861 0,0.026 2.330-1,1.475-1.393-1,-0.548 2.611 1,0.361-0.209 0,-1.665 3.228 4,-2.474 5.151 4,-0.984 2.052-4,0.093-0.441-1,-1.603 3.161 2,-1.513 2.945-3,-1.351 2.603-1,-1.152 2.203-1,0.016-2.160 5,-0.985 3.510 0,1.693-1.308 1,-0.960 1.345-9,-1.225-0.176-1,-0.005-2.373 0,2.028-1.832 0,-0.172 2.643-1,-0.074 0.455 0,-0.427 0.916 1,0.825-3.149-1,-2.795 2.701 3,-7.672 5.868 0,-1.447 2.092 0,-1.389-0.817-1,3.233-0.108-1,-2.651 0.276 0,-1.354 0.459 0,-1.032 0.573-1,-0.756 0.626 0,0.044 0.635-1,0.610 0.612 1,1.781 0.030 0,0.165 0.423 1,-1.054 0.766 0,0.465-0.039 1,0.818 0.047 2,1.030 0.106 1,-0.772 1.332-4,2.233-0.659 1,2.081-0.851 1,0.175 1.746 4,8.752-1.568-1,3.103-5.040-2,-0.805-0.123 1,3.880-1.926-2,-4.391 0.780-2,1.758-0.623 0,1.455-0.996 0,1.162-1.188-1,-1.281 0.474 0,1.274-0.472 0,1.237-0.622-1,1.164-0.711 1,5.350-2.568-1,1.198-0.453-1,-1.815 0.884 21,-0.031 0.020-40,3.781-1.620 20,-2.402 1.313 1,-2.893 1.567 0,-2.972 1.601 2,-2.787 1.497 2,-2.449 1.313-1,1.810 0.727 3,-2.942 5.517 0,-2.686 5.627 2,-0.756-1.847 0,0.689 1.065 0,-0.659-1.177-5,0.006 0.951-3,0.682 3.463-1,-0.335 0.335 0,-0.999-2.615 2,-0.277 0.176 0,0.123 3.170-1,-0.445 0.169 0,-0.414-2.916 3,0.147 0.079 0,0.986 4.487-1,0.078-1.650 0,-0.036-2.100-1,-0.104-2.210 1,-0.137-2.099 0,1.825 1.543 2,2.505-4.163 1,1.406-4.642 5,-0.763-1.067-2,6.258-1.913-10,-5.229 1.073 2,-1.119 0.213 0,-1.320 0.322 1,1.979-0.750-1</inkml:trace>
</inkml:ink>
</file>

<file path=ppt/ink/ink19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51:43"/>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16091.219 982.000 767,'6.678'0.000'0,"1.283"0.000"-4,0.068 0.000 3,-1.807 0.163-1,0.287 0.258 1,-0.092 0.303-1,-0.332 0.312 1,4.301 1.763-1,0.838 1.612 1,-5.195-1.874 0,-0.197-0.112 1,5.117 2.021 0,-0.988 0.365 0,-1.096 1.158 1,-1.484 1.242 0,-1.490 0.374-1,0.154 0.965 0,-0.389 1.449 0,-1.520 0.309 0,-2.680-4.470-1,-0.336 1.255 0,-0.639-0.170 0,-0.674 0.397 1,-0.768-0.747 0,-0.992 0.105 0,-1.721 1.308-1,-1.418 0.441 1,-2.920 2.861 0,-0.904 0.534-1,3.275-4.761 0,-0.396-0.053-1,-2.846 2.216 0,-0.740-0.238 0,-0.639-0.310 1,-0.537-0.347 0,0.125-0.357 2,0.594-0.347-2,-1.867 1.613 0,2.090-1.411 0,2.166-1.498 1,2.021-1.422 3,-0.695 1.362 1,10.182-1.052-2,1.395-1.345 1,2.693-2.165 4,0.551-0.549-2,-0.734 0.452-7,0.410 0.190 0,-0.346-0.036 0,-0.779-0.172 0,-0.979-0.240 1,3.029 0.575-1,-1.357-0.630 1,-1.859 1.251 3,-2.082 2.184 2,-0.691 2.354 1,-0.992 2.052-7,-1.076-0.626 0,-1.195 1.222 1,-0.891-3.774 0,-0.740 0.552 1,-0.541-0.532-1,-0.924 0.212 1,-2.066 1.082 0,-1.732 0.081-1,-3.098 0.911-2,-1.961-0.141 1,0.027-1.078 0,-1.219-0.174-1,-0.521-0.448 1,-0.002-0.622 0,1.582-1.057 0,-0.317-0.203 0,-1.801 0.237 1,0.396-0.519 0,-2.857 0.374 5,2.406-0.998-5,2.680-0.918 1,2.629-0.792-1,2.381-0.649 3,-1.053-0.115 0</inkml:trace>
</inkml:ink>
</file>

<file path=ppt/ink/ink19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51:44"/>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15311.219 1126.000 767,'7.359'0.000'0,"0.699"0.000"-5,1.506 0.000 3,1.717 0.000-2,-4.550 0.000 3,0.368 0.000-1,0.625 0.000 3,1.206 0.000-2,3.391 0.335-1,1.379 0.514 0,1.042 0.580 1,-3.171 0.059 0,0.669 0.509-1,0.183 0.551-1,-0.173 0.555 1,-1.635 0.019 0,-0.026 0.408 2,3.805 1.965 0,-1.440-0.027 1,-1.788-0.332 1,-1.877-0.502-2,-1.798-0.574 0,-1.613-0.578 0,1.999 1.933 0,-2.430-0.108 1,-5.925 2.260 7,-4.296-0.270 3,-3.910 2.670-13,1.250-3.440-1,0.860-1.386 1,-0.787 0.079 0,-2.997 1.636-1,-0.343 0.046-1,1.227-0.502 3,0.191 0.453 0,0.008 0.282 1,-0.123 0.147-1,-0.210 0.045 2,-0.263-0.031-1,-1.735 0.932 0,0.780-0.903-1,1.082-1.088 1,1.207-1.135 0,1.207-1.089-1,1.137-1.006 1,-3.622 0.644 3,2.459-2.128 3,1.128-0.346 3,4.728 4.766-7,5.701 0.204-2,0.191-1.714 0,1.769-1.493-1,-0.162-0.081 1,0.141 0.513 0,-0.234-0.415-2,2.367 0.242 2,-1.767 0.442 0,-0.452 1.453 0,-1.890 0.405 0,-1.241 2.729 0,-2.084 1.375 1,-0.688 0.490-1,-0.165-3.401-1,-0.040 0.896 0,-0.026 0.846-1,-0.298 0.487-1,-0.477 0.210 2,-0.864 0.285-1,-1.101 0.325 1,-0.933 0.338 0,-0.771 0.331 1,-0.900 0.311 0,-0.951 0.282-2,-0.942-0.035 1,-0.892-0.259 0,-2.413 0.824-1,-1.378-0.677 1,0.314-1.796-1,-1.022-0.564 2,-0.695-0.519 0,-0.428-0.463-1,1.777-1.245 0,0.256-0.239 0,-5.094 2.367 0,2.251-1.309 1,2.566-1.412 0,2.538-1.353 1,2.299-1.199 1,-1.755 0.324 1,2.771-2.824-1</inkml:trace>
</inkml:ink>
</file>

<file path=ppt/ink/ink19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51:45"/>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14459.219 1342.000 767,'0.000'6.160'0,"0.000"1.070"-4,0.000 4.859 1,0.000-4.343 1,0.000 4.599-1,0.000-3.901 2,0.000 0.289-1,0.000 0.055 0,0.000-0.110 2,0.000 1.028-1,0.000-1.094 1,0.000-1.267-1,0.000-1.280 0,0.000 2.640 0,0.000-1.738 5,0.354-0.142 0,4.300 0.861 3,1.036-2.546-8,0.500-1.154-1,0.041-1.231 1,-0.349-1.365 1,6.072-0.422 0,-5.190-0.736 0,0.894-0.094-1,1.268-0.234 0,0.552-0.323-1,0.357-0.361 0,0.204-0.369 1,1.522-0.472-1,-0.717-0.053 0,-0.962 0.089 0,-2.554 0.429 1,-0.473 0.134 0,-0.930 0.021 2,0.165-0.260 2,1.760-0.607 2,-0.276-0.055-1,-0.459 0.078-5,-0.557 0.163 0,0.473-0.016 0,-0.711 0.324 0,2.451-0.192 2,-0.941 0.324 2,2.668-1.674-1,0.347-0.416-2,-5.022 1.769-1,3.146-0.352 0,0.293 0.660 2,-3.257 0.754 0,5.128-0.024-2,-3.087 0.406 1,-2.029 0.243-1</inkml:trace>
</inkml:ink>
</file>

<file path=ppt/ink/ink19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51:46"/>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14699.219 1330.000 767,'-4.809'4.809'0,"-0.486"2.062"0,1.894 0.978-7,1.529-1.913 6,-0.272 1.482 0,-0.754 3.289-2,-0.465 2.214 0,-0.456 1.533 0,-0.427 0.976 0,-0.104 0.533-1,0.131 0.193 1,0.534-1.848-1,-0.078 0.262 1,-0.719 2.499 2,-0.201 0.341 0,-0.365 0.755 3,0.060-0.878-2,0.146-1.210-1,0.199-1.376 1,0.615-2.121-1,0.433-1.204 0,-0.394 1.464 2,0.877-2.664 0,0.805-2.504 3,-0.367 1.482 9</inkml:trace>
</inkml:ink>
</file>

<file path=ppt/ink/ink20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51:48"/>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13535.219 1486.000 767,'0.000'-6.296'0,"3.628"1.084"-4,2.533 4.682 4,0.020 0.409-1,0.157 0.115 0,1.125 0.646 0,1.196 2.558 0,-1.689 0.772 0,0.223 1.187-1,-0.131 0.969 1,-0.588 0.268-1,-0.980-0.352 1,-1.072-0.645 0,1.425 3.086-1,-3.098-2.823 2,-1.980 0.478-1,-2.019 0.390 1,1.053-0.438 0,0.232 0.277-1,-1.313 2.013 1,-3.731 0.786 4,1.072-3.617-1,-1.667 2.063 0,-0.817 1.187-5,0.580-0.193 0,0.180 0.719-1,-0.453 0.355 0,-0.883 0.079 1,-0.003-1.096 0,-1.054 0.213 2,-3.840 2.986-1,-1.046 0.312 0,2.698-2.801 0,0.021-0.193-1,-3.001 2.195 0,0.018-0.610 0,3.202-2.814 1,0.345-0.386 0,-0.870 0.630 3,0.575-0.425 0,-2.017 1.656-1,2.125-1.569 1,2.197-1.628 1,2.045-1.519-2,-0.611 0.996 0,11.800-3.007 1,-0.034-0.024 0,-0.083 0.064 0,0.082-0.025 1,1.272-2.146 1,0.494-0.570 0,2.359-0.017-3,1.028 0.006-3,1.112 0.004-1,-4.310 0.003 3,-0.441 0.001-1,0.229 0.000-1,0.386 0.000 0,0.478 0.000 1,-0.621 0.000 0,0.460 0.000 0,2.734 0.000 3,0.021 0.000-3,-2.335 0.000 0,0.169 0.000 0,2.509 0.000 0,-0.267 0.000 0,-2.473 0.000 2,0.081 0.000-1,2.725 0.000-1,0.262-0.000 2,0.212 0.000 0,0.164 0.000-2,-3.878 0.000 1,0.151 0.000-1,3.086 0.000 0,0.322 0.000 1,2.113 0.358 0,0.722 0.578 0,-2.970-0.005 0,0.182 0.118-2,3.188 0.383 1,-0.591-0.029-1,-3.457-0.158 1,-0.190 0.287 0,1.639 0.563 2,-0.907 0.051 0,-1.065-0.078 1,-1.120-0.165-1,-1.361-0.303-1,-0.670-0.211 0,1.097 0.113 2,-1.642-0.380 0,1.936 0.192 4</inkml:trace>
</inkml:ink>
</file>

<file path=ppt/ink/ink20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51:50"/>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12995.219 1102.000 767,'1.404'-6.562'0,"5.517"2.500"-5,0.760 3.090 4,2.557 1.258-1,0.278 1.003 0,0.590 0.345 0,-0.231 0.076 0,-2.092-0.336 0,-0.431-0.128 0,-1.270 0.017 1,-0.294 0.334 0,1.048 0.653 1,-0.816-0.003 4,-0.862-0.167-2,3.753 1.258-2,-1.176-0.744 1,-2.675 0.760 1,-1.358 3.242 1,-1.694 5.752-5,-2.215-5.784 1,-0.240 0.643 0,-0.195 0.542-1,-0.155 0.443 1,-0.117-0.030-1,-0.078 0.503 1,-0.261-0.472 0,-0.401 0.811 0,-1.002 3.753 0,-0.811 0.754 2,-0.324-0.887-2,-0.578 0.691-1,-0.535 0.147 0,-0.479-0.247 1,0.229-1.830-1,-0.306-0.111 1,-1.745 2.769 0,-0.305-0.785 0,-1.095 0.880 4,0.825-2.340-3,1.094-2.410 0,1.160-2.242 1,1.102-1.945 0,-0.688 0.768 1,3.987 0.490 1,2.205 0.614 5,2.974-1.643 0,4.950 1.827-11,-2.867-2.894 1,-0.181-0.511 0,-0.551-0.652 1,-0.725-0.679-1,3.311 0.624 1,-1.288-1.706 0,0.104-0.968 3,-0.338-0.332-1,-0.653 0.457 1,-4.545 5.254 2,-2.653 0.517-2,0.354 0.880-1,0.019 5.717-4,0.011-5.306 1,0.002 1.326 1,-0.714 4.744-2,-1.155 1.727-1,-0.604-0.675 1,-0.744 0.894 0,-0.661 1.029 0,-0.570 1.077-1,-0.479 0.777 1,-0.392 0.527 2,-0.594 0.324-1,-0.710 0.165 0,-0.476-0.240 0,-0.287-0.516 1,0.601-2.879 0,-0.430-0.536 1,-1.110 1.233 0,0.336-1.190-1,-1.721 2.615 4,1.534-3.334-1,1.644-3.309-1,1.568-3.006 2,1.387-2.561 0,-0.355 0.124-2</inkml:trace>
</inkml:ink>
</file>

<file path=ppt/ink/ink20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51:52"/>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7859.219 3958.000 767,'-5.091'8.476'0,"1.884"-2.173"-5,-0.382 1.447 2,-0.103 1.230 1,0.539-0.126-1,0.171 1.075 0,-0.462 5.006-1,0.469 2.006 0,0.721-0.478 3,0.384 1.355-1,0.510-1.699 0,0.256 0.247-1,0.428 3.222 0,0.731 1.120 0,1.378 4.152 1,1.557 1.363 2,0.641-2.856 0,0.804-0.495-3,0.364-0.582 0,0.033-0.616 0,-0.328-3.395 1,0.478-0.739 1,1.792 1.240 3,1.297-1.504 2,2.771 0.132-2,1.618-2.051 1,-0.260-2.960 0,1.074-0.912-2,-1.336-2.347 0,0.027-1.011-1,3.097 0.586 0,-0.758-1.693 0,-3.789-2.506 0,-0.619-0.870-1,1.830-0.252 2,-1.017-1.077 5,-2.966-1.039-3,-0.501-0.438 0,1.377-0.352 1,-0.626-0.429-2,1.223-0.402 0,0.074-0.225 0,0.272-0.091-1,-1.588-0.255-2,-0.181-0.546 0,3.148-2.840-1,-5.102-0.157 1,0.189-1.728 3,-0.869-0.378 0,-0.271-1.058-2,0.202-2.894-1,-0.594-1.920-2,-0.240-3.975-1,-0.797-2.089 1,-0.974 0.398 1,-0.537-1.741-1,-0.474-0.870-1,-0.407-0.209 1,-0.906-0.577 0,-1.218-0.811 1,-1.101 0.191-1,-0.966 0.896 1,-0.239 3.474 5,-0.567 0.822-4,-1.212-1.101 0,-0.504 1.505-1,-1.732-1.240 5,0.159 3.158 2,0.457 3.097-2,0.613 2.829-1,0.669 2.450 1,0.536 2.026-1,-3.813 0.230 4,0.621 3.682 3,0.760 1.617-2,0.427 0.276-8,-0.265-0.337 0,-0.595 0.176 0,1.356-0.164 2,-1.248 0.133 0,-2.344 0.569-3,-1.051 0.506-1,3.516-0.583 2,-0.101 0.301-1,-5.210 2.845 0,0.446 1.393-1,5.249-2.267 2,0.246 0.291 0,-2.982 2.479 2,0.565-0.248-1,-0.005 0.171-1,1.227-0.747 1,1.257-0.802 2,1.186-0.779 0,1.052-0.707-2,-2.147 2.116 1,1.667-0.981 0</inkml:trace>
</inkml:ink>
</file>

<file path=ppt/ink/ink20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51:53"/>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6371.219 3310.000 767,'-8.129'0.000'0,"-1.452"0.000"0,-1.515 0.000 0,4.144 0.000 0,-0.638 0.433 0,-1.719 0.741-15,-3.984 1.685 13,-2.677 1.794-1,-5.604 2.636-2,-3.299 1.670 1,3.561-0.765-1,-2.218 1.487 0,-10.925 4.743-3,-3.648 1.192 1,6.835-2.680 1,-1.608 0.990 1,-6.415 3.149 0,-1.068 0.869-2,-5.748 3.387 0,0.128 0.933 3,11.496-4.720 2,1.768 0.187 0,-2.253 3.011 0,2.523 0.494 1,-0.205 2.549 1,4.193-0.774 4,6.460-2.924 8,3.103-0.077-8,4.735-2.832-2,2.286-0.434 2,1.097 2.027 8,2.497-0.296-8,2.066 2.372 0,2.825 0.230 2,2.329-2.646-1,1.722-0.520-4,1.266-2.735-1,1.372-0.486-1,3.157 3.436 0,1.829-0.880 1,0.514-2.916 3,1.455-1.104-2,-0.642-2.516-1,0.348-0.815 0,3.040 1.229 0,-0.286-1.744-1,1.688-0.705 2,-0.947-2.230 0,-1.040-1.914 2,-1.345-1.558 2,-1.421-1.209-4,-1.349-0.892 0,3.642-0.529 3,-1.285-0.667 2,-3.883-0.011-6,0.993-0.050 1,1.472-0.017-1,1.744 0.007 0,1.572 0.024-3,1.376 0.034 1,3.582 0.009-2,1.631 0.054 0,-3.195 0.094 1,1.299 0.031 1,8.010-0.354-1,3.083-0.538-1,-4.544-0.167 1,1.969-0.471 0,6.369-0.904-1,2.379-0.633-2,1.764-0.865 0,1.243-0.989 2,1.096-1.031 0,0.940-1.012-1,5.579-2.092 0,-0.115-0.979 2,-5.772 0.523 2,-0.983-0.543-1,-1.373-0.188 1,-1.585 0.073 0,-1.661 0.255 2,-1.637 0.374 1,-1.826 0.440 2,-1.874 0.467 0,-2.103 0.181 1,-2.167-0.031-1,-2.393 0.102 0,-2.441 0.192 0,-2.078 0.530 0,-1.721 0.746 1,-1.668 0.581-2,-1.552 0.437 3,-2.809 0.996 2,-1.300 0.145-6,1.493-2.099 2,-2.738 1.051-1,-2.262 1.165 0,-0.298-1.521 0</inkml:trace>
</inkml:ink>
</file>

<file path=ppt/ink/ink20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51:56"/>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10247.219 5062.000 767,'3.647'-6.766'0,"0.981"2.607"-5,0.800 0.041 3,1.002-0.631 0,-0.602 0.752 1,1.059-0.299-1,2.258-0.703 0,1.042 0.171 0,2.321-0.161-1,0.677 0.597 1,-2.046 1.163 0,1.342 0.039 0,3.070-0.267 1,0.750 0.297 0,5.918-0.227-1,1.752 0.610-2,-6.424 1.125 1,1.022 0.277 2,1.610 0.257 0,1.992 0.233-1,6.614 0.143-2,3.642 0.227 2,8.264 0.171-2,3.282 0.179-3,-2.378 0.122 0,2.653 0.076-1,-3.733 0.036 1,1.832 0.028 2,14.701 0.056-1,1.219 0.010 1,-12.820-0.038 2,0.188-0.006-1,7.098 0.005 1,0.471-0.014 1,0.090-0.015 0,-0.186-0.015 2,6.525-0.008 4,-0.413-0.017-6,-7.329-0.018-1,-0.718-0.010 5,-7.118-0.010-1,-0.614-0.005-1,17.574-0.004 0,-2.068-0.006 3,-19.377-0.002 0,-1.611-0.001-1,3.473-0.002 1,-1.927-0.000-2,-1.820-0.000-1,-1.658 0.000 7,-5.624 0.001 1,-0.854 0.000-4,3.126-0.000-1,-1.188 0.000 0,-1.198-0.282 0,-1.150-0.470-1,-1.061-0.582 0,-0.948-0.634 0,-1.670-0.641 0,-2.106-0.616 0,-2.035-0.287 0,-1.888-0.038-1,-1.411 0.140 0,-1.006 0.261 0,0.921-0.329 13,-1.169-0.106-9,-2.994 0.511-4,-1.172 0.225-1,-0.862 0.294 1,-0.603 0.330 0,2.324-0.177 2,-2.179 0.595 2,-2.264 0.520-4,-2.117 0.429-1,1.700 0.061 1,-2.521 1.507 0,2.189-0.621 5,2.775-0.091 1,0.442 0.002-10,-2.486 0.002 0,1.421 0.000 1,-1.678 0.001 1,0.595 0.000 0,1.758 0.000 0,0.063 0.000-1,1.500 0.000-1,0.033 0.000 1,-1.708 0.000 2,-0.447 0.000-1,-1.507 0.000 3,-0.036 0.000-2,4.361 0.000 0,-1.570 0.000 2,-1.909 0.000-1,-1.943 0.000-1,-1.792 0.000 0,1.808 0.000 0,-1.815 0.000 1</inkml:trace>
</inkml:ink>
</file>

<file path=ppt/ink/ink20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51:57"/>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13283.219 5026.000 767,'0.849'6.757'0,"5.985"-5.125"-5,0.584-1.579 3,3.656-0.413 0,4.060-0.277-2,5.005-0.167-1,5.442-0.081-2,6.346-0.016-1,6.689 0.031-1,6.618 0.063-1,6.257 0.083-2,5.986 0.093 0,5.513 0.096-1,5.480 0.093-1,5.200 0.088 2,4.472 0.079 0,3.742 0.069 2,-7.902 0.071 1,2.323 0.039 0,38.141 0.024-3,2.563 0.048 4,-35.273 0.023 3,0.171 0.012 2,11.684 0.013 0,-0.747 0.007-3,-12.549-0.218 0,-0.788-0.370 5,10.234-0.980 8,-1.636-1.134-2,7.504-1.555-3,-4.854-0.931 2,-6.188-0.680 0,-6.724-0.469-1,-21.341 1.220-2,-3.547-0.168 6,-3.481-0.153 2,-3.308-0.136 2,8.138-2.137 8,-4.865-0.631-5,-13.028 1.672-4,-1.109-0.108-2,3.710-0.751 0,-1.374 0.504-2,3.369-0.002-3,-1.202 1.006-2,-4.961 1.485 0,-0.046 0.796 2,1.155 0.741-1,1.955 0.668-1,2.151 0.583-1,2.188 0.497 0,-3.449 0.466-3,2.137 0.263-1,15.475 0.214-3,2.770 0.255 1,-11.990 0.109 2,1.332 0.076 0,15.479 0.130-2,0.137 0.039 0,-0.512 0.006 0,-0.920-0.016 5,-21.887-0.122 0,-0.898-0.016 1,11.303 0.032 0,-2.711-0.033 1,2.160-0.017 2,-4.229-0.037 1,-8.479-0.041 4,-3.020-0.023-1,-6.625-0.023-1,-2.061-0.013 1,4.461-0.008 2,-2.814-0.014-1,-5.070-0.008-1,-1.631-0.006-1,-3.873-0.002-1,-1.105-0.002-3,1.322-0.003 1,-0.689-0.000 0,-0.719 0.000 0,-0.707 0.000 0,-0.664 0.001-1,-0.605 0.001-2,-0.531 0.001-1,-0.457 0.001 3,0.809 0.001 0,-1.043 0.001-1,-3.119 0.001 0,0.111 0.000-1,3.816 0.000 1,1.273 0.000 3,-1.416 0.000-5,-0.178 0.000 0,-0.193 0.000-1,-0.195 0.000 0,0.377 0.283 0,0.768 0.471 0,0.160 0.300 6,-0.279 0.164-3,3.492 0.511-2,-1.875-0.080-1,-2.131-0.188 0,-2.391-0.193 2,-2.471-0.194 3,-2.254-0.173-1,1.012 0.495 2,-8.318 4.688 2</inkml:trace>
</inkml:ink>
</file>

<file path=ppt/ink/ink20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51:58"/>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1715.219 5254.000 767,'0.479'-6.242'0,"6.253"3.170"-5,6.693 1.603 2,-4.563 1.474 1,3.630 0.820 0,7.570 1.446-3,6.002 1.404-2,1.671 0.390 1,5.284 0.705-3,11.999 1.428-2,6.740 0.522-1,6.318 0.621-2,5.720 0.661 1,13.260 1.119-2,2.914-0.464 1,-7.139-1.618 2,1.770-0.799 2,0.572-0.863 1,-0.308-0.868 4,-10.062-1.200 4,-0.700-0.595 0,16.489-0.122-1,-3.178-0.762 4,-12.534-0.697 2,-4.443-0.405 0,-4.881-0.322 0,-4.962-0.249 0,-4.786-0.185 1,-4.436-0.131 3,-4.542-0.085 9,-4.404-0.049-2,-6.974 0.020-3,-2.454-0.003-4,3.596-0.065 1,-2.165 0.029 9,-3.891 0.064-13,-0.674 0.033-1,-2.918 0.052-4,-0.287 0.025 0,4.484-0.357 1,-0.373-0.544-1,-5.084-0.171 0,-0.484-0.473 1,6.183-1.562 0,-2.552-0.148-2,-2.814 0.193 1,-2.771 0.311 2,-3.156 0.506 0,-2.805 0.518 1,0.743-0.494 0</inkml:trace>
</inkml:ink>
</file>

<file path=ppt/ink/ink20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51:59"/>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3803.219 5338.000 767,'3.109'-6.582'0,"6.661"1.867"-6,3.642-0.075 2,6.254-1.783-1,10.375-2.176-3,7.448-0.723-2,12.609-0.649-3,-2.974 1.953 1,7.037 0.051 1,6.134 0.419-1,5.202 0.661 2,5.424 0.802 0,5.327 0.865-5,5.289 0.869-2,5.013 0.831 6,16.615 0.509 1,4.207 0.842-2,-9.653 0.817 2,2.106 0.469 1,-11.251 0.422 1,1.402 0.241 1,27.799 0.214 0,0.116 0.226 5,-14.917 0.109 1,-2.472 0.075 0,-14.938-0.000 0,-2.266 0.015 0,20.323 0.079-1,-4.236-0.020 8,-14.878-0.063 7,-3.604-0.031-3,-2.985-0.033-1,-2.404-0.033-5,-1.877-0.032 0,-1.414-0.029 7,-10.023-0.033-2,-0.607-0.018-7,8.696-0.011 1,0.007-0.017-1,-0.479-0.013-1,-0.805-0.010 1,15.695-0.010 0,-2.816-0.007-5,-25.807 0.001 1,-0.354-0.001 4,-0.110-0.000 1,0.076 0.000 0,7.667-0.001 0,-0.929 0.001-1,5.748 0.000 1,-2.952 0.001-3,-10.484 0.002-1,-3.471 0.001 2,2.013 0.001 2,-4.361 0.001 2,-13.339 0.001 1,-2.046 0.000 3,-1.442 0.000 2,-0.938 0.000-4,3.480 0.000 1,-0.910 0.000-1,3.174 0.000-2,-1.116 0.000-5,-4.280 0.000-1,0.278 0.000 2,-3.670 0.000-1,0.512 0.000 2,9.251 0.000-2,0.613 0.000-1,-8.610-0.000 0,-0.037 0.000 0,3.951 0.000-1,-0.684 0.000 1,-0.634 0.000-1,-0.568 0.000 2,3.363 0.000 2,-0.738 0.000 1,-8.573 0.000-1,-0.959 0.000-2,5.898 0.000 1,-1.254 0.000 0,-3.948 0.000 0,-0.262 0.000 4,-0.538 0.000 0,-0.707 0.000-5,-0.514 0.000 0,-0.351 0.000 0,-0.783 0.000 0,-1.055 0.000 2,-3.387 0.000 0,-0.528 0.000-1,1.449 0.000-1,-1.369 0.000 1,0.277 0.000 4,-2.016 0.000-4,-0.233 0.000 0,-3.207 0.000 2,-2.953 0.000 3,-2.551 0.000-2,1.169 0.000 0,-1.507 0.000 0,6.241 0.000 7,-0.642 0.000-14,-1.529 0.433 1,2.514 0.741-1,3.135 0.729-2,3.487 0.693 0,12.734 2.159-4,6.770 1.390 2,0.217 0.619-1,4.230 1.456-2,-2.583-0.313 1,2.841 0.465 0,10.385 2.104-3,3.741 1.001 3,11.110 2.368 1,2.398 0.521 1,-15.371-3.064 2,0.552 0.121-2,8.527 1.777 0,-0.250 0.047 1,6.538 1.266 3,-2.856-0.771 4,-11.567-2.586 2,-4.642-1.280-2,-10.356-2.289 0,-3.702-1.062 0,0.640-0.413 5,-4.748-1.246 0,3.334-0.297 20,-9.019-1.670-7,-8.003-1.268-6,-6.682-0.912-3,-5.291-0.616-8,-2.010-0.869-2,-13.203-1.686 0,0.311 1.690 0</inkml:trace>
</inkml:ink>
</file>

<file path=ppt/ink/ink20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52:07"/>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13535.219 5470.000 767,'-4.510'4.510'0,"-0.297"0.653"0,-0.305 2.465-6,-1.585 7.204 2,1.604-3.218 1,-0.288 0.179-1,-0.921 1.338 1,-0.924 0.900-1,-0.882 0.545 1,-0.813 0.549-1,-0.724 0.526 2,0.727-1.368 0,-0.471 0.791 1,-3.776 5.817 0,-1.028 1.206-1,1.131-1.438 0,-0.268 1.165 0,-0.411 0.931-1,-0.493 0.722 0,-2.448 4.332-1,-0.530 1.434 2,5.715-9.456 1,-0.029 0.340 0,-5.845 10.895-1,0.265 0.144-1,2.566-4.007 0,0.876-0.819 2,1.268-1.542 3,1.486-1.983-1,2.567-4.323-2,1.202-1.334 0,-0.129 2.586 5,1.726-2.385 0,2.571-5.242 9,1.541-1.257-7,1.940 1.258-2,1.916-1.611 2,0.373-2.939-2,0.798-0.292-2,2.516 1.640 0,1.357-0.469 0,0.108-1.305-2,0.876-0.314-1,-0.667-1.271 0,0.227-0.513 0,2.449 0.506 0,-0.158-0.963 0,-2.293-1.362 0,0.142-0.156 1,3.591 0.975 2,-1.048-0.632 0,-1.416-0.666-2,-1.536-0.635 0,-1.488-0.564 0,2.429 0.209 0,-2.136-1.160 1,2.937-1.814 1,-0.187-4.350 0,-4.266 1.221-1,1.181-2.392-1,0.318-1.792-1,1.948-4.381-2,0.020-1.372 0,-3.462 5.299 1,-0.023-0.564 0,1.687-4.084 0,-0.023-0.565 0,-0.330-0.016 1,-0.535 0.376 0,-0.654 0.637 0,-0.710 0.793 1,-0.714 0.867-1,-0.686 0.878 0,-0.631 0.845 3,-0.563 0.782 2,-0.339-1.314 1,-0.816 1.961-2,-0.653 1.915-1,-1.308-1.566 0,-3.619 4.046 1,-1.931 5.672-1,0.606-0.744 1,-0.359-0.667-1,0.374-0.184-3,-3.728-0.057 0,1.707-0.047 0,1.745-0.014 1</inkml:trace>
</inkml:ink>
</file>

<file path=ppt/ink/ink20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52:08"/>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14075.219 5650.000 767,'-7.230'1.607'0,"2.701"4.906"-5,0.177 4.378 2,2.293-4.134 1,-0.247 1.364 0,-0.350 1.154 0,-0.407 0.950 0,0.271-0.913 0,0.018 0.154 1,-0.605 3.046-1,0.329 0.200 0,0.922-2.769 1,0.260 0.116 0,0.074 1.925 2,0.328 0.630-1,0.303 0.138 0,0.270-0.221 0,0.186 1.694 0,0.243 0.311-2,0.220-3.194 1,0.096 0.050 1,0.102 5.289 2,0.115-1.885-4,0.065-2.368 1,0.028-2.462 2,0.004-2.309-1,0.122 1.951 1,0.046-3.534 1,7.572-2.708 4,5.434-3.357 3,-0.929-0.814-10,1.493-0.486-3,2.803-0.632-1,3.754-0.642 0,4.253-0.620-1,3.843-0.573-1,3.370-0.514 2,-1.790-0.025 0,2.074-0.696-2,12.352-2.348-2,1.976-0.542 1,-4.329 0.674 2,0.589-0.086 2,-0.466 0.282 0,-1.196 0.532 1,-6.628 1.333 0,-1.707 0.577 2,6.734-0.319 2,-2.708 0.958 0,-6.144 0.851 6,-1.774 0.157 1,-5.191 0.557 1,-1.604 0.228-6,1.954-0.092 0,-3.054 0.373 0,-3.077 0.357 0,-2.930 0.328 0,-1.271 0.194 3,-2.820 0.297 0,-3.600 0.305 0</inkml:trace>
</inkml:ink>
</file>

<file path=ppt/ink/ink21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52:09"/>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14507.219 5566.000 767,'-5.586'2.793'0,"-2.006"1.003"0,2.479 2.214 0,1.718 0.140-9,-3.026 7.993 6,0.826-0.781-1,-1.271 4.056 0,-3.839 12.174-3,-1.347 6.321-1,0.340-0.045-1,-1.009 3.381-1,1.283-2.531 1,-0.033 2.400 0,-2.992 15.390-2,0.697 3.176 3,1.702-4.887 3,-0.156 1.141 0,1.666-6.551 2,0.269-0.052-2,-1.993 12.069 0,1.371-3.096 2,3.378-14.945 3,0.985-2.446 0,-1.335 15.858 5,2.153-7.131 2,3.142-24.202 0,-0.519 10.999 6,1.293-8.515-2,0.939-7.466-4,0.643-6.158-3</inkml:trace>
</inkml:ink>
</file>

<file path=ppt/ink/ink21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52:28"/>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15299.219 5902.000 767,'4.670'-4.669'0,"0.346"0.457"0,5.537-1.180-7,-4.108 3.280 5,1.410 0.250 0,0.153 0.437 1,1.210 0.204-1,4.653-0.025 0,1.611 0.294-1,-2.690 0.367 0,0.749 0.137 1,5.061 0.067-1,0.770 0.155 0,-2.089 0.119 0,-0.203 0.072 2,0.181-0.229 0,0.447-0.434 0,-2.176-0.124 0,-0.100-0.128 1,4.439-0.374 3,-0.091 0.010-5,-4.930 0.344 1,-0.720 0.074 0,1.499-0.297 3,-0.259-0.346-1,0.254-0.453-2,-1.002-0.300 3,-1.155-0.247 3,-1.198-0.195-5,-2.036-0.113-1,-1.419-0.344 0,-1.426-0.094 2,-1.362 0.088-1,-0.077-0.833 1,0.408-2.126 7</inkml:trace>
</inkml:ink>
</file>

<file path=ppt/ink/ink21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52:28"/>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15515.219 5470.000 767,'0.000'8.022'0,"0.357"6.650"0,0.579-4.412 0,-0.006-1.367-12,0.118 1.012 9,0.384 4.921-1,-0.029 1.961 0,-0.237-0.195 1,-0.113 1.821 2,-0.130 1.277-2,-0.137 0.830 0,-0.134 0.755-1,-0.126 0.666 1,-0.153-2.305 1,-0.079 0.484-1,-0.031 6.221 3,-0.094-0.178-1,-0.077-3.952 0,-0.046-1.508 0,0.248-1.201 1,0.446-0.926-1,0.704 3.031 2,0.185-3.359 6,-0.016-3.560-2,-0.140-3.399-4,-0.204-3.027-1,0.584 1.105 1</inkml:trace>
</inkml:ink>
</file>

<file path=ppt/ink/ink21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52:29"/>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15887.219 5614.000 767,'6.993'0.000'0,"2.574"0.000"-5,0.365 0.000 2,-3.806 0.565 1,1.223 0.941 0,1.089 0.882 0,0.944 0.798 3,-0.781 0.138-3,0.200 0.498 0,1.320 0.852 0,-0.149-0.002 0,0.875 1.019 0,-0.541 0.670 0,-2.667-1.153 2,-0.340 0.224 1,0.365 1.021 0,-0.843 0.153 0,0.044 1.286-1,-0.599 0.556 0,-1.863-1.739 1,-0.512 0.079 1,-0.127 1.292-1,-0.663 0.414-2,-0.619 0.460 1,-0.558 0.471 0,-0.376 1.756 1,-0.510 0.439-2,-0.478-1.956 0,-0.204 0.986 1,-0.165 3.396-1,-0.163 2.087 0,-0.861 4.008-2,-1.250 1.219 0,-0.407-4.370 0,-0.993 0.319 0,-3.090 5.022-1,-2.097-0.564 0,-0.598-2.898 3,-1.522-0.382 1,0.042-2.753 0,-1.455-0.466-1,-5.990 3.592 1,-2.039-0.930-1,3.094-4.579 0,-1.730-0.494 0,-8.193 3.013 0,-2.070-0.678-2,5.596-3.769 1,-0.890-0.273 0,-4.339 1.367-1,-0.381-0.186 0,-2.963 0.997 0,1.659-0.806 2,5.139-2.129 1,1.877-0.732 0,4.581-1.739 0,1.700-0.467 0,-4.675 2.576 7,4.847-1.761 0,4.558-1.787-1,3.990-1.649 0,3.300-1.423-2,11.847 0.353 5,0.688-4.814-4,-0.289 0.670 0,0.555 0.234-5,4.224 0.028 0,2.553 0.034 0,4.664 0.018-1,9.497 0.011-7,6.580 0.017-1,6.985 0.014-2,6.945 0.011 0,7.154 0.008-3,6.967 0.006 1,15.778 0.005-4,5.978 0.003 2,-6.015-0.000 2,2.961 0.000 0,1.922-0.000 1,1.094-0.000 3,-10.926-0.002 2,-0.734-0.001 2,17.811 0.000 3,-5.404-0.001 1,-23.697-0.002 1,-5.068-0.001 1,1.348-0.000 5,-6.730-0.001 0,-2.338-0.358 5,-8.514-0.579 1,-9.561-0.247 23,-6.723-0.145-17,-5.965-0.030 1,-5.121 0.051-2</inkml:trace>
</inkml:ink>
</file>

<file path=ppt/ink/ink21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52:31"/>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12203.219 5014.000 767,'-8.262'-3.048'0,"0.900"0.075"0,-1.693-0.825 0,0.245 0.160 0,-0.408-0.015-13,-0.423 0.162 10,-0.412 0.280 0,-0.385 0.350 1,-0.348 0.384 0,-2.092 0.185 3,-0.809 0.471-1,2.339 0.663-1,-0.982 0.235 1,-3.554 0.141-1,-1.941 0.231-1,0.730 0.648 0,-1.586 0.862-1,-5.883 1.783 0,-3.676 1.891-2,-3.831 2.259-1,-3.761 2.415 2,-4.101 2.694-3,-4.147 2.767-2,-3.421 3.253 0,-2.742 3.446 0,-2.694 3.704 0,-2.534 3.713 0,-9.131 8.097-2,-0.852 3.690 3,15.476-7.048 2,1.417 2.224 0,-4.396 7.583-1,3.174 1.686 2,4.323 0.771 2,4.938 0.083 2,1.444 4.868 7,6.372-1.836-2,11.054-12.759-1,3.613-2.057 1,1.105 6.617 8,5.957-3.132-1,5.767-7.068-2,4.331-2.929 3,3.152-5.621 3,2.843-1.980-9,3.833 0.553-2,2.353-2.055 0,2.272-2.055 2,2.110-1.959-1,1.328-1.798-3,0.709-1.599-1,0.895-1.181-1,-0.979-1.835 0,-1.458-1.706-1,-1.713-1.527 0,0.737-0.829 3,-2.958-1.623-1,-2.714-1.206 2,-2.336-0.848 2,1.896-1.037 0,-3.020-1.363-1,0.207-0.142-1,1.743 1.963 4,3.885 0.175 3,-3.895 0.011-12,1.123 0.004-1,1.217 0.002 0,1.227 0.000 1,-0.547-0.002-1,0.925-0.000 1,2.613 0.000 0,0.523-0.001 0,0.792-0.002 0,0.946-0.001 0,3.385-0.001-1,1.091-0.002 2,-1.658-0.285 0,0.710-0.472-1,-2.027-0.353 0,0.593-0.511 0,3.238-0.937 0,0.185-0.665 1,0.774-0.605 0,1.158-0.533 0,0.812-0.174-1,0.525 0.089 2,0.581-0.010-1,0.593-0.080-2,3.717-0.727 0,-0.140-0.152 2,-7.036 1.118 1,-0.191-0.125-1,2.595-0.827 0,-1.153-0.176 1,-1.415-0.152 0,-1.534-0.129 1,-1.546-0.105 1,-1.482-0.085 0,-1.366-0.348 2,-1.220-0.520 0,-1.341-0.900 0,-1.364-1.128 0,-0.001-2.664-2,-1.563-1.450 0,-3.458 2.089-2,-0.716-0.840 1,0.309-3.067-1,-0.640-1.437-1,-0.231-1.393 0,0.069-1.296 1,-0.001-1.166-1,-0.052-1.018-2,-0.086-0.865 0,-0.106-0.715 0,0.168-0.575 1,0.355-0.448 0,0.188-0.054 1,0.062 0.229 0,0.552-1.684 0,-0.757 1.985 0,-2.223 6.575 0,-0.619 1.452 1,-0.167-0.312 1,-0.790 1.761 0,-0.017-1.628 7,-1.171 3.574 3,-0.923 3.209-5,-0.369-0.974-2</inkml:trace>
</inkml:ink>
</file>

<file path=ppt/ink/ink21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52:38"/>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7979.219 6970.000 767,'7.514'0.000'0,"-1.256"0.000"0,0.496 0.000 0,1.709 0.000-8,3.655 0.000 5,-1.844 0.000 1,2.052 0.000-1,5.729 0.000-1,4.521 0.000 0,8.410 0.000-2,4.794 0.000-2,-5.334 0.000 1,2.808 0.000 0,20.508 0.000-5,4.463 0.000 2,-16.437 0.000 4,0.995 0.000 1,13.766 0.000-1,0.532 0.000-1,-19.267 0.000 1,-0.077 0.000 3,18.271 0.000 6,-1.955 0.000-3,-2.757 0.000-1,-3.133 0.000 2,-17.637 0.000 3,-1.413 0.000-2,15.513 0.000 2,-4.454 0.000 3,-17.683 0.000-2,-1.385 0.000 1,7.210 0.000 3,-3.591 0.000-4,-3.544 0.000-1,-3.302 0.000 3,-4.310 0.000-2,-2.011 0.000 3,0.074 0.000 2,-2.985 0.000-3,-2.555 0.000-3,0.302 0.000-3</inkml:trace>
</inkml:ink>
</file>

<file path=ppt/ink/ink21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52:38"/>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3755.219 6814.000 767,'-2.368'7.147'0,"0.837"-0.503"0,-0.506 2.526 0,-1.113 3.346-11,-1.492 3.771 7,-1.409 4.180-2,-1.284 4.273 0,-1.699 3.291-1,-1.915 2.436-1,-1.413 1.995 0,-0.989 1.587 1,-0.358 1.222 0,0.109 0.905-1,2.033-4.685 5,0.450-0.609 0,-2.672 7.303 1,0.448-2.232 0,3.413-9.767 2,0.477-1.841 0,-3.331 7.850 7,2.069-5.382 0,2.172-5.227-3,1.999-4.885 4,1.849-4.585 1,1.533-3.843-1,0.162-0.163-6,5.482-13.635-2</inkml:trace>
</inkml:ink>
</file>

<file path=ppt/ink/ink21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52:39"/>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3863.219 6730.000 767,'7.722'0.000'0,"-1.210"0.000"0,2.767 0.000-2,-0.616 0.216-5,1.418 0.371 4,5.465 1.307-1,2.251 1.373 0,-3.027 0.150 0,0.811 0.965 1,7.210 3.471-2,-0.896 0.883 1,-9.386-3.364 2,-0.665 0.119 0,4.401 2.987 0,-1.639 0.015 2,-4.227-1.755 0,-0.892 0.289 3,0.545 1.930 3,-1.567 0.296-2,-1.538 0.192-2,-1.436 0.109-1,-1.479 0.793 0,-1.815 0.255-1,-1.743-2.202 0,-1.388 0.246-1,-1.729 1.916 1,-1.292 0.835 3,-1.017 0.623-1,-0.772 0.442-3,0.288-1.333 0,-0.341 0.200-1,-2.449 3.523-1,-0.759 0.023 1,1.366-3.400 1,-0.849-0.051 1,-4.400 2.877 0,-1.998-0.757-1,0.157-1.982-1,-1.502-0.319 1,0.930-1.769 0,-1.136-0.397-1,-3.814 0.764 0,-1.221-0.561 0,-0.422-0.836 0,0.165-0.994 1,0.294-1.059-1,0.371-1.055 1,0.974-1.003-1,1.358-0.918 1,-2.503-0.341 6,3.873-1.118-3,3.929-0.855 27,3.646-0.622-37,3.176-0.426 3,0.361-1.065 1,12.690-0.471 8,0.319 0.956 1,-0.235 0.368 0,3.238 0.139-2,-1.929 0.018-3,6.737 0.006-1,4.320 0.004 0,-0.731 0.215-3,4.319 0.371-2,8.351 0.985-1,4.186 1.132-1,8.923 1.555-1,3.316 0.925-1,-3.727-0.045 0,1.013 0.419 2,-0.247 0.319 1,-1.132 0.232 2,-2.274 0.160 2,-2.981 0.101 0,4.535 1.636 4,-7.432-0.614 0,-7.420-0.810 6,-6.829-0.870-1,-5.921-0.839 5,-4.885-0.753-2,-3.835-0.208-1,-1.823 4.473 4,-5.719 1.641-3,-1.422-2.454-3,-3.656 1.695 2,0.159-2.702-2,-1.904 0.916-5,-3.687 2.030-4,-2.515 0.888-1,-1.036-0.042 0,-3.130 1.436-1,-3.896 1.032 0,-4.258 0.695 0,-4.598 0.988-2,-4.623 1.151 0,-4.989 0.929-2,-5.014 0.728 1,2.294-2.177 0,-3.389-0.339 0,-10.646 1.652-2,-2.897-0.540 1,-1.750-0.569 0,-0.851-0.563 1,1.526-0.815 3,3.146-0.956 0,4.434-1.294 2,5.143-1.474 0,5.405-1.532 4,5.336-1.502 0,-0.808-0.398 6,8.478-1.911 16,7.677-1.584 4,6.599-1.258-12,5.424-0.957-9</inkml:trace>
</inkml:ink>
</file>

<file path=ppt/ink/ink21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52:41"/>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2027.219 8326.000 767,'4.851'4.851'0,"0.923"-1.154"0,0.619-0.771-5,0.487 0.895 4,-0.608-0.642 0,1.152-1.110-1,1.161-0.298 3,3.769 0.959-3,-0.134-0.097-1,3.028 0.503-1,9.338 1.331-2,4.048 0.027-1,1.024-0.696 0,4.990-0.319-1,-0.046-0.734 1,4.771-0.323 0,12.389-0.084-2,6.335-0.416-1,6.014-0.670-2,5.502-0.818 1,14.160-1.425-3,3.346-1.656 0,-8.605-1.314 1,0.458-1.806 4,-9.873-0.705 2,0.103-1.483 1,18.993-4.348 2,-2.566-1.384 5,-21.652 2.320 2,-2.755-0.779-1,4.300-2.489-1,-5.122-0.413 1,0.405-2.071 2,-7.383 0.178 4,-11.831 2.775 3,-5.592 1.304 1,-5.395 1.251 0,-5.001 1.156 1,-3.782 0.513 1,-4.896 1.019 11,-4.298 0.863-11,-3.655 0.708-4,-4.299 2.285-8,-1.585-0.088 0,-2.868-3.858 3,-4.427-1.759-1,-3.678-0.082 0,-4.559-1.248-1,-2.646 0.620-8,-4.763-0.903 0,-11.078-3.199-5,-8.935-1.414 1,-10.421-1.620-3,-10.988-1.689-2,-13.136-1.094-3,-14.046-0.618-3,-13.750 0.032-2,-12.890 0.493-2,-10.823 0.799-1,-8.841 0.979-1,-4.750 1.626 0,-1.615 2.011 4,0.977 2.755 2,2.776 3.155 3,-10.413 3.610 6,9.447 5.123 4,38.081 3.333 15,7.592 3.051 1,-2.585 4.585 4,10.943 3.444 0,11.482 2.688 9,11.324 2.025-1,6.185 4.054 12,12.677 1.023-6,13.518-2.208-7,7.624 0.108-4,7.835-2.620 8,4.560-0.029-12,4.150 2.544 5,4.679-0.142-2,5.630 2.281-5,4.941-0.464-6,0.443-5.284-2,2.738-0.218-2,6.510 2.520-2,4.867 0.315-1,5.970 0.434-2,6.474 0.497 1,8.224 0.802-3,9.082 0.980-4,12.659 1.628-2,14.609 2.011-3,17.571 2.190-3,18.852 2.214-4,21.137 2.409-5,21.769 2.435-6,21.757 2.621-3,20.724 2.631-2,49.881 8.232-9,19.278 2.469 0,-52.634-10.247 9,7.995 1.307 7,110.875 20.942-16,1.071 1.161 38,-207.987-39.209 9,197.194 38.082-2,-52.597-9.640 3,-56.719-10.648 0,-54.035-10.287 0,-47.512-9.134 0,-39.279-7.611 0,-69.793-13.951 0</inkml:trace>
</inkml:ink>
</file>

<file path=ppt/ink/ink21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52:42"/>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7439.219 9394.000 767,'6.465'-0.670'0,"0.880"-3.886"-5,2.547-2.303 2,-0.415-1.323 0,-0.473-3.048 0,2.205-6.026-1,2.173-6.306-2,2.047-6.206-1,1.862-5.562-4,1.642-4.840 0,1.408-4.098-1,1.174-3.376 1,0.388-2.703-1,-0.190-2.098 2,2.321-8.896 1,-0.625-1.502 2,-5.437 13.236 3,0.042-1.137 1,5.914-17.170 2,0.881-2.052-2,-4.749 15.068 2,1.146-0.543 0,8.001-16.424 0,1.360 0.670-6,-6.690 16.931 1,-0.135 1.057 5,3.555-5.192 2,0.243 3.336 0,-0.276 3.557-2,-0.633 3.546 2,-1.141 4.219 7,-1.448 4.500 0,-1.881 4.770-1,-2.101 4.738 0,-0.582 1.969 0,-3.251 5.141 2,-0.994 2.664 7,-3.773 6.598 5,-3.062 5.527 1,-2.361 4.394-20,1.381 5.582 0,-3.163 6.559 2,-1.527 0.373-1,1.641 7.880 4,0.580-0.176-9,-0.112-0.416-1,0.997 3.836 0,2.380 8.508-4,1.563 5.479-2,1.218 5.683-1,0.914 5.561 1,1.221 4.928-1,1.382 4.247-1,1.431 3.843-1,1.398 3.375 2,1.310 3.448-1,1.185 3.338 2,1.605 2.537 2,1.829 1.846 0,4.959 10.729 0,1.491 0.386 0,-6.417-19.618 1,-0.052-1.072 3,2.741 7.566 0,-1.072-1.862 1,-0.808-2.604 2,-0.580-3.010 2,-0.956-4.004 8,-1.179-4.524-3,-1.565-4.964-3,-1.767-5.043 1,-0.053-1.248 3,-2.279-6.893 1,-0.423-2.508 8,-3.496-8.982 0,-3.152-7.666 1,-2.670-6.204-2,-2.146-4.776-16,-3.536-12.871 0</inkml:trace>
</inkml:ink>
</file>

<file path=ppt/ink/ink22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19:52:42"/>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7211.219 8686.000 767,'1.744'-6.762'0,"3.724"2.677"-5,1.577-0.276 3,-0.307 0.726 0,2.291-0.561 0,-1.924 1.183 0,1.299-0.249 2,10.462-2.919-5,4.372-0.463 0,-7.790 2.568 2,1.884-0.121-1,13.817-3.136-2,4.488-1.337-2,-4.772 1.477 2,3.838-0.294 1,16.886-2.414-3,5.930 0.047-3,-9.834 2.564 2,3.082 0.543 2,28.467-1.564-5,4.204 1.461-1,-23.476 2.761 4,2.247 0.675 5,11.826 0.333-1,2.280 0.729-2,1.702 0.630-1,1.212 0.530 5,-21.422 0.542 1,39.645 0.160-2,-14.617 0.474-1,-16.301 0.285 3,-15.829 0.146 1,-14.107 0.051 1,-11.791-0.012 0</inkml:trace>
</inkml:ink>
</file>

<file path=ppt/ink/ink22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20:29:39"/>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3731.219 6174.000 767,'0.000'7.510'0,"0.848"2.218"0,1.412-0.955 0,1.272 2.309-11,1.901 4.096 6,5.010 12.790-2,3.146 8.341-3,5.344 14.065-3,3.269 8.454-2,-7.763-21.075 6,1.449 2.993-2,7.981 20.356-4,2.200 6.469 3,5.833 14.897-3,1.985 4.094 5,-6.859-17.870 4,0.610 1.357-5,4.372 11.425-4,-0.076 0.563 4,-0.428-0.920 6,-0.659-1.934 3,-0.792-3.128 4,-0.849-3.833-1,1.502 2.340-1,-2.927-7.895 4,-5.960-14.483 3,-3.074-7.215 2,1.223 3.146 2,-5.288-12.573 4,-4.502-10.761 10,-3.626-8.708 17,-2.775-6.691-42,-1.618-3.720 0,-4.768-11.561 0,-0.608-1.725 0</inkml:trace>
</inkml:ink>
</file>

<file path=ppt/ink/ink22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20:29:39"/>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4499.219 6546.000 767,'-10.951'5.271'0,"1.600"2.004"0,1.074 0.195 0,-2.079 3.024-15,-2.697 4.049 9,-3.062 4.668 0,-10.649 12.978-4,-5.711 6.006-1,-11.727 9.979-4,-7.685 3.657-2,-11.701 7.360-2,-0.924-2.413 2,-6.086 2.205 4,13.366-12.386 4,-2.054 0.807 2,-19.879 13.861 0,-1.202-1.292-7,10.379-8.767 0,2.634-2.497 8,3.918-3.225 7,4.648-3.591 0,11.571-8.273-1,4.429-3.051 0,-4.197 3.317 14,8.230-5.504 1,7.875-5.235 4,7.165-4.740 0,9.056-6.477-1,3.361-1.999 6,2.202-1.002 2,3.146-2.145 1</inkml:trace>
</inkml:ink>
</file>

<file path=ppt/ink/ink22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20:29:40"/>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6887.219 6978.000 767,'-3.082'-6.380'0,"0.273"0.414"0,-5.875-2.862 0,0.577 3.764-8,0.745 1.117 2,-0.958-0.081 5,-4.497-1.369-2,-2.100-0.183 0,1.479 1.150 0,-2.404-0.124 2,-5.562-1.123-2,-3.037-0.634-1,-1.859-0.154-1,-0.932 0.195-1,-4.051-0.234 1,-0.003 0.760-1,4.100 1.314 1,0.877 0.690 1,4.283 0.979 5,1.105 0.482 1,-4.436 0.081-1,1.480 0.626 1,6.339 0.878 2,0.973 0.637 1,-3.257 1.133 1,1.463 1.070-4,1.727 1.312-1,1.801 1.396 3,3.917-0.467-1,0.209 0.516-2,-0.107 0.858 0,-0.339 1.083 1,-1.964 2.845 0,-0.212 2.004-3,-0.372 2.007 0,-0.467 1.914-3,-0.231 1.475 1,-0.051 1.093 0,0.361 0.770-1,0.638 0.503 1,-0.662 2.440 0,1.172-0.584 1,3.820-5.312 2,1.037-0.574-1,-0.544 3.493 3,1.706-1.031 0,2.006-3.099 1,1.112-1.205 1,1.218-2.196 0,0.649-0.134-1,1.015 1.229-1,1.527-0.575 3,1.553-0.192-3,1.255-1.113-2,1.008-1.178-1,0.783-1.159 2,0.495-1.306-1,0.867-0.628 1,-0.370-1.146-1,0.331-0.236 0,1.514 0.526 0,0.600-0.104 1,2.179 0.615 1,1.170-0.038-2,-2.404-1.552 0,0.066-0.331-1,3.698 0.869-1,1.268-0.135 0,-1.960-1.079 0,1.807 0.073 4,5.130 0.718-3,3.236 0.195-3,6.914 0.841-1,3.474 0.198-1,-5.430-1.187 1,2.190 0.119-1,7.556 1.130-1,3.105 0.621 1,7.244 0.979-1,0.395-0.323 3,-6.016-1.294-1,-1.042-0.633 0,-1.271-0.694 0,-1.374-0.705 0,-5.449-1.206 8,-0.148-0.859 1,3.861-0.960 3,-1.494-1.173-2,2.038-1.801-1,-2.767-1.763-4,-9.426-0.120-1,-1.555-1.039 1,7.786-4.744 7,-2.049-2.216 0,-6.969 0.957-2,-0.703-1.649 0,-1.524-0.571-4,3.921-4.772-3,-4.548 1.911 1,-4.507 2.624 1,-4.072 2.813 0,-3.442 2.670 0,-2.750 2.343-1</inkml:trace>
</inkml:ink>
</file>

<file path=ppt/ink/ink22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20:29:42"/>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10727.219 7158.000 767,'7.171'0.000'0,"9.031"0.000"0,-2.726 0.000 0,2.299 0.000-15,4.853 0.000 9,3.897 0.000-1,3.032 0.000 0,2.840-0.565-1,2.568-0.941 2,1.124-0.600 2,0.041-0.328-1,3.700-0.812-2,-1.208-0.507 2,2.365-0.863 0,-6.188 0.284 4,-6.762 0.538 7,-6.547 0.649-4,-5.868 0.664 0,-4.956 0.616-1,-2.341-0.352 2,-15.632 1.315 5,1.641 1.128-1,0.122 0.009-1,1.348-0.148 0,-11.148 0.024-3,-9.461-0.017-2,3.443 0.396 0,-5.193 0.733-2,-10.070 1.681-9,-4.708 1.784-1,3.115 0.650 0,-1.569 1.166 26,-12.461 3.626-4,1.810 1.307 3,13.852-1.770-91,2.604 0.877 73,-4.915 3.827 0,6.066 0.051 5,6.179-0.468 4,5.886-0.791 4,8.504-3.507-1,3.308-0.567-1,1.456 2.360 1,4.931-1.825 0,3.786-1.877-2,5.864 2.371 6,-0.253-5.699 2,0.681-0.176-3,2.404 0.836-8,-0.146-0.782-1,-0.573-0.842-3,-0.789-0.808 0,3.873 0.604 1,-0.341-1.985 0,-3.855-1.000 1,1.398-0.135-1,1.775-0.103 1,1.958-0.074-1,3.929-0.070-2,2.237-0.037-2,-5.265 0.044 2,0.412-0.003-1,7.317-0.053-1,0.602 0.011 1,-2.065 0.030 0,0.128 0.015 0,-2.479 0.025 4,-0.269 0.012-1,2.095 0.005-1,-0.104 0.014 0,-0.346 0.012 1,-0.502 0.011 2,3.920 0.006 0,-2.466 0.011-2,-2.723 0.008-1,-2.787 0.122 3,-3.015 0.180-1,-2.691 0.200 3,0.823 1.062 2,-8.828 5.428 3,-5.563-3.815-6,-3.467 1.465-4,2.466-1.482 1,-1.927 0.368 0,-6.492 2.371-4,-2.788 1.421-1,-8.596 3.756-3,-2.725 1.301 2,7.696-3.534 1,-1.676 0.031-1,-1.906-0.081 1,-2.009-0.161 1,-5.760 0.952-1,-0.815-0.369 2,0.759-0.697 1,1.844-0.897-1,2.530-0.998-1,2.898-1.022 1,-3.740 0.256 1,6.707-1.676 3,6.249-1.385 5,5.409-1.084 35,4.413-0.807-53,19.721-2.490 30,-1.563 1.381-16,-2.305 0.086-1,1.427 0.017 0,6.527-0.007 1,3.212 0.025-7,3.340 0.022-2,3.273 0.019 2,6.456-0.344 0,1.981-0.563-2,-7.291-0.417 1,0.192-0.854 1,11.423-2.977-1,-1.813-1.795 2,-12.431 1.355 2,-1.189-0.786 2,1.663-1.666 3,-1.843-0.434-1,-4.562 0.704 0,-1.686-0.421 0,0.280-1.483 3,-2.088-0.042-1,-1.928-0.135 0,-1.724-0.195 0,-0.071-1.552 1,-1.019-0.216 1,-2.729 2.543-4,-0.127-0.166 0,1.602-2.709-1,-0.979 0.372-2,-2.137 2.773 1,0.005 0.003 0,0.888-1.430 0,-0.061-0.168 1,-0.094 0.099 2,-0.114 0.285-4,1.573-2.536 1,-1.152 1.283-1,-1.323 1.420 1,-1.354 1.967 1,-0.791 1.277 0,-0.612 1.145 1,2.003-2.959 3,-1.410 3.521-3,-0.915 11.083 8,-5.158 3.462-9,-0.142-0.817-4,-0.958 2.054 0,-1.822 4.721-2,-1.278 3.252 0,-0.889 2.853 0,-0.569 2.434-1,-0.881 2.303-1,-1.061 2.102 1,-2.316 5.175-1,-0.723 0.542 1,2.602-7.699 3,-0.259-0.188 0,-1.545 3.166-1,0.260-0.936 1,0.743-1.720 4,1.051-2.198-1,0.292-0.204 3,1.627-3.470-1,1.584-3.405 1,1.461-3.159-1,0.978-1.477 10,1.815-4.111-2,1.815-0.953-4,7.869-12.756-1,-2.501-0.729 1,-0.094 0.033-1,-0.696 0.908 0</inkml:trace>
</inkml:ink>
</file>

<file path=ppt/ink/ink22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20:29:42"/>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11183.219 7338.000 767,'7.137'-3.568'0,"-1.648"0.965"0,1.550 0.075 0,3.965-1.484-8,-3.796 1.409 7,0.257 0.153-1,1.246-0.041 0,3.465-0.278-1,2.421 0.186 0,4.926-0.001-2,2.721 0.372 3,-0.087 0.548-2,2.633 0.294-1,6.856 0.175-1,3.515 0.306 0,-6.562 0.354 2,0.986 0.137 0,4.928 0.096-1,0.003 0.123 0,-5.341 0.096 1,-1.604 0.058 0,4.606 0.066 3,-3.771 0.047 2,-6.227 0.012 0,-2.948 0.010 0,0.122 0.350 2,-5.439 0.479 15,-4.981 0.541-9,-3.210 3.049 8,-10.813 1.273-13,-0.776-2.088-2,-4.035 2.082 3,-3.073 1.821-3,-2.735 1.493-7,-2.343 1.182-2,5.315-2.870 3,-0.689 0.719 1,-8.921 5.926-3,-1.947 1.490 1,4.613-2.975 2,-0.743 0.339 0,-6.611 4.055 1,0.016-0.050-2,6.770-4.175 0,1.087-0.554 1,-3.348 2.430 3,2.424-1.227 0,3.487-2.197 1,2.369-1.604-1,2.241-1.624 8,2.034-1.551 0,3.074-1.878-4,1.233-0.505 2,-0.530 0.978 7,-0.691 1.533-1,1.945-2.824-12,-4.281-5.283 1,-2.992-1.633-2,5.172 1.195 0,0.827 0.176-1,-2.979-0.974 0</inkml:trace>
</inkml:ink>
</file>

<file path=ppt/ink/ink22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20:29:42"/>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11123.219 7350.000 767,'8.649'0.000'0,"1.718"2.072"0,-2.515 0.317 0,2.128 0.798-12,2.740 0.983 10,3.049 1.069-2,2.842 1.080 0,2.560 1.037-1,-0.716-0.187 0,2.005 0.722 0,9.703 3.751-2,2.451 1.391 0,-6.856-2.365 3,0.706 0.445 0,12.947 5.508-2,-0.803 0.137 1,-17.027-6.957 2,-0.763-0.300 0,16.040 6.816 4,-4.189-1.585 0,-9.041-3.867 0,-3.903-1.782 6,-3.729-1.766 0,-6.107-2.537-3,-1.199-0.485-1,2.955 1.048 15,-2.437-1.188-10,-2.105-1.080-4,-1.813-1.138 0,0.373-0.560-2,0.401-0.234-1,1.926 0.171-1,5.671 0.864 0,2.646 0.624-4,0.345 0.193 0,0.650 0.213 0,-2.608-0.363 1,-3.082-0.477 1,-3.087-0.501 0,-2.809-0.470 0,-0.202 0.000 1</inkml:trace>
</inkml:ink>
</file>

<file path=ppt/ink/ink22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20:29:43"/>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12179.219 7206.000 767,'5.449'-5.155'0,"1.727"1.483"0,0.358 2.199-7,5.481 0.401 4,-3.694 0.703 2,2.099 0.094-2,2.088 0.080 1,4.553 0.059-2,2.649 0.064-1,-3.185 0.045 1,1.512 0.022 1,7.961 0.027-1,1.884 0.018-1,-5.607-0.003 1,0.850 0.003 1,4.836-0.276 0,1.320-0.472 0,-0.298-0.303 0,-1.437-0.168 1,-2.180-0.064 2,-8.163 0.318-1,9.625-0.685-2,-6.059 0.208 1,-5.614 0.252 1,-4.837 0.256 6</inkml:trace>
</inkml:ink>
</file>

<file path=ppt/ink/ink22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20:29:43"/>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12599.219 7074.000 767,'-3.230'5.864'0,"-0.181"0.288"0,-0.967 2.186 0,-1.516 3.231-11,-0.660 1.505 7,1.206-1.896 1,-0.211 1.218-1,-1.021 3.507 0,-0.134 1.618 1,-0.062 2.023 0,-0.008 2.216 0,-0.808 5.208 0,0.121 1.863-1,0.965-2.436 0,0.119 0.434 0,1.094-3.220 1,0.411 0.115 0,-0.594 6.578 1,0.868-0.869 1,1.328-7.309 2,0.129-0.723 0,-0.552 4.302 0,0.456-2.401 0,0.104 0.418 2,0.696-4.053 0,0.635-3.809 0,0.479-4.111 3,0.222-2.751 1,0.113-2.313-1,-0.941 1.524 1,-1.349-3.180-2,-1.801 1.631 2,-2.157 0.557-5,0.093-2.079-5,1.839-1.835 3</inkml:trace>
</inkml:ink>
</file>

<file path=ppt/ink/ink22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20:29:43"/>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11975.219 7386.000 767,'6.303'0.000'0,"3.450"0.000"0,-1.559 0.000-7,2.152 0.000 4,1.894 0.000-1,1.619 0.000 1,-0.700 0.000 1,0.947 0.000-2,3.406 0.000 1,1.296 0.000-1,3.829 0.000 1,1.080 0.000 0,-2.045 0.000 1,0.529 0.000 0,-2.854 0.000-1,-0.324 0.000 2,2.636 0.000-1,0.052 0.000 1,2.896-0.358 1,0.088-0.579 2,-5.910-0.211 1,-0.561-0.489-4,3.784-1.332 0,-1.916-0.765 0,-5.324 0.651 1,-0.526-0.022-1,1.415-0.602 5,-0.613-0.221 0,-0.863-0.255 2,-1.000-0.267-5,-1.051-0.264-1,-1.037-0.248 1,-1.261 0.057-1,1.198-1.383 2,-2.578 0.886 1,-2.315 1.022-2,0.693-1.442 1</inkml:trace>
</inkml:ink>
</file>

<file path=ppt/ink/ink23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20:29:44"/>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12923.219 6966.000 767,'0.000'10.976'0,"0.000"-0.962"-6,-0.283-2.326 4,-0.471 1.524-1,-0.135-0.220 0,-0.140 0.806 2,-0.234 2.290-1,-0.003 0.630-1,0.057 0.415 1,0.099 0.242-1,0.016 1.808 2,0.169-0.098-1,0.237-2.156 2,0.128-0.668-1,0.118-0.771 2,0.104-0.808-1,0.111-1.728 0,0.060-0.184 0,0.414 3.258 5,0.672-1.584-1,0.729-1.823-4,0.707-1.827 0,3.958 1.877 1,1.233-4.699 1,-0.779-2.745-1,-0.009-1.182 3,2.063-0.656-2,0.455-0.106-1,0.595 0.087-1,0.557 0.140-3,-4.391 0.281 2,0.135 0.040 1,0.084 0.037-1,5.632-1.071 0,-5.903-0.465 0,0.018-1.087 0,3.752-4.123 3,-4.396 0.772-1,-0.791-1.214-2,-1.503 0.745 0,-0.476-1.072 0,-0.003-3.413 1,-0.656-0.527-1,-0.767 2.344 0,-0.295-0.272-1,-0.205-1.459 1,-0.265 0.163-1,-0.490 0.343 2,-0.628 0.455 0,-1.112-1.626 0,-0.665 1.536 0,-0.458 1.634 2,-0.292 1.571-1,-0.165 1.409 0,-3.567-2.123-1,0.167 3.313 0,-1.666 2.127 0,-0.585 1.313 1,-0.727 0.567 0,3.691 0.290-1,-5.060 0.150 2,3.977-0.003-2,-1.025 0.018 1,-3.472 0.491-2,-0.932 0.682 2,3.513-0.017-3,-0.307 0.455 0,-3.068 1.210-1,0.717 0.349 2,1.102 0.146 0,1.286 0.002 0,1.327-0.093 1,1.269-0.151 0,-1.255 1.061 0,1.036 0.432 1</inkml:trace>
</inkml:ink>
</file>

<file path=ppt/ink/ink23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20:29:45"/>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12767.219 7590.000 767,'0.000'9.025'0,"0.000"3.204"-6,0.000-5.136 4,0.000 0.306 0,0.110 0.532-1,0.173-0.769 2,0.200-1.020 0,1.080 2.854-1,1.963-2.457 4,3.370-2.992 2,1.691-0.657-3,-0.686-0.894-1,1.751-0.577 0,-2.744-0.808-2,0.286-0.174 1,1.466-0.089 0,4.845-0.031 0,1.870-0.107-2,-0.020-0.090 0,1.892-0.053 0,3.906-0.401-1,0.994-0.615 0,-4.448-0.222 2,0.582-0.499-1,-0.009-0.746 0,-0.449-0.904 0,1.551-1.766 3,-1.339-1.246-1,-0.028-1.715 0,-2.617-0.323 1,-2.688 0.102 3,-2.574 0.383-1,-3.669 1.544 0,-1.294-0.576-1,-1.371-0.615 2,-1.378-0.621 2,-1.875-3.327-1,-2.481-0.705-2,-1.163 2.859 0,-1.730 0.450-1,-3.284-0.693-3,-2.595 0.577 0,-2.475 0.552 0,-2.271 0.508 1,-4.488-0.418 0,-1.970 0.527-3,4.206 2.020 1,-0.508 0.203 0,-8.565-1.677-1,0.161 0.999 1,10.914 2.907 2,0.147 0.400-1,-7.308-0.602 3,0.968 0.810 0,5.619 1.044 0,0.718 0.384 0,-1.354 0.248 1,0.850 0.363 1,-0.642 0.280-2,1.563 0.277 2,0.737 0.578 1,2.609 0.705-3,2.538 0.722 0,2.308 0.680 1,-1.219 4.424 5,4.962 4.149-4,2.586 1.020-2,1.337-5.844-1,1.128-0.293 0,0.717-0.208 0,0.390-0.137 0,2.279 1.282 2,1.928-0.147-2,-1.150-2.104 0,1.178-0.007 0,3.252 1.004-2,2.507 0.541 0,0.364-0.488-1,2.085 0.225 1,6.056 1.071-2,4.280 0.111-2,8.759 1.639-1,4.911 1.058 0,-0.783-0.706 0,3.567 0.127-2,-2.685-1.202 1,2.675-0.109 1,15.347 1.657-2,1.304-0.982 2,-6.350-1.886 1,-0.077-0.979 1,-7.400-1.458 1,-1.177-0.708 1,20.563 0.414 3,-6.835-1.337 2,-28.910-1.515 0,-2.918-0.273 0,11.723-0.081 6,-9.514-0.559-2,-8.247-0.355 3,-11.523 0.018-6</inkml:trace>
</inkml:ink>
</file>

<file path=ppt/ink/ink23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20:29:45"/>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13823.219 7386.000 767,'6.971'0.000'0,"0.330"0.159"0,11.354 2.470-9,1.733 0.327 3,6.677 0.847 0,-2.096-0.203-1,4.195 0.783-1,22.057 3.635-5,7.647 1.417-1,-15.654-2.510 5,1.674 0.206 1,7.911 1.167-1,0.558-0.003-1,-7.641-1.338 2,-1.727-0.476 0,8.524 0.876 8,-5.149-1.098 2,-4.195-0.896-1,-7.162-1.175-1,-6.905-1.051 10,-6.279-0.900 4,-10.661-1.121-5,3.197 0.056 13</inkml:trace>
</inkml:ink>
</file>

<file path=ppt/ink/ink23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20:29:45"/>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14387.219 7302.000 767,'0.000'8.420'0,"0.000"-0.684"0,0.000 5.745-9,-0.283 1.001 5,-0.471 3.929-1,-0.831 7.250-1,-0.762 4.319 0,-0.601-1.023-1,-1.040 1.692 0,-0.836 1.457-1,-0.650 1.221 2,-1.302 5.067-1,-0.371 0.109 3,2.460-13.504 3,0.186-0.870 1,-1.029 6.259-2,0.596-2.137 0,0.214 0.637 3,0.843-2.964-1,1.064-5.402 8,0.583-2.480 2,0.337-0.554-5,0.592-3.486 1,0.477-3.213-1,0.370-2.826 3,0.287 1.247-4</inkml:trace>
</inkml:ink>
</file>

<file path=ppt/ink/ink23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20:29:46"/>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14987.219 7554.000 767,'7.727'4.429'0,"0.380"3.017"0,-3.424-2.754-8,1.554 2.021 5,0.902 1.494 0,1.994 2.598-1,0.917 1.134 1,-1.788-2.187 1,0.468 0.430 0,1.575 1.395 0,0.031-0.588-1,-0.465-0.654 2,-0.797-0.670-1,1.035 1.188 1,-1.623-1.805 1,-1.564-1.839 1,-1.406-1.718 6,2.145 1.212-2,-1.310-3.635-2,0.299-3.201 3,6.027-0.452-1,-1.874-0.034-7,3.448-0.469-2,3.197-0.848 0,2.867-1.078-1,2.216-1.191-1,1.646-1.215 0,-1.914-0.222 1,1.107-0.902-1,3.885-2.074 2,-0.330-0.970-1,-0.938-0.521 3,-1.327-0.177 0,0.773-1.548 0,-2.720-0.187 0,-1.419-1.490 4,-4.092 0.013 2,-3.885 0.119 4,-5.448 3.356-4,-2.919 0.956 0,-2.877 0.826-2,-2.712 0.694 0,-4.633-0.227 8,-4.911 0.591-2,-0.461 1.881-6,-2.735 0.188-3,-5.932-0.872-3,-3.933-0.384-2,-8.284-1.478-2,-4.976-0.708 1,5.445 1.272 0,-2.822-0.858 0,-8.828-1.900-1,-3.655-0.334 0,-2.962-0.314-1,-2.329-0.286 2,-1.203-0.251 2,-0.346-0.215-2,1.696 0.386 0,3.069 0.796 2,-1.474 0.046 3,5.000 1.508 0,9.494 2.184 4,4.594 1.173-1,7.253 1.501 8,3.177 0.762 9,-2.531 0.219-5,6.238 1.436 6,5.409 1.202-1,4.471 0.962-11,4.255 5.117-7,8.591-0.490 5,0.867-0.648-1,6.390 1.655 3,-1.211-1.693-8,1.690 0.265-2,6.428 1.835-2,-1.194-0.666 1,-2.445-0.955-1,-2.973-1.041 2,-3.020-0.998 0,-2.772-0.882 1,-0.139-0.126 0</inkml:trace>
</inkml:ink>
</file>

<file path=ppt/ink/ink23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20:29:46"/>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15479.219 7266.000 767,'-4.176'4.494'0,"-0.169"1.834"0,-1.175 3.323 0,-1.425 3.607-12,-1.535 3.640 7,-3.012 6.890-3,-1.707 4.316 1,1.845-3.546 0,-1.270 3.082 1,-3.016 7.636-3,-0.690 2.942 2,-0.006 2.273-1,0.483 1.689 1,0.243 1.194 0,0.061 0.786 1,0.492 0.175 2,0.778-0.269 1,-0.591 4.428 2,1.337-1.834 1,3.825-11.937-1,0.745-1.560 2,-0.129 2.217 2,1.248-2.897 1,1.258-3.311 0,1.206-3.449 1,1.112-3.386 1,0.993-3.181 0,0.493 0.305 4,1.106-4.597 5,0.828-3.936-2,0.588-3.212-6,0.761 0.832-1,7.309-10.268-3,-2.387-3.767 3,0.072-0.299-4,-0.328 0.252-4,-0.667 0.653 0,2.064-2.338 0</inkml:trace>
</inkml:ink>
</file>

<file path=ppt/ink/ink23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20:29:47"/>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16019.219 7386.000 767,'-5.785'6.917'0,"-0.461"2.061"0,-2.158 4.018 0,-1.706 3.944-16,-1.304 3.707 9,-1.521 3.080 0,-1.605 2.489-1,-3.111 6.103-1,-0.538 2.130 1,0.363 0.816 1,0.951-0.120 2,4.531-8.478 1,0.813-0.812 1,-2.851 8.821 1,2.396-3.116 2,2.417-3.435 5,3.354-8.075 0,1.318-2.406 0,1.170-2.262-1,1.009-2.053-1,0.598 1.063 2,1.104-2.953 18,0.765-2.442-17,0.749-2.729-3,2.773 1.647 0,2.675-4.504-2,1.739-2.578 0,-0.888-0.541 1,2.361 0.355-2,0.660 0.088-1,1.580 0.079-1,2.002 0.301-1,2.207 0.444-1,-0.012 0.207 0,2.187 0.453 1,10.976 1.481-1,1.354 0.065-2,-5.756-0.903 1,0.173-0.242 1,-6.077-0.822 1,0.190-0.179 0,9.262 0.042 1,-0.991-0.977 3,-4.504-0.913 0,-1.852-0.868 0,-1.721-0.850-1,-1.549-0.795 1,-1.635-0.438 1,-1.617-0.162 2,-0.543-0.543 4,-2.355-0.032-5,-2.258 0.032-1,-2.057 0.075 2,1.240-4.290 2,-4.613 1.250-2,-2.232 0.751-2,-1.436-3.755-1,-1.436 3.721 1</inkml:trace>
</inkml:ink>
</file>

<file path=ppt/ink/ink23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20:29:47"/>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15983.219 7686.000 767,'6.893'0.000'0,"3.671"0.000"-5,-3.161 0.000 3,3.105 0.000-1,1.527 0.000-1,-0.239 0.000 1,1.386 0.000 0,5.768 0.000-2,1.297 0.000 1,-4.266 0.000 3,0.029 0.000-1,4.730-0.358-2,-0.057-0.579 2,-3.021-0.443 0,-1.064-0.607 2,-0.701-0.826 2,-2.053-0.657-1,-2.160-0.590-2,-2.121-0.513 1,-1.658-0.753 5,-1.973-0.367 0,-1.424-0.520-4,-1.555-0.037 1,-1.084-3.272 4,-3.504 2.442 0</inkml:trace>
</inkml:ink>
</file>

<file path=ppt/ink/ink23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20:29:47"/>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16175.219 7422.000 767,'0.000'6.258'0,"0.000"0.352"0,0.000 1.735 0,0.000 2.503-9,0.000-2.211 7,0.000 1.118 0,0.000 5.019-2,0.000 2.060 0,0.000-2.424 1,0.000 1.548 1,-0.217 1.881 0,-0.371 2.062-2,-0.947 8.123-1,-0.795 1.049 1,-0.156-5.998 1,-0.848 0.596-1,-1.430 3.414 0,-0.736-0.688-1,-2.232 5.215 5,-0.420-1.888-1,3.221-12.794 1,-0.059-0.840 0,-1.795 3.717 3,-0.057-1.823 0,-1.395 1.144 0,0.682-3.554 1,0.867-3.421 1,0.920-3.085-1,0.889-2.642-2,-2.590 0.399 3,-3.565-5.939 2,3.775-3.136-5,-0.340-1.295 0,-1.309-1.700 1,-6.042-6.226-5,-1.206-3.467-3,1.237-1.560 0,-0.081-3.228 0,2.330 1.397 0,-2.864-6.552 0,2.650 2.607 1,2.761 3.589 2,2.577 3.852 0,2.231 3.660 0,1.822 3.211 1</inkml:trace>
</inkml:ink>
</file>

<file path=ppt/ink/ink23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20:29:48"/>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16055.219 7602.000 767,'8.252'0.000'0,"5.107"0.000"0,4.184 0.000 0,2.717 0.000 0,-1.566 0.000-22,0.264 0.000 16,-0.270 0.000 1,-0.658 0.000 0,7.248 0.349-1,-3.889 0.531 1,-4.232 0.595 3,-4.072 0.583 5,-3.617 0.523 3,-3.025 0.442 1,-0.178 4.001-5,-6.887 1.011 0,-3.900-3.492-1,-2.506 1.194 3,0.799-0.991-2,-1.404 0.808 2,-4.896 2.970 1,-2.518 1.143-9,-0.094-0.354 1,-1.676 0.640-1,0.930-0.822 0,-1.170 0.419 0,-11.992 6.450-3,-0.371 0.244 4,13.928-7.612 1,0.686-0.248 0,-3.563 2.053 0,1.560-1.020 1,3.342-2.073 0,1.197-0.935 1,-2.792 1.041 1,3.312-1.868 9,3.179-1.613 16,2.843-1.325-30,12.146-1.576 8,3.141-1.674 2,-1.287 0.332-7,2.627 0.038-1,2.771 0.038-1,5.180 0.022-1,3.012 0.042-1,-3.548-0.165 1,1.186-0.352 0,7.303-1.297-2,1.004-1.351 1,-5.904-0.133 2,0.281-0.958 0,3.246-1.921 1,-0.295-1.189 1,-0.547-1.059-1,-0.699-0.916 1,1.648-2.519 2,-1.713-1.260-1,-6.420 2.475 0,-1.037-0.396 1,0.553-2.021 0,-2.066-0.247 1,-2.172-0.108-1,-2.145-0.003 1,-0.885-2.321 1,-1.707-0.908 2,-2.168 2.171-1,-0.045-3.934 0,-1.895 2.735-5,-1.486 3.079 0,-1.104 3.004 0,-0.775 2.687 1</inkml:trace>
</inkml:ink>
</file>

<file path=ppt/ink/ink24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20:29:48"/>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16511.219 7458.000 767,'-2.117'6.871'0,"-4.816"6.099"-7,1.732-3.128 4,0.309-1.073 0,-1.107 1.166 0,-2.787 2.938-1,-2.090 1.324 0,-1.826 1.404-1,-1.549 1.396 2,0.586-0.678 0,-1.268 1.792-1,-6.375 8.100-1,-1.584 2.204-1,4.398-5.356 3,-0.713 0.967-2,-5.584 8.059-1,1.059 0.326 1,6.346-7.589 2,1.213-0.536 0,-2.873 6.259 2,1.602-0.849 1,4.945-7.584 2,1.033-1.103 1,-3.330 7.638 7,3.107-4.763-9,2.973-4.962 0,2.635-4.658 3,2.201-4.072 1,1.746-3.363-1,1.451-0.433-4,6.859-8.342 6,0.877-1.149 3,-0.449 2.437-3,1.166-0.097 1,2.297-0.597 2,-1.545 0.091-11,3.180-0.624 0,-1.145 0.092-1,-1.645 0.218 1,-1.799 0.274 0,2.139-0.474 0</inkml:trace>
</inkml:ink>
</file>

<file path=ppt/ink/ink24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1-01T20:29:48"/>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16415.219 7710.000 767,'8.160'0.000'0,"-1.576"0.000"-4,-0.266 0.000 2,1.551 0.000 0,-3.443 4.881 3,-8.082 8.275 0,0.625-4.644-3,-1.064 2.958-1,-2.564 6.816-2,-2.225 5.652-2,-2.014 7.420-1,-1.770 8.330-2,-2.076 10.847-3,-2.195 12.128-2,-3.029 15.013-4,-3.477 16.359-1,-7.529 35.202-9,-4.123 22.458-4,11.391-47.840 11,-18.869 86.357-17,4.666-18.560 4,6.246-26.741 8,6.625-29.218 5,6.252-28.049 6,5.460-24.797 4,4.487-20.593 5,7.277-34.774 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EC660F-6F24-4B4D-8EEB-FEFAFB201B59}"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B88393-490F-4F54-BC9B-C3B1A3B7A420}"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6898" name="幻灯片图像占位符 1"/>
          <p:cNvSpPr>
            <a:spLocks noGrp="1" noRot="1" noChangeAspect="1" noTextEdit="1"/>
          </p:cNvSpPr>
          <p:nvPr>
            <p:ph type="sldImg"/>
          </p:nvPr>
        </p:nvSpPr>
        <p:spPr/>
      </p:sp>
      <p:sp>
        <p:nvSpPr>
          <p:cNvPr id="33689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33690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fld id="{65AAE9B7-DF92-4B9E-8FD6-202A5494129A}" type="slidenum">
              <a:rPr lang="zh-CN" altLang="en-US" sz="1200" smtClean="0"/>
            </a:fld>
            <a:endParaRPr lang="en-US" altLang="zh-CN" sz="1200"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946" name="幻灯片图像占位符 1"/>
          <p:cNvSpPr>
            <a:spLocks noGrp="1" noRot="1" noChangeAspect="1" noTextEdit="1"/>
          </p:cNvSpPr>
          <p:nvPr>
            <p:ph type="sldImg"/>
          </p:nvPr>
        </p:nvSpPr>
        <p:spPr/>
      </p:sp>
      <p:sp>
        <p:nvSpPr>
          <p:cNvPr id="33894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33894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fld id="{CB9BDB5E-E42F-4BDE-8FD0-E772BE3BE1E0}" type="slidenum">
              <a:rPr lang="zh-CN" altLang="en-US" sz="1200" smtClean="0"/>
            </a:fld>
            <a:endParaRPr lang="en-US" altLang="zh-CN" sz="1200"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幻灯片图像占位符 1"/>
          <p:cNvSpPr>
            <a:spLocks noGrp="1" noRot="1" noChangeAspect="1" noTextEdit="1"/>
          </p:cNvSpPr>
          <p:nvPr>
            <p:ph type="sldImg"/>
          </p:nvPr>
        </p:nvSpPr>
        <p:spPr/>
      </p:sp>
      <p:sp>
        <p:nvSpPr>
          <p:cNvPr id="34099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34099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fld id="{6FD04BBB-45A6-4292-804F-C75DDC085EE4}" type="slidenum">
              <a:rPr lang="zh-CN" altLang="en-US" sz="1200" smtClean="0"/>
            </a:fld>
            <a:endParaRPr lang="en-US" altLang="zh-CN" sz="1200"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3042" name="幻灯片图像占位符 1"/>
          <p:cNvSpPr>
            <a:spLocks noGrp="1" noRot="1" noChangeAspect="1" noTextEdit="1"/>
          </p:cNvSpPr>
          <p:nvPr>
            <p:ph type="sldImg"/>
          </p:nvPr>
        </p:nvSpPr>
        <p:spPr/>
      </p:sp>
      <p:sp>
        <p:nvSpPr>
          <p:cNvPr id="34304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34304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fld id="{ECC6D6A8-C9F7-4AFD-A6B5-CB8F8979AC22}" type="slidenum">
              <a:rPr lang="zh-CN" altLang="en-US" sz="1200" smtClean="0"/>
            </a:fld>
            <a:endParaRPr lang="en-US" altLang="zh-CN" sz="1200"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0450" name="幻灯片图像占位符 1"/>
          <p:cNvSpPr>
            <a:spLocks noGrp="1" noRot="1" noChangeAspect="1" noTextEdit="1"/>
          </p:cNvSpPr>
          <p:nvPr>
            <p:ph type="sldImg"/>
          </p:nvPr>
        </p:nvSpPr>
        <p:spPr/>
      </p:sp>
      <p:sp>
        <p:nvSpPr>
          <p:cNvPr id="36045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36045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341A30D0-9D1A-442A-8B3F-67A81F6B5EE1}" type="slidenum">
              <a:rPr kumimoji="0" lang="zh-CN"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fld>
            <a:endParaRPr kumimoji="0" lang="en-US" altLang="zh-CN" sz="12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3522" name="幻灯片图像占位符 1"/>
          <p:cNvSpPr>
            <a:spLocks noGrp="1" noRot="1" noChangeAspect="1" noTextEdit="1"/>
          </p:cNvSpPr>
          <p:nvPr>
            <p:ph type="sldImg"/>
          </p:nvPr>
        </p:nvSpPr>
        <p:spPr/>
      </p:sp>
      <p:sp>
        <p:nvSpPr>
          <p:cNvPr id="36352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smtClean="0"/>
          </a:p>
        </p:txBody>
      </p:sp>
      <p:sp>
        <p:nvSpPr>
          <p:cNvPr id="36352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fld id="{1B3E4AA2-207A-4DE5-82D8-996E75EF84C2}" type="slidenum">
              <a:rPr lang="zh-CN" altLang="en-US" sz="1200" smtClean="0"/>
            </a:fld>
            <a:endParaRPr lang="en-US" altLang="zh-CN" sz="1200"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074" name="幻灯片图像占位符 1"/>
          <p:cNvSpPr>
            <a:spLocks noGrp="1" noRot="1" noChangeAspect="1" noTextEdit="1"/>
          </p:cNvSpPr>
          <p:nvPr>
            <p:ph type="sldImg"/>
          </p:nvPr>
        </p:nvSpPr>
        <p:spPr/>
      </p:sp>
      <p:sp>
        <p:nvSpPr>
          <p:cNvPr id="38707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38707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fld id="{FCC6DE17-69D4-4C57-BD7A-ABDCE475616A}" type="slidenum">
              <a:rPr lang="zh-CN" altLang="en-US" sz="1200" smtClean="0"/>
            </a:fld>
            <a:endParaRPr lang="en-US" altLang="zh-CN" sz="1200" smtClean="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a:fill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a:fill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zh-CN" altLang="en-US" smtClean="0"/>
              <a:t>单击此处编辑母版标题样式</a:t>
            </a:r>
            <a:endParaRPr lang="en-US" dirty="0"/>
          </a:p>
        </p:txBody>
      </p:sp>
      <p:sp>
        <p:nvSpPr>
          <p:cNvPr id="3" name="Subtitle 2"/>
          <p:cNvSpPr>
            <a:spLocks noGrp="1"/>
          </p:cNvSpPr>
          <p:nvPr>
            <p:ph type="subTitle" idx="1" hasCustomPrompt="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单击以编辑母版副标题样式</a:t>
            </a:r>
            <a:endParaRPr lang="en-US" dirty="0"/>
          </a:p>
        </p:txBody>
      </p:sp>
      <p:sp>
        <p:nvSpPr>
          <p:cNvPr id="4" name="Date Placeholder 3"/>
          <p:cNvSpPr>
            <a:spLocks noGrp="1"/>
          </p:cNvSpPr>
          <p:nvPr>
            <p:ph type="dt" sz="half" idx="10"/>
          </p:nvPr>
        </p:nvSpPr>
        <p:spPr>
          <a:xfrm>
            <a:off x="7983232" y="5037663"/>
            <a:ext cx="897467" cy="279400"/>
          </a:xfrm>
        </p:spPr>
        <p:txBody>
          <a:bodyPr/>
          <a:lstStyle/>
          <a:p>
            <a:fld id="{D563B674-4E0F-4791-83C0-9744DC4B1E51}" type="datetimeFigureOut">
              <a:rPr lang="zh-CN" altLang="en-US" smtClean="0"/>
            </a:fld>
            <a:endParaRPr lang="zh-CN" altLang="en-US"/>
          </a:p>
        </p:txBody>
      </p:sp>
      <p:sp>
        <p:nvSpPr>
          <p:cNvPr id="5" name="Footer Placeholder 4"/>
          <p:cNvSpPr>
            <a:spLocks noGrp="1"/>
          </p:cNvSpPr>
          <p:nvPr>
            <p:ph type="ftr" sz="quarter" idx="11"/>
          </p:nvPr>
        </p:nvSpPr>
        <p:spPr>
          <a:xfrm>
            <a:off x="2692397" y="5037663"/>
            <a:ext cx="5214635" cy="279400"/>
          </a:xfrm>
        </p:spPr>
        <p:txBody>
          <a:bodyPr/>
          <a:lstStyle/>
          <a:p>
            <a:endParaRPr lang="zh-CN" altLang="en-US"/>
          </a:p>
        </p:txBody>
      </p:sp>
      <p:sp>
        <p:nvSpPr>
          <p:cNvPr id="6" name="Slide Number Placeholder 5"/>
          <p:cNvSpPr>
            <a:spLocks noGrp="1"/>
          </p:cNvSpPr>
          <p:nvPr>
            <p:ph type="sldNum" sz="quarter" idx="12"/>
          </p:nvPr>
        </p:nvSpPr>
        <p:spPr>
          <a:xfrm>
            <a:off x="8956900" y="5037663"/>
            <a:ext cx="551167" cy="279400"/>
          </a:xfrm>
        </p:spPr>
        <p:txBody>
          <a:bodyPr/>
          <a:lstStyle/>
          <a:p>
            <a:fld id="{A0D7B91E-D9CA-4BD3-A21D-18436E9B24BC}" type="slidenum">
              <a:rPr lang="zh-CN" altLang="en-US" smtClean="0"/>
            </a:fld>
            <a:endParaRPr lang="zh-CN" altLang="en-US"/>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idx="1" hasCustomPrompt="1"/>
          </p:nvPr>
        </p:nvSpPr>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D563B674-4E0F-4791-83C0-9744DC4B1E51}"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0D7B91E-D9CA-4BD3-A21D-18436E9B24BC}"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zh-CN" altLang="en-US" smtClean="0"/>
              <a:t>单击此处编辑母版标题样式</a:t>
            </a:r>
            <a:endParaRPr lang="en-US" dirty="0"/>
          </a:p>
        </p:txBody>
      </p:sp>
      <p:sp>
        <p:nvSpPr>
          <p:cNvPr id="3" name="Text Placeholder 2"/>
          <p:cNvSpPr>
            <a:spLocks noGrp="1"/>
          </p:cNvSpPr>
          <p:nvPr>
            <p:ph type="body" idx="1" hasCustomPrompt="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编辑母版文本样式</a:t>
            </a:r>
            <a:endParaRPr lang="zh-CN" altLang="en-US" smtClean="0"/>
          </a:p>
        </p:txBody>
      </p:sp>
      <p:sp>
        <p:nvSpPr>
          <p:cNvPr id="4" name="Date Placeholder 3"/>
          <p:cNvSpPr>
            <a:spLocks noGrp="1"/>
          </p:cNvSpPr>
          <p:nvPr>
            <p:ph type="dt" sz="half" idx="10"/>
          </p:nvPr>
        </p:nvSpPr>
        <p:spPr/>
        <p:txBody>
          <a:bodyPr/>
          <a:lstStyle/>
          <a:p>
            <a:fld id="{D563B674-4E0F-4791-83C0-9744DC4B1E51}"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0D7B91E-D9CA-4BD3-A21D-18436E9B24BC}" type="slidenum">
              <a:rPr lang="zh-CN" altLang="en-US" smtClean="0"/>
            </a:fld>
            <a:endParaRPr lang="zh-CN" altLang="en-US"/>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hasCustomPrompt="1"/>
          </p:nvPr>
        </p:nvSpPr>
        <p:spPr>
          <a:xfrm>
            <a:off x="1298448" y="2560320"/>
            <a:ext cx="4718304" cy="3310128"/>
          </a:xfrm>
        </p:spPr>
        <p:txBody>
          <a:bodyPr>
            <a:normAutofit/>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Content Placeholder 3"/>
          <p:cNvSpPr>
            <a:spLocks noGrp="1"/>
          </p:cNvSpPr>
          <p:nvPr>
            <p:ph sz="half" idx="2" hasCustomPrompt="1"/>
          </p:nvPr>
        </p:nvSpPr>
        <p:spPr>
          <a:xfrm>
            <a:off x="6181344" y="2560320"/>
            <a:ext cx="4718304" cy="3310128"/>
          </a:xfrm>
        </p:spPr>
        <p:txBody>
          <a:bodyPr>
            <a:normAutofit/>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D563B674-4E0F-4791-83C0-9744DC4B1E51}"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0D7B91E-D9CA-4BD3-A21D-18436E9B24BC}"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smtClean="0"/>
              <a:t>单击此处编辑母版标题样式</a:t>
            </a:r>
            <a:endParaRPr lang="en-US" dirty="0"/>
          </a:p>
        </p:txBody>
      </p:sp>
      <p:sp>
        <p:nvSpPr>
          <p:cNvPr id="3" name="Text Placeholder 2"/>
          <p:cNvSpPr>
            <a:spLocks noGrp="1"/>
          </p:cNvSpPr>
          <p:nvPr>
            <p:ph type="body" idx="1" hasCustomPrompt="1"/>
          </p:nvPr>
        </p:nvSpPr>
        <p:spPr>
          <a:xfrm>
            <a:off x="1295400" y="2658533"/>
            <a:ext cx="4718304" cy="576262"/>
          </a:xfrm>
        </p:spPr>
        <p:txBody>
          <a:bodyPr anchor="b">
            <a:noAutofit/>
          </a:bodyPr>
          <a:lstStyle>
            <a:lvl1pPr marL="0" indent="0">
              <a:spcBef>
                <a:spcPts val="670"/>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endParaRPr lang="zh-CN" altLang="en-US" smtClean="0"/>
          </a:p>
        </p:txBody>
      </p:sp>
      <p:sp>
        <p:nvSpPr>
          <p:cNvPr id="4" name="Content Placeholder 3"/>
          <p:cNvSpPr>
            <a:spLocks noGrp="1"/>
          </p:cNvSpPr>
          <p:nvPr>
            <p:ph sz="half" idx="2" hasCustomPrompt="1"/>
          </p:nvPr>
        </p:nvSpPr>
        <p:spPr>
          <a:xfrm>
            <a:off x="1295400" y="3243262"/>
            <a:ext cx="4718304" cy="2632605"/>
          </a:xfrm>
        </p:spPr>
        <p:txBody>
          <a:bodyPr anchor="t">
            <a:normAutofit/>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Text Placeholder 4"/>
          <p:cNvSpPr>
            <a:spLocks noGrp="1"/>
          </p:cNvSpPr>
          <p:nvPr>
            <p:ph type="body" sz="quarter" idx="3" hasCustomPrompt="1"/>
          </p:nvPr>
        </p:nvSpPr>
        <p:spPr>
          <a:xfrm>
            <a:off x="6180670" y="2658533"/>
            <a:ext cx="4718304" cy="576262"/>
          </a:xfrm>
        </p:spPr>
        <p:txBody>
          <a:bodyPr anchor="b">
            <a:noAutofit/>
          </a:bodyPr>
          <a:lstStyle>
            <a:lvl1pPr marL="0" indent="0">
              <a:spcBef>
                <a:spcPts val="670"/>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endParaRPr lang="zh-CN" altLang="en-US" smtClean="0"/>
          </a:p>
        </p:txBody>
      </p:sp>
      <p:sp>
        <p:nvSpPr>
          <p:cNvPr id="6" name="Content Placeholder 5"/>
          <p:cNvSpPr>
            <a:spLocks noGrp="1"/>
          </p:cNvSpPr>
          <p:nvPr>
            <p:ph sz="quarter" idx="4" hasCustomPrompt="1"/>
          </p:nvPr>
        </p:nvSpPr>
        <p:spPr>
          <a:xfrm>
            <a:off x="6180670" y="3243262"/>
            <a:ext cx="4718304" cy="2632605"/>
          </a:xfrm>
        </p:spPr>
        <p:txBody>
          <a:bodyPr anchor="t">
            <a:normAutofit/>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D563B674-4E0F-4791-83C0-9744DC4B1E51}" type="datetimeFigureOut">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A0D7B91E-D9CA-4BD3-A21D-18436E9B24BC}" type="slidenum">
              <a:rPr lang="zh-CN" altLang="en-US" smtClean="0"/>
            </a:fld>
            <a:endParaRPr lang="zh-CN" altLang="en-US"/>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p>
            <a:fld id="{D563B674-4E0F-4791-83C0-9744DC4B1E51}" type="datetimeFigureOut">
              <a:rPr lang="zh-CN" altLang="en-US" smtClean="0"/>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A0D7B91E-D9CA-4BD3-A21D-18436E9B24BC}" type="slidenum">
              <a:rPr lang="zh-CN" altLang="en-US" smtClean="0"/>
            </a:fld>
            <a:endParaRPr lang="zh-CN" alt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563B674-4E0F-4791-83C0-9744DC4B1E51}" type="datetimeFigureOut">
              <a:rPr lang="zh-CN" altLang="en-US" smtClean="0"/>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A0D7B91E-D9CA-4BD3-A21D-18436E9B24BC}"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zh-CN" altLang="en-US" smtClean="0"/>
              <a:t>单击此处编辑母版标题样式</a:t>
            </a:r>
            <a:endParaRPr lang="en-US" dirty="0"/>
          </a:p>
        </p:txBody>
      </p:sp>
      <p:sp>
        <p:nvSpPr>
          <p:cNvPr id="3" name="Content Placeholder 2"/>
          <p:cNvSpPr>
            <a:spLocks noGrp="1"/>
          </p:cNvSpPr>
          <p:nvPr>
            <p:ph idx="1" hasCustomPrompt="1"/>
          </p:nvPr>
        </p:nvSpPr>
        <p:spPr>
          <a:xfrm>
            <a:off x="5418668" y="982131"/>
            <a:ext cx="5469466" cy="4893735"/>
          </a:xfrm>
        </p:spPr>
        <p:txBody>
          <a:bodyPr anchor="ctr">
            <a:normAutofit/>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Text Placeholder 3"/>
          <p:cNvSpPr>
            <a:spLocks noGrp="1"/>
          </p:cNvSpPr>
          <p:nvPr>
            <p:ph type="body" sz="half" idx="2" hasCustomPrompt="1"/>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编辑母版文本样式</a:t>
            </a:r>
            <a:endParaRPr lang="zh-CN" altLang="en-US" smtClean="0"/>
          </a:p>
        </p:txBody>
      </p:sp>
      <p:sp>
        <p:nvSpPr>
          <p:cNvPr id="5" name="Date Placeholder 4"/>
          <p:cNvSpPr>
            <a:spLocks noGrp="1"/>
          </p:cNvSpPr>
          <p:nvPr>
            <p:ph type="dt" sz="half" idx="10"/>
          </p:nvPr>
        </p:nvSpPr>
        <p:spPr/>
        <p:txBody>
          <a:bodyPr/>
          <a:lstStyle/>
          <a:p>
            <a:fld id="{D563B674-4E0F-4791-83C0-9744DC4B1E51}"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0D7B91E-D9CA-4BD3-A21D-18436E9B24BC}" type="slidenum">
              <a:rPr lang="zh-CN" altLang="en-US" smtClean="0"/>
            </a:fld>
            <a:endParaRPr lang="zh-CN" altLang="en-US"/>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zh-CN" altLang="en-US" smtClean="0"/>
              <a:t>单击此处编辑母版标题样式</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smtClean="0"/>
              <a:t>单击图标添加图片</a:t>
            </a:r>
            <a:endParaRPr lang="en-US" dirty="0"/>
          </a:p>
        </p:txBody>
      </p:sp>
      <p:sp>
        <p:nvSpPr>
          <p:cNvPr id="4" name="Text Placeholder 3"/>
          <p:cNvSpPr>
            <a:spLocks noGrp="1"/>
          </p:cNvSpPr>
          <p:nvPr>
            <p:ph type="body" sz="half" idx="2" hasCustomPrompt="1"/>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编辑母版文本样式</a:t>
            </a:r>
            <a:endParaRPr lang="zh-CN" altLang="en-US" smtClean="0"/>
          </a:p>
        </p:txBody>
      </p:sp>
      <p:sp>
        <p:nvSpPr>
          <p:cNvPr id="5" name="Date Placeholder 4"/>
          <p:cNvSpPr>
            <a:spLocks noGrp="1"/>
          </p:cNvSpPr>
          <p:nvPr>
            <p:ph type="dt" sz="half" idx="10"/>
          </p:nvPr>
        </p:nvSpPr>
        <p:spPr/>
        <p:txBody>
          <a:bodyPr/>
          <a:lstStyle/>
          <a:p>
            <a:fld id="{D563B674-4E0F-4791-83C0-9744DC4B1E51}"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0D7B91E-D9CA-4BD3-A21D-18436E9B24BC}"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带描述的全景图片">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smtClean="0"/>
              <a:t>单击图标添加图片</a:t>
            </a:r>
            <a:endParaRPr lang="en-US" dirty="0"/>
          </a:p>
        </p:txBody>
      </p:sp>
      <p:sp>
        <p:nvSpPr>
          <p:cNvPr id="4" name="Text Placeholder 3"/>
          <p:cNvSpPr>
            <a:spLocks noGrp="1"/>
          </p:cNvSpPr>
          <p:nvPr>
            <p:ph type="body" sz="half" idx="2" hasCustomPrompt="1"/>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编辑母版文本样式</a:t>
            </a:r>
            <a:endParaRPr lang="zh-CN" altLang="en-US" smtClean="0"/>
          </a:p>
        </p:txBody>
      </p:sp>
      <p:sp>
        <p:nvSpPr>
          <p:cNvPr id="5" name="Date Placeholder 4"/>
          <p:cNvSpPr>
            <a:spLocks noGrp="1"/>
          </p:cNvSpPr>
          <p:nvPr>
            <p:ph type="dt" sz="half" idx="10"/>
          </p:nvPr>
        </p:nvSpPr>
        <p:spPr/>
        <p:txBody>
          <a:bodyPr/>
          <a:lstStyle/>
          <a:p>
            <a:fld id="{D563B674-4E0F-4791-83C0-9744DC4B1E51}"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0D7B91E-D9CA-4BD3-A21D-18436E9B24BC}"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zh-CN" altLang="en-US" smtClean="0"/>
              <a:t>单击此处编辑母版标题样式</a:t>
            </a:r>
            <a:endParaRPr lang="en-US" dirty="0"/>
          </a:p>
        </p:txBody>
      </p:sp>
      <p:sp>
        <p:nvSpPr>
          <p:cNvPr id="3" name="Text Placeholder 2"/>
          <p:cNvSpPr>
            <a:spLocks noGrp="1"/>
          </p:cNvSpPr>
          <p:nvPr>
            <p:ph type="body" idx="1" hasCustomPrompt="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编辑母版文本样式</a:t>
            </a:r>
            <a:endParaRPr lang="zh-CN" altLang="en-US" smtClean="0"/>
          </a:p>
        </p:txBody>
      </p:sp>
      <p:sp>
        <p:nvSpPr>
          <p:cNvPr id="4" name="Date Placeholder 3"/>
          <p:cNvSpPr>
            <a:spLocks noGrp="1"/>
          </p:cNvSpPr>
          <p:nvPr>
            <p:ph type="dt" sz="half" idx="10"/>
          </p:nvPr>
        </p:nvSpPr>
        <p:spPr/>
        <p:txBody>
          <a:bodyPr/>
          <a:lstStyle/>
          <a:p>
            <a:fld id="{D563B674-4E0F-4791-83C0-9744DC4B1E51}"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0D7B91E-D9CA-4BD3-A21D-18436E9B24BC}" type="slidenum">
              <a:rPr lang="zh-CN" altLang="en-US" smtClean="0"/>
            </a:fld>
            <a:endParaRPr lang="zh-CN" altLang="en-US"/>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zh-CN" altLang="en-US" smtClean="0"/>
              <a:t>单击此处编辑母版标题样式</a:t>
            </a:r>
            <a:endParaRPr lang="en-US" dirty="0"/>
          </a:p>
        </p:txBody>
      </p:sp>
      <p:sp>
        <p:nvSpPr>
          <p:cNvPr id="10" name="Text Placeholder 9"/>
          <p:cNvSpPr>
            <a:spLocks noGrp="1"/>
          </p:cNvSpPr>
          <p:nvPr>
            <p:ph type="body" sz="quarter" idx="13" hasCustomPrompt="1"/>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smtClean="0"/>
              <a:t>编辑母版文本样式</a:t>
            </a:r>
            <a:endParaRPr lang="zh-CN" altLang="en-US" smtClean="0"/>
          </a:p>
        </p:txBody>
      </p:sp>
      <p:sp>
        <p:nvSpPr>
          <p:cNvPr id="3" name="Text Placeholder 2"/>
          <p:cNvSpPr>
            <a:spLocks noGrp="1"/>
          </p:cNvSpPr>
          <p:nvPr>
            <p:ph type="body" idx="1" hasCustomPrompt="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编辑母版文本样式</a:t>
            </a:r>
            <a:endParaRPr lang="zh-CN" altLang="en-US" smtClean="0"/>
          </a:p>
        </p:txBody>
      </p:sp>
      <p:sp>
        <p:nvSpPr>
          <p:cNvPr id="4" name="Date Placeholder 3"/>
          <p:cNvSpPr>
            <a:spLocks noGrp="1"/>
          </p:cNvSpPr>
          <p:nvPr>
            <p:ph type="dt" sz="half" idx="10"/>
          </p:nvPr>
        </p:nvSpPr>
        <p:spPr/>
        <p:txBody>
          <a:bodyPr/>
          <a:lstStyle/>
          <a:p>
            <a:fld id="{D563B674-4E0F-4791-83C0-9744DC4B1E51}"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0D7B91E-D9CA-4BD3-A21D-18436E9B24BC}" type="slidenum">
              <a:rPr lang="zh-CN" altLang="en-US" smtClean="0"/>
            </a:fld>
            <a:endParaRPr lang="zh-CN" alt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endParaRPr lang="en-US" sz="8000" dirty="0">
              <a:solidFill>
                <a:schemeClr val="tx1"/>
              </a:solidFill>
              <a:effectLst/>
            </a:endParaRP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endParaRPr lang="en-US" sz="8000" dirty="0">
              <a:solidFill>
                <a:schemeClr val="tx1"/>
              </a:solidFill>
              <a:effectLst/>
            </a:endParaRP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zh-CN" altLang="en-US" smtClean="0"/>
              <a:t>单击此处编辑母版标题样式</a:t>
            </a:r>
            <a:endParaRPr lang="en-US" dirty="0"/>
          </a:p>
        </p:txBody>
      </p:sp>
      <p:sp>
        <p:nvSpPr>
          <p:cNvPr id="3" name="Text Placeholder 2"/>
          <p:cNvSpPr>
            <a:spLocks noGrp="1"/>
          </p:cNvSpPr>
          <p:nvPr>
            <p:ph type="body" idx="1" hasCustomPrompt="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编辑母版文本样式</a:t>
            </a:r>
            <a:endParaRPr lang="zh-CN" altLang="en-US" smtClean="0"/>
          </a:p>
        </p:txBody>
      </p:sp>
      <p:sp>
        <p:nvSpPr>
          <p:cNvPr id="4" name="Date Placeholder 3"/>
          <p:cNvSpPr>
            <a:spLocks noGrp="1"/>
          </p:cNvSpPr>
          <p:nvPr>
            <p:ph type="dt" sz="half" idx="10"/>
          </p:nvPr>
        </p:nvSpPr>
        <p:spPr/>
        <p:txBody>
          <a:bodyPr/>
          <a:lstStyle/>
          <a:p>
            <a:fld id="{D563B674-4E0F-4791-83C0-9744DC4B1E51}"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0D7B91E-D9CA-4BD3-A21D-18436E9B24BC}"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zh-CN" altLang="en-US" smtClean="0"/>
              <a:t>单击此处编辑母版标题样式</a:t>
            </a:r>
            <a:endParaRPr lang="en-US" dirty="0"/>
          </a:p>
        </p:txBody>
      </p:sp>
      <p:sp>
        <p:nvSpPr>
          <p:cNvPr id="23" name="Text Placeholder 2"/>
          <p:cNvSpPr>
            <a:spLocks noGrp="1"/>
          </p:cNvSpPr>
          <p:nvPr>
            <p:ph type="body" idx="13" hasCustomPrompt="1"/>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编辑母版文本样式</a:t>
            </a:r>
            <a:endParaRPr lang="zh-CN" altLang="en-US" smtClean="0"/>
          </a:p>
        </p:txBody>
      </p:sp>
      <p:sp>
        <p:nvSpPr>
          <p:cNvPr id="3" name="Text Placeholder 2"/>
          <p:cNvSpPr>
            <a:spLocks noGrp="1"/>
          </p:cNvSpPr>
          <p:nvPr>
            <p:ph type="body" idx="1" hasCustomPrompt="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编辑母版文本样式</a:t>
            </a:r>
            <a:endParaRPr lang="zh-CN" altLang="en-US" smtClean="0"/>
          </a:p>
        </p:txBody>
      </p:sp>
      <p:sp>
        <p:nvSpPr>
          <p:cNvPr id="4" name="Date Placeholder 3"/>
          <p:cNvSpPr>
            <a:spLocks noGrp="1"/>
          </p:cNvSpPr>
          <p:nvPr>
            <p:ph type="dt" sz="half" idx="10"/>
          </p:nvPr>
        </p:nvSpPr>
        <p:spPr/>
        <p:txBody>
          <a:bodyPr/>
          <a:lstStyle/>
          <a:p>
            <a:fld id="{D563B674-4E0F-4791-83C0-9744DC4B1E51}"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0D7B91E-D9CA-4BD3-A21D-18436E9B24BC}" type="slidenum">
              <a:rPr lang="zh-CN" altLang="en-US" smtClean="0"/>
            </a:fld>
            <a:endParaRPr lang="zh-CN" alt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endParaRPr lang="en-US" sz="8000" dirty="0">
              <a:solidFill>
                <a:schemeClr val="tx1"/>
              </a:solidFill>
              <a:effectLst/>
            </a:endParaRP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endParaRPr lang="en-US" sz="8000" dirty="0">
              <a:solidFill>
                <a:schemeClr val="tx1"/>
              </a:solidFill>
              <a:effectLst/>
            </a:endParaRP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zh-CN" altLang="en-US" smtClean="0"/>
              <a:t>单击此处编辑母版标题样式</a:t>
            </a:r>
            <a:endParaRPr lang="en-US" dirty="0"/>
          </a:p>
        </p:txBody>
      </p:sp>
      <p:sp>
        <p:nvSpPr>
          <p:cNvPr id="20" name="Text Placeholder 2"/>
          <p:cNvSpPr>
            <a:spLocks noGrp="1"/>
          </p:cNvSpPr>
          <p:nvPr>
            <p:ph type="body" idx="13" hasCustomPrompt="1"/>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编辑母版文本样式</a:t>
            </a:r>
            <a:endParaRPr lang="zh-CN" altLang="en-US" smtClean="0"/>
          </a:p>
        </p:txBody>
      </p:sp>
      <p:sp>
        <p:nvSpPr>
          <p:cNvPr id="3" name="Text Placeholder 2"/>
          <p:cNvSpPr>
            <a:spLocks noGrp="1"/>
          </p:cNvSpPr>
          <p:nvPr>
            <p:ph type="body" idx="1" hasCustomPrompt="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编辑母版文本样式</a:t>
            </a:r>
            <a:endParaRPr lang="zh-CN" altLang="en-US" smtClean="0"/>
          </a:p>
        </p:txBody>
      </p:sp>
      <p:sp>
        <p:nvSpPr>
          <p:cNvPr id="4" name="Date Placeholder 3"/>
          <p:cNvSpPr>
            <a:spLocks noGrp="1"/>
          </p:cNvSpPr>
          <p:nvPr>
            <p:ph type="dt" sz="half" idx="10"/>
          </p:nvPr>
        </p:nvSpPr>
        <p:spPr/>
        <p:txBody>
          <a:bodyPr/>
          <a:lstStyle/>
          <a:p>
            <a:fld id="{D563B674-4E0F-4791-83C0-9744DC4B1E51}"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0D7B91E-D9CA-4BD3-A21D-18436E9B24BC}" type="slidenum">
              <a:rPr lang="zh-CN" altLang="en-US" smtClean="0"/>
            </a:fld>
            <a:endParaRPr lang="zh-CN" altLang="en-US"/>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zh-CN" altLang="en-US" smtClean="0"/>
              <a:t>单击此处编辑母版标题样式</a:t>
            </a:r>
            <a:endParaRPr lang="en-US" dirty="0"/>
          </a:p>
        </p:txBody>
      </p:sp>
      <p:sp>
        <p:nvSpPr>
          <p:cNvPr id="3" name="Vertical Text Placeholder 2"/>
          <p:cNvSpPr>
            <a:spLocks noGrp="1"/>
          </p:cNvSpPr>
          <p:nvPr>
            <p:ph type="body" orient="vert" idx="1" hasCustomPrompt="1"/>
          </p:nvPr>
        </p:nvSpPr>
        <p:spPr/>
        <p:txBody>
          <a:bodyPr vert="eaVert" anchor="t"/>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D563B674-4E0F-4791-83C0-9744DC4B1E51}"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0D7B91E-D9CA-4BD3-A21D-18436E9B24BC}" type="slidenum">
              <a:rPr lang="zh-CN" altLang="en-US" smtClean="0"/>
            </a:fld>
            <a:endParaRPr lang="zh-CN" alt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hasCustomPrompt="1"/>
          </p:nvPr>
        </p:nvSpPr>
        <p:spPr>
          <a:xfrm>
            <a:off x="1295398" y="982132"/>
            <a:ext cx="7433025" cy="4893734"/>
          </a:xfrm>
        </p:spPr>
        <p:txBody>
          <a:bodyPr vert="eaVert" anchor="t"/>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D563B674-4E0F-4791-83C0-9744DC4B1E51}"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0D7B91E-D9CA-4BD3-A21D-18436E9B24BC}" type="slidenum">
              <a:rPr lang="zh-CN" altLang="en-US" smtClean="0"/>
            </a:fld>
            <a:endParaRPr lang="zh-CN" altLang="en-US"/>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609600" y="1600201"/>
            <a:ext cx="10972800" cy="4525963"/>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963084" y="2906713"/>
            <a:ext cx="103632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09600" y="1600201"/>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97600" y="1600201"/>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09600" y="1535113"/>
            <a:ext cx="5386917"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609600" y="2174875"/>
            <a:ext cx="5386917"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93368" y="1535113"/>
            <a:ext cx="5389033"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93368" y="2174875"/>
            <a:ext cx="5389033"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smtClean="0"/>
              <a:t>单击此处编辑母版标题样式</a:t>
            </a:r>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4766733" y="273051"/>
            <a:ext cx="6815667"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609601" y="1435101"/>
            <a:ext cx="4011084"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2389717" y="612775"/>
            <a:ext cx="73152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2389717" y="5367338"/>
            <a:ext cx="73152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09600" y="1600201"/>
            <a:ext cx="10972800" cy="4525963"/>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09600" y="274639"/>
            <a:ext cx="8026400" cy="5851525"/>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xOverObj">
  <p:cSld name="标题和文本在内容之上">
    <p:spTree>
      <p:nvGrpSpPr>
        <p:cNvPr id="1" name=""/>
        <p:cNvGrpSpPr/>
        <p:nvPr/>
      </p:nvGrpSpPr>
      <p:grpSpPr>
        <a:xfrm>
          <a:off x="0" y="0"/>
          <a:ext cx="0" cy="0"/>
          <a:chOff x="0" y="0"/>
          <a:chExt cx="0" cy="0"/>
        </a:xfrm>
      </p:grpSpPr>
      <p:sp>
        <p:nvSpPr>
          <p:cNvPr id="2" name="标题 1"/>
          <p:cNvSpPr>
            <a:spLocks noGrp="1"/>
          </p:cNvSpPr>
          <p:nvPr>
            <p:ph type="title"/>
          </p:nvPr>
        </p:nvSpPr>
        <p:spPr>
          <a:xfrm>
            <a:off x="914400" y="381000"/>
            <a:ext cx="10363200" cy="11430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hasCustomPrompt="1"/>
          </p:nvPr>
        </p:nvSpPr>
        <p:spPr>
          <a:xfrm>
            <a:off x="914400" y="2057400"/>
            <a:ext cx="10363200" cy="1981200"/>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hasCustomPrompt="1"/>
          </p:nvPr>
        </p:nvSpPr>
        <p:spPr>
          <a:xfrm>
            <a:off x="914400" y="4191000"/>
            <a:ext cx="10363200" cy="1981200"/>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a:xfrm>
            <a:off x="914400" y="6248400"/>
            <a:ext cx="2540000" cy="457200"/>
          </a:xfrm>
        </p:spPr>
        <p:txBody>
          <a:bodyPr/>
          <a:lstStyle>
            <a:lvl1pPr algn="ctr" eaLnBrk="1" hangingPunct="1">
              <a:defRPr/>
            </a:lvl1pPr>
          </a:lstStyle>
          <a:p>
            <a:pPr fontAlgn="base">
              <a:spcBef>
                <a:spcPct val="0"/>
              </a:spcBef>
              <a:spcAft>
                <a:spcPct val="0"/>
              </a:spcAft>
              <a:defRPr/>
            </a:pPr>
            <a:endParaRPr lang="zh-CN" altLang="en-US" sz="2400">
              <a:solidFill>
                <a:srgbClr val="000000"/>
              </a:solidFill>
            </a:endParaRPr>
          </a:p>
        </p:txBody>
      </p:sp>
      <p:sp>
        <p:nvSpPr>
          <p:cNvPr id="6" name="页脚占位符 5"/>
          <p:cNvSpPr>
            <a:spLocks noGrp="1"/>
          </p:cNvSpPr>
          <p:nvPr>
            <p:ph type="ftr" sz="quarter" idx="11"/>
          </p:nvPr>
        </p:nvSpPr>
        <p:spPr>
          <a:xfrm>
            <a:off x="4165600" y="6248400"/>
            <a:ext cx="3860800" cy="457200"/>
          </a:xfrm>
        </p:spPr>
        <p:txBody>
          <a:bodyPr/>
          <a:lstStyle>
            <a:lvl1pPr algn="ctr" eaLnBrk="1" hangingPunct="1">
              <a:defRPr/>
            </a:lvl1pPr>
          </a:lstStyle>
          <a:p>
            <a:pPr fontAlgn="base">
              <a:spcBef>
                <a:spcPct val="0"/>
              </a:spcBef>
              <a:spcAft>
                <a:spcPct val="0"/>
              </a:spcAft>
              <a:defRPr/>
            </a:pPr>
            <a:endParaRPr lang="zh-CN" altLang="en-US" sz="2400">
              <a:solidFill>
                <a:srgbClr val="000000"/>
              </a:solidFill>
            </a:endParaRPr>
          </a:p>
        </p:txBody>
      </p:sp>
      <p:sp>
        <p:nvSpPr>
          <p:cNvPr id="7" name="灯片编号占位符 6"/>
          <p:cNvSpPr>
            <a:spLocks noGrp="1"/>
          </p:cNvSpPr>
          <p:nvPr>
            <p:ph type="sldNum" sz="quarter" idx="12"/>
          </p:nvPr>
        </p:nvSpPr>
        <p:spPr>
          <a:xfrm>
            <a:off x="8737600" y="6248400"/>
            <a:ext cx="2540000" cy="457200"/>
          </a:xfrm>
        </p:spPr>
        <p:txBody>
          <a:bodyPr/>
          <a:lstStyle>
            <a:lvl1pPr algn="ctr" eaLnBrk="1" hangingPunct="1">
              <a:defRPr/>
            </a:lvl1pPr>
          </a:lstStyle>
          <a:p>
            <a:pPr fontAlgn="base">
              <a:spcBef>
                <a:spcPct val="0"/>
              </a:spcBef>
              <a:spcAft>
                <a:spcPct val="0"/>
              </a:spcAft>
              <a:defRPr/>
            </a:pPr>
            <a:fld id="{79354A0C-4E50-4EB7-8846-7F0C5E9CBAA8}" type="slidenum">
              <a:rPr lang="zh-CN" altLang="en-US" sz="2400" smtClean="0">
                <a:solidFill>
                  <a:srgbClr val="000000"/>
                </a:solidFill>
              </a:rPr>
            </a:fld>
            <a:endParaRPr lang="zh-CN" altLang="en-US" sz="2400">
              <a:solidFill>
                <a:srgbClr val="000000"/>
              </a:solidFil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381000"/>
            <a:ext cx="10363200" cy="11430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hasCustomPrompt="1"/>
          </p:nvPr>
        </p:nvSpPr>
        <p:spPr>
          <a:xfrm>
            <a:off x="914400" y="2057400"/>
            <a:ext cx="5080000" cy="4114800"/>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hasCustomPrompt="1"/>
          </p:nvPr>
        </p:nvSpPr>
        <p:spPr>
          <a:xfrm>
            <a:off x="6197600" y="2057400"/>
            <a:ext cx="5080000" cy="4114800"/>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a:xfrm>
            <a:off x="914400" y="6248400"/>
            <a:ext cx="2540000" cy="457200"/>
          </a:xfrm>
        </p:spPr>
        <p:txBody>
          <a:bodyPr/>
          <a:lstStyle>
            <a:lvl1pPr algn="ctr" eaLnBrk="1" hangingPunct="1">
              <a:defRPr/>
            </a:lvl1pPr>
          </a:lstStyle>
          <a:p>
            <a:pPr fontAlgn="base">
              <a:spcBef>
                <a:spcPct val="0"/>
              </a:spcBef>
              <a:spcAft>
                <a:spcPct val="0"/>
              </a:spcAft>
              <a:defRPr/>
            </a:pPr>
            <a:endParaRPr lang="zh-CN" altLang="en-US" sz="2400">
              <a:solidFill>
                <a:srgbClr val="000000"/>
              </a:solidFill>
            </a:endParaRPr>
          </a:p>
        </p:txBody>
      </p:sp>
      <p:sp>
        <p:nvSpPr>
          <p:cNvPr id="6" name="页脚占位符 5"/>
          <p:cNvSpPr>
            <a:spLocks noGrp="1"/>
          </p:cNvSpPr>
          <p:nvPr>
            <p:ph type="ftr" sz="quarter" idx="11"/>
          </p:nvPr>
        </p:nvSpPr>
        <p:spPr>
          <a:xfrm>
            <a:off x="4165600" y="6248400"/>
            <a:ext cx="3860800" cy="457200"/>
          </a:xfrm>
        </p:spPr>
        <p:txBody>
          <a:bodyPr/>
          <a:lstStyle>
            <a:lvl1pPr algn="ctr" eaLnBrk="1" hangingPunct="1">
              <a:defRPr/>
            </a:lvl1pPr>
          </a:lstStyle>
          <a:p>
            <a:pPr fontAlgn="base">
              <a:spcBef>
                <a:spcPct val="0"/>
              </a:spcBef>
              <a:spcAft>
                <a:spcPct val="0"/>
              </a:spcAft>
              <a:defRPr/>
            </a:pPr>
            <a:endParaRPr lang="zh-CN" altLang="en-US" sz="2400">
              <a:solidFill>
                <a:srgbClr val="000000"/>
              </a:solidFill>
            </a:endParaRPr>
          </a:p>
        </p:txBody>
      </p:sp>
      <p:sp>
        <p:nvSpPr>
          <p:cNvPr id="7" name="灯片编号占位符 6"/>
          <p:cNvSpPr>
            <a:spLocks noGrp="1"/>
          </p:cNvSpPr>
          <p:nvPr>
            <p:ph type="sldNum" sz="quarter" idx="12"/>
          </p:nvPr>
        </p:nvSpPr>
        <p:spPr>
          <a:xfrm>
            <a:off x="8737600" y="6248400"/>
            <a:ext cx="2540000" cy="457200"/>
          </a:xfrm>
        </p:spPr>
        <p:txBody>
          <a:bodyPr/>
          <a:lstStyle>
            <a:lvl1pPr algn="ctr" eaLnBrk="1" hangingPunct="1">
              <a:defRPr/>
            </a:lvl1pPr>
          </a:lstStyle>
          <a:p>
            <a:pPr fontAlgn="base">
              <a:spcBef>
                <a:spcPct val="0"/>
              </a:spcBef>
              <a:spcAft>
                <a:spcPct val="0"/>
              </a:spcAft>
              <a:defRPr/>
            </a:pPr>
            <a:fld id="{900FB8DD-2F91-4CBB-836E-05AF51349E17}" type="slidenum">
              <a:rPr lang="zh-CN" altLang="en-US" sz="2400" smtClean="0">
                <a:solidFill>
                  <a:srgbClr val="000000"/>
                </a:solidFill>
              </a:rPr>
            </a:fld>
            <a:endParaRPr lang="zh-CN" altLang="en-US" sz="2400">
              <a:solidFill>
                <a:srgbClr val="000000"/>
              </a:solidFil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609600" y="1600201"/>
            <a:ext cx="10972800" cy="4525963"/>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963084" y="2906713"/>
            <a:ext cx="103632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09600" y="1600201"/>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97600" y="1600201"/>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09600" y="1535113"/>
            <a:ext cx="5386917"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609600" y="2174875"/>
            <a:ext cx="5386917"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93368" y="1535113"/>
            <a:ext cx="5389033"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93368" y="2174875"/>
            <a:ext cx="5389033"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smtClean="0"/>
              <a:t>单击此处编辑母版标题样式</a:t>
            </a:r>
            <a:endParaRPr lang="zh-CN" alt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4766733" y="273051"/>
            <a:ext cx="6815667"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609601" y="1435101"/>
            <a:ext cx="4011084"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2389717" y="612775"/>
            <a:ext cx="73152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2389717" y="5367338"/>
            <a:ext cx="73152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09600" y="1600201"/>
            <a:ext cx="10972800" cy="4525963"/>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09600" y="274639"/>
            <a:ext cx="8026400" cy="5851525"/>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xOverObj">
  <p:cSld name="标题和文本在内容之上">
    <p:spTree>
      <p:nvGrpSpPr>
        <p:cNvPr id="1" name=""/>
        <p:cNvGrpSpPr/>
        <p:nvPr/>
      </p:nvGrpSpPr>
      <p:grpSpPr>
        <a:xfrm>
          <a:off x="0" y="0"/>
          <a:ext cx="0" cy="0"/>
          <a:chOff x="0" y="0"/>
          <a:chExt cx="0" cy="0"/>
        </a:xfrm>
      </p:grpSpPr>
      <p:sp>
        <p:nvSpPr>
          <p:cNvPr id="2" name="标题 1"/>
          <p:cNvSpPr>
            <a:spLocks noGrp="1"/>
          </p:cNvSpPr>
          <p:nvPr>
            <p:ph type="title"/>
          </p:nvPr>
        </p:nvSpPr>
        <p:spPr>
          <a:xfrm>
            <a:off x="914400" y="381000"/>
            <a:ext cx="10363200" cy="11430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hasCustomPrompt="1"/>
          </p:nvPr>
        </p:nvSpPr>
        <p:spPr>
          <a:xfrm>
            <a:off x="914400" y="2057400"/>
            <a:ext cx="10363200" cy="1981200"/>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hasCustomPrompt="1"/>
          </p:nvPr>
        </p:nvSpPr>
        <p:spPr>
          <a:xfrm>
            <a:off x="914400" y="4191000"/>
            <a:ext cx="10363200" cy="1981200"/>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a:xfrm>
            <a:off x="914400" y="6248400"/>
            <a:ext cx="2540000" cy="457200"/>
          </a:xfrm>
        </p:spPr>
        <p:txBody>
          <a:bodyPr/>
          <a:lstStyle>
            <a:lvl1pPr algn="ctr" eaLnBrk="1" hangingPunct="1">
              <a:defRPr/>
            </a:lvl1pPr>
          </a:lstStyle>
          <a:p>
            <a:pPr fontAlgn="base">
              <a:spcBef>
                <a:spcPct val="0"/>
              </a:spcBef>
              <a:spcAft>
                <a:spcPct val="0"/>
              </a:spcAft>
              <a:defRPr/>
            </a:pPr>
            <a:endParaRPr lang="zh-CN" altLang="en-US" sz="2400">
              <a:solidFill>
                <a:srgbClr val="000000"/>
              </a:solidFill>
            </a:endParaRPr>
          </a:p>
        </p:txBody>
      </p:sp>
      <p:sp>
        <p:nvSpPr>
          <p:cNvPr id="6" name="页脚占位符 5"/>
          <p:cNvSpPr>
            <a:spLocks noGrp="1"/>
          </p:cNvSpPr>
          <p:nvPr>
            <p:ph type="ftr" sz="quarter" idx="11"/>
          </p:nvPr>
        </p:nvSpPr>
        <p:spPr>
          <a:xfrm>
            <a:off x="4165600" y="6248400"/>
            <a:ext cx="3860800" cy="457200"/>
          </a:xfrm>
        </p:spPr>
        <p:txBody>
          <a:bodyPr/>
          <a:lstStyle>
            <a:lvl1pPr algn="ctr" eaLnBrk="1" hangingPunct="1">
              <a:defRPr/>
            </a:lvl1pPr>
          </a:lstStyle>
          <a:p>
            <a:pPr fontAlgn="base">
              <a:spcBef>
                <a:spcPct val="0"/>
              </a:spcBef>
              <a:spcAft>
                <a:spcPct val="0"/>
              </a:spcAft>
              <a:defRPr/>
            </a:pPr>
            <a:endParaRPr lang="zh-CN" altLang="en-US" sz="2400">
              <a:solidFill>
                <a:srgbClr val="000000"/>
              </a:solidFill>
            </a:endParaRPr>
          </a:p>
        </p:txBody>
      </p:sp>
      <p:sp>
        <p:nvSpPr>
          <p:cNvPr id="7" name="灯片编号占位符 6"/>
          <p:cNvSpPr>
            <a:spLocks noGrp="1"/>
          </p:cNvSpPr>
          <p:nvPr>
            <p:ph type="sldNum" sz="quarter" idx="12"/>
          </p:nvPr>
        </p:nvSpPr>
        <p:spPr>
          <a:xfrm>
            <a:off x="8737600" y="6248400"/>
            <a:ext cx="2540000" cy="457200"/>
          </a:xfrm>
        </p:spPr>
        <p:txBody>
          <a:bodyPr/>
          <a:lstStyle>
            <a:lvl1pPr algn="ctr" eaLnBrk="1" hangingPunct="1">
              <a:defRPr/>
            </a:lvl1pPr>
          </a:lstStyle>
          <a:p>
            <a:pPr fontAlgn="base">
              <a:spcBef>
                <a:spcPct val="0"/>
              </a:spcBef>
              <a:spcAft>
                <a:spcPct val="0"/>
              </a:spcAft>
              <a:defRPr/>
            </a:pPr>
            <a:fld id="{79354A0C-4E50-4EB7-8846-7F0C5E9CBAA8}" type="slidenum">
              <a:rPr lang="zh-CN" altLang="en-US" sz="2400" smtClean="0">
                <a:solidFill>
                  <a:srgbClr val="000000"/>
                </a:solidFill>
              </a:rPr>
            </a:fld>
            <a:endParaRPr lang="zh-CN" altLang="en-US" sz="2400">
              <a:solidFill>
                <a:srgbClr val="000000"/>
              </a:solidFill>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381000"/>
            <a:ext cx="10363200" cy="11430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hasCustomPrompt="1"/>
          </p:nvPr>
        </p:nvSpPr>
        <p:spPr>
          <a:xfrm>
            <a:off x="914400" y="2057400"/>
            <a:ext cx="5080000" cy="4114800"/>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hasCustomPrompt="1"/>
          </p:nvPr>
        </p:nvSpPr>
        <p:spPr>
          <a:xfrm>
            <a:off x="6197600" y="2057400"/>
            <a:ext cx="5080000" cy="4114800"/>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a:xfrm>
            <a:off x="914400" y="6248400"/>
            <a:ext cx="2540000" cy="457200"/>
          </a:xfrm>
        </p:spPr>
        <p:txBody>
          <a:bodyPr/>
          <a:lstStyle>
            <a:lvl1pPr algn="ctr" eaLnBrk="1" hangingPunct="1">
              <a:defRPr/>
            </a:lvl1pPr>
          </a:lstStyle>
          <a:p>
            <a:pPr fontAlgn="base">
              <a:spcBef>
                <a:spcPct val="0"/>
              </a:spcBef>
              <a:spcAft>
                <a:spcPct val="0"/>
              </a:spcAft>
              <a:defRPr/>
            </a:pPr>
            <a:endParaRPr lang="zh-CN" altLang="en-US" sz="2400">
              <a:solidFill>
                <a:srgbClr val="000000"/>
              </a:solidFill>
            </a:endParaRPr>
          </a:p>
        </p:txBody>
      </p:sp>
      <p:sp>
        <p:nvSpPr>
          <p:cNvPr id="6" name="页脚占位符 5"/>
          <p:cNvSpPr>
            <a:spLocks noGrp="1"/>
          </p:cNvSpPr>
          <p:nvPr>
            <p:ph type="ftr" sz="quarter" idx="11"/>
          </p:nvPr>
        </p:nvSpPr>
        <p:spPr>
          <a:xfrm>
            <a:off x="4165600" y="6248400"/>
            <a:ext cx="3860800" cy="457200"/>
          </a:xfrm>
        </p:spPr>
        <p:txBody>
          <a:bodyPr/>
          <a:lstStyle>
            <a:lvl1pPr algn="ctr" eaLnBrk="1" hangingPunct="1">
              <a:defRPr/>
            </a:lvl1pPr>
          </a:lstStyle>
          <a:p>
            <a:pPr fontAlgn="base">
              <a:spcBef>
                <a:spcPct val="0"/>
              </a:spcBef>
              <a:spcAft>
                <a:spcPct val="0"/>
              </a:spcAft>
              <a:defRPr/>
            </a:pPr>
            <a:endParaRPr lang="zh-CN" altLang="en-US" sz="2400">
              <a:solidFill>
                <a:srgbClr val="000000"/>
              </a:solidFill>
            </a:endParaRPr>
          </a:p>
        </p:txBody>
      </p:sp>
      <p:sp>
        <p:nvSpPr>
          <p:cNvPr id="7" name="灯片编号占位符 6"/>
          <p:cNvSpPr>
            <a:spLocks noGrp="1"/>
          </p:cNvSpPr>
          <p:nvPr>
            <p:ph type="sldNum" sz="quarter" idx="12"/>
          </p:nvPr>
        </p:nvSpPr>
        <p:spPr>
          <a:xfrm>
            <a:off x="8737600" y="6248400"/>
            <a:ext cx="2540000" cy="457200"/>
          </a:xfrm>
        </p:spPr>
        <p:txBody>
          <a:bodyPr/>
          <a:lstStyle>
            <a:lvl1pPr algn="ctr" eaLnBrk="1" hangingPunct="1">
              <a:defRPr/>
            </a:lvl1pPr>
          </a:lstStyle>
          <a:p>
            <a:pPr fontAlgn="base">
              <a:spcBef>
                <a:spcPct val="0"/>
              </a:spcBef>
              <a:spcAft>
                <a:spcPct val="0"/>
              </a:spcAft>
              <a:defRPr/>
            </a:pPr>
            <a:fld id="{900FB8DD-2F91-4CBB-836E-05AF51349E17}" type="slidenum">
              <a:rPr lang="zh-CN" altLang="en-US" sz="2400" smtClean="0">
                <a:solidFill>
                  <a:srgbClr val="000000"/>
                </a:solidFill>
              </a:rPr>
            </a:fld>
            <a:endParaRPr lang="zh-CN" altLang="en-US" sz="2400">
              <a:solidFill>
                <a:srgbClr val="000000"/>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0" Type="http://schemas.openxmlformats.org/officeDocument/2006/relationships/theme" Target="../theme/theme1.xml"/><Relationship Id="rId2" Type="http://schemas.openxmlformats.org/officeDocument/2006/relationships/slideLayout" Target="../slideLayouts/slideLayout2.xml"/><Relationship Id="rId19" Type="http://schemas.openxmlformats.org/officeDocument/2006/relationships/image" Target="../media/image4.png"/><Relationship Id="rId18" Type="http://schemas.openxmlformats.org/officeDocument/2006/relationships/image" Target="../media/image3.png"/><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6.xml"/><Relationship Id="rId8" Type="http://schemas.openxmlformats.org/officeDocument/2006/relationships/slideLayout" Target="../slideLayouts/slideLayout25.xml"/><Relationship Id="rId7" Type="http://schemas.openxmlformats.org/officeDocument/2006/relationships/slideLayout" Target="../slideLayouts/slideLayout24.xml"/><Relationship Id="rId6" Type="http://schemas.openxmlformats.org/officeDocument/2006/relationships/slideLayout" Target="../slideLayouts/slideLayout23.xml"/><Relationship Id="rId5" Type="http://schemas.openxmlformats.org/officeDocument/2006/relationships/slideLayout" Target="../slideLayouts/slideLayout22.xml"/><Relationship Id="rId4" Type="http://schemas.openxmlformats.org/officeDocument/2006/relationships/slideLayout" Target="../slideLayouts/slideLayout21.xml"/><Relationship Id="rId3" Type="http://schemas.openxmlformats.org/officeDocument/2006/relationships/slideLayout" Target="../slideLayouts/slideLayout20.xml"/><Relationship Id="rId2" Type="http://schemas.openxmlformats.org/officeDocument/2006/relationships/slideLayout" Target="../slideLayouts/slideLayout19.xml"/><Relationship Id="rId15" Type="http://schemas.openxmlformats.org/officeDocument/2006/relationships/theme" Target="../theme/theme2.xml"/><Relationship Id="rId14" Type="http://schemas.openxmlformats.org/officeDocument/2006/relationships/image" Target="../media/image7.png"/><Relationship Id="rId13" Type="http://schemas.openxmlformats.org/officeDocument/2006/relationships/slideLayout" Target="../slideLayouts/slideLayout30.xml"/><Relationship Id="rId12" Type="http://schemas.openxmlformats.org/officeDocument/2006/relationships/slideLayout" Target="../slideLayouts/slideLayout29.xml"/><Relationship Id="rId11" Type="http://schemas.openxmlformats.org/officeDocument/2006/relationships/slideLayout" Target="../slideLayouts/slideLayout28.xml"/><Relationship Id="rId10" Type="http://schemas.openxmlformats.org/officeDocument/2006/relationships/slideLayout" Target="../slideLayouts/slideLayout27.xml"/><Relationship Id="rId1" Type="http://schemas.openxmlformats.org/officeDocument/2006/relationships/slideLayout" Target="../slideLayouts/slideLayout18.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9.xml"/><Relationship Id="rId8" Type="http://schemas.openxmlformats.org/officeDocument/2006/relationships/slideLayout" Target="../slideLayouts/slideLayout38.xml"/><Relationship Id="rId7" Type="http://schemas.openxmlformats.org/officeDocument/2006/relationships/slideLayout" Target="../slideLayouts/slideLayout37.xml"/><Relationship Id="rId6" Type="http://schemas.openxmlformats.org/officeDocument/2006/relationships/slideLayout" Target="../slideLayouts/slideLayout36.xml"/><Relationship Id="rId5" Type="http://schemas.openxmlformats.org/officeDocument/2006/relationships/slideLayout" Target="../slideLayouts/slideLayout35.xml"/><Relationship Id="rId4" Type="http://schemas.openxmlformats.org/officeDocument/2006/relationships/slideLayout" Target="../slideLayouts/slideLayout34.xml"/><Relationship Id="rId3" Type="http://schemas.openxmlformats.org/officeDocument/2006/relationships/slideLayout" Target="../slideLayouts/slideLayout33.xml"/><Relationship Id="rId2" Type="http://schemas.openxmlformats.org/officeDocument/2006/relationships/slideLayout" Target="../slideLayouts/slideLayout32.xml"/><Relationship Id="rId15" Type="http://schemas.openxmlformats.org/officeDocument/2006/relationships/theme" Target="../theme/theme3.xml"/><Relationship Id="rId14" Type="http://schemas.openxmlformats.org/officeDocument/2006/relationships/image" Target="../media/image7.png"/><Relationship Id="rId13" Type="http://schemas.openxmlformats.org/officeDocument/2006/relationships/slideLayout" Target="../slideLayouts/slideLayout43.xml"/><Relationship Id="rId12" Type="http://schemas.openxmlformats.org/officeDocument/2006/relationships/slideLayout" Target="../slideLayouts/slideLayout42.xml"/><Relationship Id="rId11" Type="http://schemas.openxmlformats.org/officeDocument/2006/relationships/slideLayout" Target="../slideLayouts/slideLayout41.xml"/><Relationship Id="rId10" Type="http://schemas.openxmlformats.org/officeDocument/2006/relationships/slideLayout" Target="../slideLayouts/slideLayout40.xml"/><Relationship Id="rId1"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19">
              <a:extLst>
                <a:ext uri="{28A0092B-C50C-407E-A947-70E740481C1C}">
                  <a14:useLocalDpi xmlns:a14="http://schemas.microsoft.com/office/drawing/2010/main" val="0"/>
                </a:ext>
              </a:extLst>
            </a:blip>
            <a:srcRect/>
            <a:stretch>
              <a:fill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19">
              <a:extLst>
                <a:ext uri="{28A0092B-C50C-407E-A947-70E740481C1C}">
                  <a14:useLocalDpi xmlns:a14="http://schemas.microsoft.com/office/drawing/2010/main" val="0"/>
                </a:ext>
              </a:extLst>
            </a:blip>
            <a:srcRect/>
            <a:stretch>
              <a:fill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63B674-4E0F-4791-83C0-9744DC4B1E51}" type="datetimeFigureOut">
              <a:rPr lang="zh-CN" altLang="en-US" smtClean="0"/>
            </a:fld>
            <a:endParaRPr lang="zh-CN" alt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zh-CN" alt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A0D7B91E-D9CA-4BD3-A21D-18436E9B24BC}"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2050" name="Text Box 4"/>
          <p:cNvSpPr txBox="1">
            <a:spLocks noChangeArrowheads="1"/>
          </p:cNvSpPr>
          <p:nvPr userDrawn="1"/>
        </p:nvSpPr>
        <p:spPr bwMode="auto">
          <a:xfrm>
            <a:off x="2544234" y="85726"/>
            <a:ext cx="8735484" cy="366713"/>
          </a:xfrm>
          <a:prstGeom prst="rect">
            <a:avLst/>
          </a:prstGeom>
          <a:gradFill rotWithShape="1">
            <a:gsLst>
              <a:gs pos="0">
                <a:srgbClr val="00CCFF"/>
              </a:gs>
              <a:gs pos="100000">
                <a:srgbClr val="005E76"/>
              </a:gs>
            </a:gsLst>
            <a:lin ang="0" scaled="1"/>
          </a:gradFill>
          <a:ln w="9525">
            <a:noFill/>
            <a:miter lim="800000"/>
          </a:ln>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zh-CN" altLang="en-US" sz="1800" b="0" i="1" u="none" strike="noStrike" kern="1200" cap="none" spc="0" normalizeH="0" baseline="0" noProof="0">
                <a:ln>
                  <a:noFill/>
                </a:ln>
                <a:solidFill>
                  <a:srgbClr val="FF3300"/>
                </a:solidFill>
                <a:effectLst>
                  <a:outerShdw blurRad="38100" dist="38100" dir="2700000" algn="tl">
                    <a:srgbClr val="000000"/>
                  </a:outerShdw>
                </a:effectLst>
                <a:uLnTx/>
                <a:uFillTx/>
                <a:latin typeface="Times New Roman" panose="02020603050405020304" pitchFamily="18" charset="0"/>
                <a:ea typeface="华文新魏" panose="02010800040101010101" pitchFamily="2" charset="-122"/>
                <a:cs typeface="+mn-cs"/>
              </a:rPr>
              <a:t>计算机组成原理                  第</a:t>
            </a:r>
            <a:r>
              <a:rPr kumimoji="0" lang="en-US" altLang="zh-CN" sz="1800" b="0" i="1" u="none" strike="noStrike" kern="1200" cap="none" spc="0" normalizeH="0" baseline="0" noProof="0">
                <a:ln>
                  <a:noFill/>
                </a:ln>
                <a:solidFill>
                  <a:srgbClr val="FF3300"/>
                </a:solidFill>
                <a:effectLst>
                  <a:outerShdw blurRad="38100" dist="38100" dir="2700000" algn="tl">
                    <a:srgbClr val="000000"/>
                  </a:outerShdw>
                </a:effectLst>
                <a:uLnTx/>
                <a:uFillTx/>
                <a:latin typeface="Times New Roman" panose="02020603050405020304" pitchFamily="18" charset="0"/>
                <a:ea typeface="华文新魏" panose="02010800040101010101" pitchFamily="2" charset="-122"/>
                <a:cs typeface="+mn-cs"/>
              </a:rPr>
              <a:t>5</a:t>
            </a:r>
            <a:r>
              <a:rPr kumimoji="0" lang="zh-CN" altLang="en-US" sz="1800" b="0" i="1" u="none" strike="noStrike" kern="1200" cap="none" spc="0" normalizeH="0" baseline="0" noProof="0">
                <a:ln>
                  <a:noFill/>
                </a:ln>
                <a:solidFill>
                  <a:srgbClr val="FF3300"/>
                </a:solidFill>
                <a:effectLst>
                  <a:outerShdw blurRad="38100" dist="38100" dir="2700000" algn="tl">
                    <a:srgbClr val="000000"/>
                  </a:outerShdw>
                </a:effectLst>
                <a:uLnTx/>
                <a:uFillTx/>
                <a:latin typeface="Times New Roman" panose="02020603050405020304" pitchFamily="18" charset="0"/>
                <a:ea typeface="华文新魏" panose="02010800040101010101" pitchFamily="2" charset="-122"/>
                <a:cs typeface="+mn-cs"/>
              </a:rPr>
              <a:t>章  中央处理器（</a:t>
            </a:r>
            <a:r>
              <a:rPr kumimoji="0" lang="en-US" altLang="zh-CN" sz="1800" b="0" i="1" u="none" strike="noStrike" kern="1200" cap="none" spc="0" normalizeH="0" baseline="0" noProof="0">
                <a:ln>
                  <a:noFill/>
                </a:ln>
                <a:solidFill>
                  <a:srgbClr val="FF3300"/>
                </a:solidFill>
                <a:effectLst>
                  <a:outerShdw blurRad="38100" dist="38100" dir="2700000" algn="tl">
                    <a:srgbClr val="000000"/>
                  </a:outerShdw>
                </a:effectLst>
                <a:uLnTx/>
                <a:uFillTx/>
                <a:latin typeface="Times New Roman" panose="02020603050405020304" pitchFamily="18" charset="0"/>
                <a:ea typeface="华文新魏" panose="02010800040101010101" pitchFamily="2" charset="-122"/>
                <a:cs typeface="+mn-cs"/>
              </a:rPr>
              <a:t>CPU</a:t>
            </a:r>
            <a:r>
              <a:rPr kumimoji="0" lang="zh-CN" altLang="en-US" sz="1800" b="0" i="1" u="none" strike="noStrike" kern="1200" cap="none" spc="0" normalizeH="0" baseline="0" noProof="0">
                <a:ln>
                  <a:noFill/>
                </a:ln>
                <a:solidFill>
                  <a:srgbClr val="FF3300"/>
                </a:solidFill>
                <a:effectLst>
                  <a:outerShdw blurRad="38100" dist="38100" dir="2700000" algn="tl">
                    <a:srgbClr val="000000"/>
                  </a:outerShdw>
                </a:effectLst>
                <a:uLnTx/>
                <a:uFillTx/>
                <a:latin typeface="Times New Roman" panose="02020603050405020304" pitchFamily="18" charset="0"/>
                <a:ea typeface="华文新魏" panose="02010800040101010101" pitchFamily="2" charset="-122"/>
                <a:cs typeface="+mn-cs"/>
              </a:rPr>
              <a:t>）</a:t>
            </a:r>
            <a:endParaRPr kumimoji="0" lang="zh-CN" altLang="en-US" sz="1800" b="0" i="1" u="none" strike="noStrike" kern="1200" cap="none" spc="0" normalizeH="0" baseline="0" noProof="0">
              <a:ln>
                <a:noFill/>
              </a:ln>
              <a:solidFill>
                <a:srgbClr val="FF3300"/>
              </a:solidFill>
              <a:effectLst>
                <a:outerShdw blurRad="38100" dist="38100" dir="2700000" algn="tl">
                  <a:srgbClr val="000000"/>
                </a:outerShdw>
              </a:effectLst>
              <a:uLnTx/>
              <a:uFillTx/>
              <a:latin typeface="Times New Roman" panose="02020603050405020304" pitchFamily="18" charset="0"/>
              <a:ea typeface="华文新魏" panose="02010800040101010101" pitchFamily="2" charset="-122"/>
              <a:cs typeface="+mn-cs"/>
            </a:endParaRPr>
          </a:p>
        </p:txBody>
      </p:sp>
      <p:pic>
        <p:nvPicPr>
          <p:cNvPr id="2051" name="Picture 5" descr="head_5"/>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0" y="0"/>
            <a:ext cx="914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Lst>
  <p:txStyles>
    <p:titleStyle>
      <a:lvl1pPr algn="l" rtl="0" eaLnBrk="0" fontAlgn="base" hangingPunct="0">
        <a:spcBef>
          <a:spcPct val="0"/>
        </a:spcBef>
        <a:spcAft>
          <a:spcPct val="0"/>
        </a:spcAft>
        <a:defRPr sz="3200" b="1">
          <a:solidFill>
            <a:srgbClr val="800000"/>
          </a:solidFill>
          <a:latin typeface="+mj-lt"/>
          <a:ea typeface="+mj-ea"/>
          <a:cs typeface="+mj-cs"/>
        </a:defRPr>
      </a:lvl1pPr>
      <a:lvl2pPr algn="l" rtl="0" eaLnBrk="0" fontAlgn="base" hangingPunct="0">
        <a:spcBef>
          <a:spcPct val="0"/>
        </a:spcBef>
        <a:spcAft>
          <a:spcPct val="0"/>
        </a:spcAft>
        <a:defRPr sz="3200" b="1">
          <a:solidFill>
            <a:srgbClr val="800000"/>
          </a:solidFill>
          <a:latin typeface="Times New Roman" panose="02020603050405020304" pitchFamily="18" charset="0"/>
          <a:ea typeface="宋体" panose="02010600030101010101" pitchFamily="2" charset="-122"/>
        </a:defRPr>
      </a:lvl2pPr>
      <a:lvl3pPr algn="l" rtl="0" eaLnBrk="0" fontAlgn="base" hangingPunct="0">
        <a:spcBef>
          <a:spcPct val="0"/>
        </a:spcBef>
        <a:spcAft>
          <a:spcPct val="0"/>
        </a:spcAft>
        <a:defRPr sz="3200" b="1">
          <a:solidFill>
            <a:srgbClr val="800000"/>
          </a:solidFill>
          <a:latin typeface="Times New Roman" panose="02020603050405020304" pitchFamily="18" charset="0"/>
          <a:ea typeface="宋体" panose="02010600030101010101" pitchFamily="2" charset="-122"/>
        </a:defRPr>
      </a:lvl3pPr>
      <a:lvl4pPr algn="l" rtl="0" eaLnBrk="0" fontAlgn="base" hangingPunct="0">
        <a:spcBef>
          <a:spcPct val="0"/>
        </a:spcBef>
        <a:spcAft>
          <a:spcPct val="0"/>
        </a:spcAft>
        <a:defRPr sz="3200" b="1">
          <a:solidFill>
            <a:srgbClr val="800000"/>
          </a:solidFill>
          <a:latin typeface="Times New Roman" panose="02020603050405020304" pitchFamily="18" charset="0"/>
          <a:ea typeface="宋体" panose="02010600030101010101" pitchFamily="2" charset="-122"/>
        </a:defRPr>
      </a:lvl4pPr>
      <a:lvl5pPr algn="l" rtl="0" eaLnBrk="0" fontAlgn="base" hangingPunct="0">
        <a:spcBef>
          <a:spcPct val="0"/>
        </a:spcBef>
        <a:spcAft>
          <a:spcPct val="0"/>
        </a:spcAft>
        <a:defRPr sz="3200" b="1">
          <a:solidFill>
            <a:srgbClr val="800000"/>
          </a:solidFill>
          <a:latin typeface="Times New Roman" panose="02020603050405020304" pitchFamily="18" charset="0"/>
          <a:ea typeface="宋体" panose="02010600030101010101" pitchFamily="2" charset="-122"/>
        </a:defRPr>
      </a:lvl5pPr>
      <a:lvl6pPr marL="457200" algn="l" rtl="0" eaLnBrk="0" fontAlgn="base" hangingPunct="0">
        <a:spcBef>
          <a:spcPct val="0"/>
        </a:spcBef>
        <a:spcAft>
          <a:spcPct val="0"/>
        </a:spcAft>
        <a:defRPr sz="3200" b="1">
          <a:solidFill>
            <a:srgbClr val="800000"/>
          </a:solidFill>
          <a:latin typeface="Times New Roman" panose="02020603050405020304" pitchFamily="18" charset="0"/>
          <a:ea typeface="宋体" panose="02010600030101010101" pitchFamily="2" charset="-122"/>
        </a:defRPr>
      </a:lvl6pPr>
      <a:lvl7pPr marL="914400" algn="l" rtl="0" eaLnBrk="0" fontAlgn="base" hangingPunct="0">
        <a:spcBef>
          <a:spcPct val="0"/>
        </a:spcBef>
        <a:spcAft>
          <a:spcPct val="0"/>
        </a:spcAft>
        <a:defRPr sz="3200" b="1">
          <a:solidFill>
            <a:srgbClr val="800000"/>
          </a:solidFill>
          <a:latin typeface="Times New Roman" panose="02020603050405020304" pitchFamily="18" charset="0"/>
          <a:ea typeface="宋体" panose="02010600030101010101" pitchFamily="2" charset="-122"/>
        </a:defRPr>
      </a:lvl7pPr>
      <a:lvl8pPr marL="1371600" algn="l" rtl="0" eaLnBrk="0" fontAlgn="base" hangingPunct="0">
        <a:spcBef>
          <a:spcPct val="0"/>
        </a:spcBef>
        <a:spcAft>
          <a:spcPct val="0"/>
        </a:spcAft>
        <a:defRPr sz="3200" b="1">
          <a:solidFill>
            <a:srgbClr val="800000"/>
          </a:solidFill>
          <a:latin typeface="Times New Roman" panose="02020603050405020304" pitchFamily="18" charset="0"/>
          <a:ea typeface="宋体" panose="02010600030101010101" pitchFamily="2" charset="-122"/>
        </a:defRPr>
      </a:lvl8pPr>
      <a:lvl9pPr marL="1828800" algn="l" rtl="0" eaLnBrk="0" fontAlgn="base" hangingPunct="0">
        <a:spcBef>
          <a:spcPct val="0"/>
        </a:spcBef>
        <a:spcAft>
          <a:spcPct val="0"/>
        </a:spcAft>
        <a:defRPr sz="3200" b="1">
          <a:solidFill>
            <a:srgbClr val="800000"/>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28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800" b="1">
          <a:solidFill>
            <a:schemeClr val="tx1"/>
          </a:solidFill>
          <a:latin typeface="+mn-lt"/>
          <a:ea typeface="+mn-ea"/>
        </a:defRPr>
      </a:lvl3pPr>
      <a:lvl4pPr marL="1600200" indent="-228600" algn="l" rtl="0" eaLnBrk="0" fontAlgn="base" hangingPunct="0">
        <a:spcBef>
          <a:spcPct val="20000"/>
        </a:spcBef>
        <a:spcAft>
          <a:spcPct val="0"/>
        </a:spcAft>
        <a:buChar char="–"/>
        <a:defRPr sz="2800" b="1">
          <a:solidFill>
            <a:schemeClr val="tx1"/>
          </a:solidFill>
          <a:latin typeface="+mn-lt"/>
          <a:ea typeface="+mn-ea"/>
        </a:defRPr>
      </a:lvl4pPr>
      <a:lvl5pPr marL="2057400" indent="-228600" algn="l" rtl="0" eaLnBrk="0" fontAlgn="base" hangingPunct="0">
        <a:spcBef>
          <a:spcPct val="20000"/>
        </a:spcBef>
        <a:spcAft>
          <a:spcPct val="0"/>
        </a:spcAft>
        <a:buChar char="»"/>
        <a:defRPr sz="2800" b="1">
          <a:solidFill>
            <a:schemeClr val="tx1"/>
          </a:solidFill>
          <a:latin typeface="+mn-lt"/>
          <a:ea typeface="+mn-ea"/>
        </a:defRPr>
      </a:lvl5pPr>
      <a:lvl6pPr marL="2514600" indent="-228600" algn="l" rtl="0" eaLnBrk="0" fontAlgn="base" hangingPunct="0">
        <a:spcBef>
          <a:spcPct val="20000"/>
        </a:spcBef>
        <a:spcAft>
          <a:spcPct val="0"/>
        </a:spcAft>
        <a:buChar char="»"/>
        <a:defRPr sz="2800" b="1">
          <a:solidFill>
            <a:schemeClr val="tx1"/>
          </a:solidFill>
          <a:latin typeface="+mn-lt"/>
          <a:ea typeface="+mn-ea"/>
        </a:defRPr>
      </a:lvl6pPr>
      <a:lvl7pPr marL="2971800" indent="-228600" algn="l" rtl="0" eaLnBrk="0" fontAlgn="base" hangingPunct="0">
        <a:spcBef>
          <a:spcPct val="20000"/>
        </a:spcBef>
        <a:spcAft>
          <a:spcPct val="0"/>
        </a:spcAft>
        <a:buChar char="»"/>
        <a:defRPr sz="2800" b="1">
          <a:solidFill>
            <a:schemeClr val="tx1"/>
          </a:solidFill>
          <a:latin typeface="+mn-lt"/>
          <a:ea typeface="+mn-ea"/>
        </a:defRPr>
      </a:lvl7pPr>
      <a:lvl8pPr marL="3429000" indent="-228600" algn="l" rtl="0" eaLnBrk="0" fontAlgn="base" hangingPunct="0">
        <a:spcBef>
          <a:spcPct val="20000"/>
        </a:spcBef>
        <a:spcAft>
          <a:spcPct val="0"/>
        </a:spcAft>
        <a:buChar char="»"/>
        <a:defRPr sz="2800" b="1">
          <a:solidFill>
            <a:schemeClr val="tx1"/>
          </a:solidFill>
          <a:latin typeface="+mn-lt"/>
          <a:ea typeface="+mn-ea"/>
        </a:defRPr>
      </a:lvl8pPr>
      <a:lvl9pPr marL="3886200" indent="-228600" algn="l" rtl="0" eaLnBrk="0" fontAlgn="base" hangingPunct="0">
        <a:spcBef>
          <a:spcPct val="20000"/>
        </a:spcBef>
        <a:spcAft>
          <a:spcPct val="0"/>
        </a:spcAft>
        <a:buChar char="»"/>
        <a:defRPr sz="28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2050" name="Text Box 4"/>
          <p:cNvSpPr txBox="1">
            <a:spLocks noChangeArrowheads="1"/>
          </p:cNvSpPr>
          <p:nvPr userDrawn="1"/>
        </p:nvSpPr>
        <p:spPr bwMode="auto">
          <a:xfrm>
            <a:off x="2544234" y="85726"/>
            <a:ext cx="8735484" cy="366713"/>
          </a:xfrm>
          <a:prstGeom prst="rect">
            <a:avLst/>
          </a:prstGeom>
          <a:gradFill rotWithShape="1">
            <a:gsLst>
              <a:gs pos="0">
                <a:srgbClr val="00CCFF"/>
              </a:gs>
              <a:gs pos="100000">
                <a:srgbClr val="005E76"/>
              </a:gs>
            </a:gsLst>
            <a:lin ang="0" scaled="1"/>
          </a:gradFill>
          <a:ln w="9525">
            <a:noFill/>
            <a:miter lim="800000"/>
          </a:ln>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zh-CN" altLang="en-US" sz="1800" b="0" i="1" u="none" strike="noStrike" kern="1200" cap="none" spc="0" normalizeH="0" baseline="0" noProof="0">
                <a:ln>
                  <a:noFill/>
                </a:ln>
                <a:solidFill>
                  <a:srgbClr val="FF3300"/>
                </a:solidFill>
                <a:effectLst>
                  <a:outerShdw blurRad="38100" dist="38100" dir="2700000" algn="tl">
                    <a:srgbClr val="000000"/>
                  </a:outerShdw>
                </a:effectLst>
                <a:uLnTx/>
                <a:uFillTx/>
                <a:latin typeface="Times New Roman" panose="02020603050405020304" pitchFamily="18" charset="0"/>
                <a:ea typeface="华文新魏" panose="02010800040101010101" pitchFamily="2" charset="-122"/>
                <a:cs typeface="+mn-cs"/>
              </a:rPr>
              <a:t>计算机组成原理                  第</a:t>
            </a:r>
            <a:r>
              <a:rPr kumimoji="0" lang="en-US" altLang="zh-CN" sz="1800" b="0" i="1" u="none" strike="noStrike" kern="1200" cap="none" spc="0" normalizeH="0" baseline="0" noProof="0">
                <a:ln>
                  <a:noFill/>
                </a:ln>
                <a:solidFill>
                  <a:srgbClr val="FF3300"/>
                </a:solidFill>
                <a:effectLst>
                  <a:outerShdw blurRad="38100" dist="38100" dir="2700000" algn="tl">
                    <a:srgbClr val="000000"/>
                  </a:outerShdw>
                </a:effectLst>
                <a:uLnTx/>
                <a:uFillTx/>
                <a:latin typeface="Times New Roman" panose="02020603050405020304" pitchFamily="18" charset="0"/>
                <a:ea typeface="华文新魏" panose="02010800040101010101" pitchFamily="2" charset="-122"/>
                <a:cs typeface="+mn-cs"/>
              </a:rPr>
              <a:t>5</a:t>
            </a:r>
            <a:r>
              <a:rPr kumimoji="0" lang="zh-CN" altLang="en-US" sz="1800" b="0" i="1" u="none" strike="noStrike" kern="1200" cap="none" spc="0" normalizeH="0" baseline="0" noProof="0">
                <a:ln>
                  <a:noFill/>
                </a:ln>
                <a:solidFill>
                  <a:srgbClr val="FF3300"/>
                </a:solidFill>
                <a:effectLst>
                  <a:outerShdw blurRad="38100" dist="38100" dir="2700000" algn="tl">
                    <a:srgbClr val="000000"/>
                  </a:outerShdw>
                </a:effectLst>
                <a:uLnTx/>
                <a:uFillTx/>
                <a:latin typeface="Times New Roman" panose="02020603050405020304" pitchFamily="18" charset="0"/>
                <a:ea typeface="华文新魏" panose="02010800040101010101" pitchFamily="2" charset="-122"/>
                <a:cs typeface="+mn-cs"/>
              </a:rPr>
              <a:t>章  中央处理器（</a:t>
            </a:r>
            <a:r>
              <a:rPr kumimoji="0" lang="en-US" altLang="zh-CN" sz="1800" b="0" i="1" u="none" strike="noStrike" kern="1200" cap="none" spc="0" normalizeH="0" baseline="0" noProof="0">
                <a:ln>
                  <a:noFill/>
                </a:ln>
                <a:solidFill>
                  <a:srgbClr val="FF3300"/>
                </a:solidFill>
                <a:effectLst>
                  <a:outerShdw blurRad="38100" dist="38100" dir="2700000" algn="tl">
                    <a:srgbClr val="000000"/>
                  </a:outerShdw>
                </a:effectLst>
                <a:uLnTx/>
                <a:uFillTx/>
                <a:latin typeface="Times New Roman" panose="02020603050405020304" pitchFamily="18" charset="0"/>
                <a:ea typeface="华文新魏" panose="02010800040101010101" pitchFamily="2" charset="-122"/>
                <a:cs typeface="+mn-cs"/>
              </a:rPr>
              <a:t>CPU</a:t>
            </a:r>
            <a:r>
              <a:rPr kumimoji="0" lang="zh-CN" altLang="en-US" sz="1800" b="0" i="1" u="none" strike="noStrike" kern="1200" cap="none" spc="0" normalizeH="0" baseline="0" noProof="0">
                <a:ln>
                  <a:noFill/>
                </a:ln>
                <a:solidFill>
                  <a:srgbClr val="FF3300"/>
                </a:solidFill>
                <a:effectLst>
                  <a:outerShdw blurRad="38100" dist="38100" dir="2700000" algn="tl">
                    <a:srgbClr val="000000"/>
                  </a:outerShdw>
                </a:effectLst>
                <a:uLnTx/>
                <a:uFillTx/>
                <a:latin typeface="Times New Roman" panose="02020603050405020304" pitchFamily="18" charset="0"/>
                <a:ea typeface="华文新魏" panose="02010800040101010101" pitchFamily="2" charset="-122"/>
                <a:cs typeface="+mn-cs"/>
              </a:rPr>
              <a:t>）</a:t>
            </a:r>
            <a:endParaRPr kumimoji="0" lang="zh-CN" altLang="en-US" sz="1800" b="0" i="1" u="none" strike="noStrike" kern="1200" cap="none" spc="0" normalizeH="0" baseline="0" noProof="0">
              <a:ln>
                <a:noFill/>
              </a:ln>
              <a:solidFill>
                <a:srgbClr val="FF3300"/>
              </a:solidFill>
              <a:effectLst>
                <a:outerShdw blurRad="38100" dist="38100" dir="2700000" algn="tl">
                  <a:srgbClr val="000000"/>
                </a:outerShdw>
              </a:effectLst>
              <a:uLnTx/>
              <a:uFillTx/>
              <a:latin typeface="Times New Roman" panose="02020603050405020304" pitchFamily="18" charset="0"/>
              <a:ea typeface="华文新魏" panose="02010800040101010101" pitchFamily="2" charset="-122"/>
              <a:cs typeface="+mn-cs"/>
            </a:endParaRPr>
          </a:p>
        </p:txBody>
      </p:sp>
      <p:pic>
        <p:nvPicPr>
          <p:cNvPr id="2051" name="Picture 5" descr="head_5"/>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0" y="0"/>
            <a:ext cx="914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 id="2147483692" r:id="rId12"/>
    <p:sldLayoutId id="2147483693" r:id="rId13"/>
  </p:sldLayoutIdLst>
  <p:txStyles>
    <p:titleStyle>
      <a:lvl1pPr algn="l" rtl="0" eaLnBrk="0" fontAlgn="base" hangingPunct="0">
        <a:spcBef>
          <a:spcPct val="0"/>
        </a:spcBef>
        <a:spcAft>
          <a:spcPct val="0"/>
        </a:spcAft>
        <a:defRPr sz="3200" b="1">
          <a:solidFill>
            <a:srgbClr val="800000"/>
          </a:solidFill>
          <a:latin typeface="+mj-lt"/>
          <a:ea typeface="+mj-ea"/>
          <a:cs typeface="+mj-cs"/>
        </a:defRPr>
      </a:lvl1pPr>
      <a:lvl2pPr algn="l" rtl="0" eaLnBrk="0" fontAlgn="base" hangingPunct="0">
        <a:spcBef>
          <a:spcPct val="0"/>
        </a:spcBef>
        <a:spcAft>
          <a:spcPct val="0"/>
        </a:spcAft>
        <a:defRPr sz="3200" b="1">
          <a:solidFill>
            <a:srgbClr val="800000"/>
          </a:solidFill>
          <a:latin typeface="Times New Roman" panose="02020603050405020304" pitchFamily="18" charset="0"/>
          <a:ea typeface="宋体" panose="02010600030101010101" pitchFamily="2" charset="-122"/>
        </a:defRPr>
      </a:lvl2pPr>
      <a:lvl3pPr algn="l" rtl="0" eaLnBrk="0" fontAlgn="base" hangingPunct="0">
        <a:spcBef>
          <a:spcPct val="0"/>
        </a:spcBef>
        <a:spcAft>
          <a:spcPct val="0"/>
        </a:spcAft>
        <a:defRPr sz="3200" b="1">
          <a:solidFill>
            <a:srgbClr val="800000"/>
          </a:solidFill>
          <a:latin typeface="Times New Roman" panose="02020603050405020304" pitchFamily="18" charset="0"/>
          <a:ea typeface="宋体" panose="02010600030101010101" pitchFamily="2" charset="-122"/>
        </a:defRPr>
      </a:lvl3pPr>
      <a:lvl4pPr algn="l" rtl="0" eaLnBrk="0" fontAlgn="base" hangingPunct="0">
        <a:spcBef>
          <a:spcPct val="0"/>
        </a:spcBef>
        <a:spcAft>
          <a:spcPct val="0"/>
        </a:spcAft>
        <a:defRPr sz="3200" b="1">
          <a:solidFill>
            <a:srgbClr val="800000"/>
          </a:solidFill>
          <a:latin typeface="Times New Roman" panose="02020603050405020304" pitchFamily="18" charset="0"/>
          <a:ea typeface="宋体" panose="02010600030101010101" pitchFamily="2" charset="-122"/>
        </a:defRPr>
      </a:lvl4pPr>
      <a:lvl5pPr algn="l" rtl="0" eaLnBrk="0" fontAlgn="base" hangingPunct="0">
        <a:spcBef>
          <a:spcPct val="0"/>
        </a:spcBef>
        <a:spcAft>
          <a:spcPct val="0"/>
        </a:spcAft>
        <a:defRPr sz="3200" b="1">
          <a:solidFill>
            <a:srgbClr val="800000"/>
          </a:solidFill>
          <a:latin typeface="Times New Roman" panose="02020603050405020304" pitchFamily="18" charset="0"/>
          <a:ea typeface="宋体" panose="02010600030101010101" pitchFamily="2" charset="-122"/>
        </a:defRPr>
      </a:lvl5pPr>
      <a:lvl6pPr marL="457200" algn="l" rtl="0" eaLnBrk="0" fontAlgn="base" hangingPunct="0">
        <a:spcBef>
          <a:spcPct val="0"/>
        </a:spcBef>
        <a:spcAft>
          <a:spcPct val="0"/>
        </a:spcAft>
        <a:defRPr sz="3200" b="1">
          <a:solidFill>
            <a:srgbClr val="800000"/>
          </a:solidFill>
          <a:latin typeface="Times New Roman" panose="02020603050405020304" pitchFamily="18" charset="0"/>
          <a:ea typeface="宋体" panose="02010600030101010101" pitchFamily="2" charset="-122"/>
        </a:defRPr>
      </a:lvl6pPr>
      <a:lvl7pPr marL="914400" algn="l" rtl="0" eaLnBrk="0" fontAlgn="base" hangingPunct="0">
        <a:spcBef>
          <a:spcPct val="0"/>
        </a:spcBef>
        <a:spcAft>
          <a:spcPct val="0"/>
        </a:spcAft>
        <a:defRPr sz="3200" b="1">
          <a:solidFill>
            <a:srgbClr val="800000"/>
          </a:solidFill>
          <a:latin typeface="Times New Roman" panose="02020603050405020304" pitchFamily="18" charset="0"/>
          <a:ea typeface="宋体" panose="02010600030101010101" pitchFamily="2" charset="-122"/>
        </a:defRPr>
      </a:lvl7pPr>
      <a:lvl8pPr marL="1371600" algn="l" rtl="0" eaLnBrk="0" fontAlgn="base" hangingPunct="0">
        <a:spcBef>
          <a:spcPct val="0"/>
        </a:spcBef>
        <a:spcAft>
          <a:spcPct val="0"/>
        </a:spcAft>
        <a:defRPr sz="3200" b="1">
          <a:solidFill>
            <a:srgbClr val="800000"/>
          </a:solidFill>
          <a:latin typeface="Times New Roman" panose="02020603050405020304" pitchFamily="18" charset="0"/>
          <a:ea typeface="宋体" panose="02010600030101010101" pitchFamily="2" charset="-122"/>
        </a:defRPr>
      </a:lvl8pPr>
      <a:lvl9pPr marL="1828800" algn="l" rtl="0" eaLnBrk="0" fontAlgn="base" hangingPunct="0">
        <a:spcBef>
          <a:spcPct val="0"/>
        </a:spcBef>
        <a:spcAft>
          <a:spcPct val="0"/>
        </a:spcAft>
        <a:defRPr sz="3200" b="1">
          <a:solidFill>
            <a:srgbClr val="800000"/>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28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800" b="1">
          <a:solidFill>
            <a:schemeClr val="tx1"/>
          </a:solidFill>
          <a:latin typeface="+mn-lt"/>
          <a:ea typeface="+mn-ea"/>
        </a:defRPr>
      </a:lvl3pPr>
      <a:lvl4pPr marL="1600200" indent="-228600" algn="l" rtl="0" eaLnBrk="0" fontAlgn="base" hangingPunct="0">
        <a:spcBef>
          <a:spcPct val="20000"/>
        </a:spcBef>
        <a:spcAft>
          <a:spcPct val="0"/>
        </a:spcAft>
        <a:buChar char="–"/>
        <a:defRPr sz="2800" b="1">
          <a:solidFill>
            <a:schemeClr val="tx1"/>
          </a:solidFill>
          <a:latin typeface="+mn-lt"/>
          <a:ea typeface="+mn-ea"/>
        </a:defRPr>
      </a:lvl4pPr>
      <a:lvl5pPr marL="2057400" indent="-228600" algn="l" rtl="0" eaLnBrk="0" fontAlgn="base" hangingPunct="0">
        <a:spcBef>
          <a:spcPct val="20000"/>
        </a:spcBef>
        <a:spcAft>
          <a:spcPct val="0"/>
        </a:spcAft>
        <a:buChar char="»"/>
        <a:defRPr sz="2800" b="1">
          <a:solidFill>
            <a:schemeClr val="tx1"/>
          </a:solidFill>
          <a:latin typeface="+mn-lt"/>
          <a:ea typeface="+mn-ea"/>
        </a:defRPr>
      </a:lvl5pPr>
      <a:lvl6pPr marL="2514600" indent="-228600" algn="l" rtl="0" eaLnBrk="0" fontAlgn="base" hangingPunct="0">
        <a:spcBef>
          <a:spcPct val="20000"/>
        </a:spcBef>
        <a:spcAft>
          <a:spcPct val="0"/>
        </a:spcAft>
        <a:buChar char="»"/>
        <a:defRPr sz="2800" b="1">
          <a:solidFill>
            <a:schemeClr val="tx1"/>
          </a:solidFill>
          <a:latin typeface="+mn-lt"/>
          <a:ea typeface="+mn-ea"/>
        </a:defRPr>
      </a:lvl6pPr>
      <a:lvl7pPr marL="2971800" indent="-228600" algn="l" rtl="0" eaLnBrk="0" fontAlgn="base" hangingPunct="0">
        <a:spcBef>
          <a:spcPct val="20000"/>
        </a:spcBef>
        <a:spcAft>
          <a:spcPct val="0"/>
        </a:spcAft>
        <a:buChar char="»"/>
        <a:defRPr sz="2800" b="1">
          <a:solidFill>
            <a:schemeClr val="tx1"/>
          </a:solidFill>
          <a:latin typeface="+mn-lt"/>
          <a:ea typeface="+mn-ea"/>
        </a:defRPr>
      </a:lvl7pPr>
      <a:lvl8pPr marL="3429000" indent="-228600" algn="l" rtl="0" eaLnBrk="0" fontAlgn="base" hangingPunct="0">
        <a:spcBef>
          <a:spcPct val="20000"/>
        </a:spcBef>
        <a:spcAft>
          <a:spcPct val="0"/>
        </a:spcAft>
        <a:buChar char="»"/>
        <a:defRPr sz="2800" b="1">
          <a:solidFill>
            <a:schemeClr val="tx1"/>
          </a:solidFill>
          <a:latin typeface="+mn-lt"/>
          <a:ea typeface="+mn-ea"/>
        </a:defRPr>
      </a:lvl8pPr>
      <a:lvl9pPr marL="3886200" indent="-228600" algn="l" rtl="0" eaLnBrk="0" fontAlgn="base" hangingPunct="0">
        <a:spcBef>
          <a:spcPct val="20000"/>
        </a:spcBef>
        <a:spcAft>
          <a:spcPct val="0"/>
        </a:spcAft>
        <a:buChar char="»"/>
        <a:defRPr sz="28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9" Type="http://schemas.openxmlformats.org/officeDocument/2006/relationships/image" Target="../media/image12.png"/><Relationship Id="rId8" Type="http://schemas.openxmlformats.org/officeDocument/2006/relationships/customXml" Target="../ink/ink4.xml"/><Relationship Id="rId7" Type="http://schemas.openxmlformats.org/officeDocument/2006/relationships/image" Target="../media/image11.png"/><Relationship Id="rId6" Type="http://schemas.openxmlformats.org/officeDocument/2006/relationships/customXml" Target="../ink/ink3.xml"/><Relationship Id="rId5" Type="http://schemas.openxmlformats.org/officeDocument/2006/relationships/image" Target="../media/image10.png"/><Relationship Id="rId4" Type="http://schemas.openxmlformats.org/officeDocument/2006/relationships/customXml" Target="../ink/ink2.xml"/><Relationship Id="rId3" Type="http://schemas.openxmlformats.org/officeDocument/2006/relationships/image" Target="../media/image9.png"/><Relationship Id="rId2" Type="http://schemas.openxmlformats.org/officeDocument/2006/relationships/customXml" Target="../ink/ink1.xml"/><Relationship Id="rId10" Type="http://schemas.openxmlformats.org/officeDocument/2006/relationships/slideLayout" Target="../slideLayouts/slideLayout2.xml"/><Relationship Id="rId1" Type="http://schemas.openxmlformats.org/officeDocument/2006/relationships/image" Target="../media/image8.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9" Type="http://schemas.openxmlformats.org/officeDocument/2006/relationships/customXml" Target="../ink/ink9.xml"/><Relationship Id="rId8" Type="http://schemas.openxmlformats.org/officeDocument/2006/relationships/image" Target="../media/image19.png"/><Relationship Id="rId7" Type="http://schemas.openxmlformats.org/officeDocument/2006/relationships/customXml" Target="../ink/ink8.xml"/><Relationship Id="rId6" Type="http://schemas.openxmlformats.org/officeDocument/2006/relationships/image" Target="../media/image18.png"/><Relationship Id="rId5" Type="http://schemas.openxmlformats.org/officeDocument/2006/relationships/customXml" Target="../ink/ink7.xml"/><Relationship Id="rId4" Type="http://schemas.openxmlformats.org/officeDocument/2006/relationships/image" Target="../media/image17.png"/><Relationship Id="rId3" Type="http://schemas.openxmlformats.org/officeDocument/2006/relationships/customXml" Target="../ink/ink6.xml"/><Relationship Id="rId29" Type="http://schemas.openxmlformats.org/officeDocument/2006/relationships/slideLayout" Target="../slideLayouts/slideLayout2.xml"/><Relationship Id="rId28" Type="http://schemas.openxmlformats.org/officeDocument/2006/relationships/image" Target="../media/image29.png"/><Relationship Id="rId27" Type="http://schemas.openxmlformats.org/officeDocument/2006/relationships/customXml" Target="../ink/ink18.xml"/><Relationship Id="rId26" Type="http://schemas.openxmlformats.org/officeDocument/2006/relationships/image" Target="../media/image28.png"/><Relationship Id="rId25" Type="http://schemas.openxmlformats.org/officeDocument/2006/relationships/customXml" Target="../ink/ink17.xml"/><Relationship Id="rId24" Type="http://schemas.openxmlformats.org/officeDocument/2006/relationships/image" Target="../media/image27.png"/><Relationship Id="rId23" Type="http://schemas.openxmlformats.org/officeDocument/2006/relationships/customXml" Target="../ink/ink16.xml"/><Relationship Id="rId22" Type="http://schemas.openxmlformats.org/officeDocument/2006/relationships/image" Target="../media/image26.png"/><Relationship Id="rId21" Type="http://schemas.openxmlformats.org/officeDocument/2006/relationships/customXml" Target="../ink/ink15.xml"/><Relationship Id="rId20" Type="http://schemas.openxmlformats.org/officeDocument/2006/relationships/image" Target="../media/image25.png"/><Relationship Id="rId2" Type="http://schemas.openxmlformats.org/officeDocument/2006/relationships/image" Target="../media/image16.png"/><Relationship Id="rId19" Type="http://schemas.openxmlformats.org/officeDocument/2006/relationships/customXml" Target="../ink/ink14.xml"/><Relationship Id="rId18" Type="http://schemas.openxmlformats.org/officeDocument/2006/relationships/image" Target="../media/image24.png"/><Relationship Id="rId17" Type="http://schemas.openxmlformats.org/officeDocument/2006/relationships/customXml" Target="../ink/ink13.xml"/><Relationship Id="rId16" Type="http://schemas.openxmlformats.org/officeDocument/2006/relationships/image" Target="../media/image23.png"/><Relationship Id="rId15" Type="http://schemas.openxmlformats.org/officeDocument/2006/relationships/customXml" Target="../ink/ink12.xml"/><Relationship Id="rId14" Type="http://schemas.openxmlformats.org/officeDocument/2006/relationships/image" Target="../media/image22.png"/><Relationship Id="rId13" Type="http://schemas.openxmlformats.org/officeDocument/2006/relationships/customXml" Target="../ink/ink11.xml"/><Relationship Id="rId12" Type="http://schemas.openxmlformats.org/officeDocument/2006/relationships/image" Target="../media/image21.png"/><Relationship Id="rId11" Type="http://schemas.openxmlformats.org/officeDocument/2006/relationships/customXml" Target="../ink/ink10.xml"/><Relationship Id="rId10" Type="http://schemas.openxmlformats.org/officeDocument/2006/relationships/image" Target="../media/image20.png"/><Relationship Id="rId1" Type="http://schemas.openxmlformats.org/officeDocument/2006/relationships/customXml" Target="../ink/ink5.xml"/></Relationships>
</file>

<file path=ppt/slides/_rels/slide12.xml.rels><?xml version="1.0" encoding="UTF-8" standalone="yes"?>
<Relationships xmlns="http://schemas.openxmlformats.org/package/2006/relationships"><Relationship Id="rId91" Type="http://schemas.openxmlformats.org/officeDocument/2006/relationships/slideLayout" Target="../slideLayouts/slideLayout2.xml"/><Relationship Id="rId90" Type="http://schemas.openxmlformats.org/officeDocument/2006/relationships/image" Target="../media/image74.png"/><Relationship Id="rId9" Type="http://schemas.openxmlformats.org/officeDocument/2006/relationships/customXml" Target="../ink/ink23.xml"/><Relationship Id="rId89" Type="http://schemas.openxmlformats.org/officeDocument/2006/relationships/customXml" Target="../ink/ink63.xml"/><Relationship Id="rId88" Type="http://schemas.openxmlformats.org/officeDocument/2006/relationships/image" Target="../media/image73.png"/><Relationship Id="rId87" Type="http://schemas.openxmlformats.org/officeDocument/2006/relationships/customXml" Target="../ink/ink62.xml"/><Relationship Id="rId86" Type="http://schemas.openxmlformats.org/officeDocument/2006/relationships/image" Target="../media/image72.png"/><Relationship Id="rId85" Type="http://schemas.openxmlformats.org/officeDocument/2006/relationships/customXml" Target="../ink/ink61.xml"/><Relationship Id="rId84" Type="http://schemas.openxmlformats.org/officeDocument/2006/relationships/image" Target="../media/image71.png"/><Relationship Id="rId83" Type="http://schemas.openxmlformats.org/officeDocument/2006/relationships/customXml" Target="../ink/ink60.xml"/><Relationship Id="rId82" Type="http://schemas.openxmlformats.org/officeDocument/2006/relationships/image" Target="../media/image70.png"/><Relationship Id="rId81" Type="http://schemas.openxmlformats.org/officeDocument/2006/relationships/customXml" Target="../ink/ink59.xml"/><Relationship Id="rId80" Type="http://schemas.openxmlformats.org/officeDocument/2006/relationships/image" Target="../media/image69.png"/><Relationship Id="rId8" Type="http://schemas.openxmlformats.org/officeDocument/2006/relationships/image" Target="../media/image33.png"/><Relationship Id="rId79" Type="http://schemas.openxmlformats.org/officeDocument/2006/relationships/customXml" Target="../ink/ink58.xml"/><Relationship Id="rId78" Type="http://schemas.openxmlformats.org/officeDocument/2006/relationships/image" Target="../media/image68.png"/><Relationship Id="rId77" Type="http://schemas.openxmlformats.org/officeDocument/2006/relationships/customXml" Target="../ink/ink57.xml"/><Relationship Id="rId76" Type="http://schemas.openxmlformats.org/officeDocument/2006/relationships/image" Target="../media/image67.png"/><Relationship Id="rId75" Type="http://schemas.openxmlformats.org/officeDocument/2006/relationships/customXml" Target="../ink/ink56.xml"/><Relationship Id="rId74" Type="http://schemas.openxmlformats.org/officeDocument/2006/relationships/image" Target="../media/image66.png"/><Relationship Id="rId73" Type="http://schemas.openxmlformats.org/officeDocument/2006/relationships/customXml" Target="../ink/ink55.xml"/><Relationship Id="rId72" Type="http://schemas.openxmlformats.org/officeDocument/2006/relationships/image" Target="../media/image65.png"/><Relationship Id="rId71" Type="http://schemas.openxmlformats.org/officeDocument/2006/relationships/customXml" Target="../ink/ink54.xml"/><Relationship Id="rId70" Type="http://schemas.openxmlformats.org/officeDocument/2006/relationships/image" Target="../media/image64.png"/><Relationship Id="rId7" Type="http://schemas.openxmlformats.org/officeDocument/2006/relationships/customXml" Target="../ink/ink22.xml"/><Relationship Id="rId69" Type="http://schemas.openxmlformats.org/officeDocument/2006/relationships/customXml" Target="../ink/ink53.xml"/><Relationship Id="rId68" Type="http://schemas.openxmlformats.org/officeDocument/2006/relationships/image" Target="../media/image63.png"/><Relationship Id="rId67" Type="http://schemas.openxmlformats.org/officeDocument/2006/relationships/customXml" Target="../ink/ink52.xml"/><Relationship Id="rId66" Type="http://schemas.openxmlformats.org/officeDocument/2006/relationships/image" Target="../media/image62.png"/><Relationship Id="rId65" Type="http://schemas.openxmlformats.org/officeDocument/2006/relationships/customXml" Target="../ink/ink51.xml"/><Relationship Id="rId64" Type="http://schemas.openxmlformats.org/officeDocument/2006/relationships/image" Target="../media/image61.png"/><Relationship Id="rId63" Type="http://schemas.openxmlformats.org/officeDocument/2006/relationships/customXml" Target="../ink/ink50.xml"/><Relationship Id="rId62" Type="http://schemas.openxmlformats.org/officeDocument/2006/relationships/image" Target="../media/image60.png"/><Relationship Id="rId61" Type="http://schemas.openxmlformats.org/officeDocument/2006/relationships/customXml" Target="../ink/ink49.xml"/><Relationship Id="rId60" Type="http://schemas.openxmlformats.org/officeDocument/2006/relationships/image" Target="../media/image59.png"/><Relationship Id="rId6" Type="http://schemas.openxmlformats.org/officeDocument/2006/relationships/image" Target="../media/image32.png"/><Relationship Id="rId59" Type="http://schemas.openxmlformats.org/officeDocument/2006/relationships/customXml" Target="../ink/ink48.xml"/><Relationship Id="rId58" Type="http://schemas.openxmlformats.org/officeDocument/2006/relationships/image" Target="../media/image58.png"/><Relationship Id="rId57" Type="http://schemas.openxmlformats.org/officeDocument/2006/relationships/customXml" Target="../ink/ink47.xml"/><Relationship Id="rId56" Type="http://schemas.openxmlformats.org/officeDocument/2006/relationships/image" Target="../media/image57.png"/><Relationship Id="rId55" Type="http://schemas.openxmlformats.org/officeDocument/2006/relationships/customXml" Target="../ink/ink46.xml"/><Relationship Id="rId54" Type="http://schemas.openxmlformats.org/officeDocument/2006/relationships/image" Target="../media/image56.png"/><Relationship Id="rId53" Type="http://schemas.openxmlformats.org/officeDocument/2006/relationships/customXml" Target="../ink/ink45.xml"/><Relationship Id="rId52" Type="http://schemas.openxmlformats.org/officeDocument/2006/relationships/image" Target="../media/image55.png"/><Relationship Id="rId51" Type="http://schemas.openxmlformats.org/officeDocument/2006/relationships/customXml" Target="../ink/ink44.xml"/><Relationship Id="rId50" Type="http://schemas.openxmlformats.org/officeDocument/2006/relationships/image" Target="../media/image54.png"/><Relationship Id="rId5" Type="http://schemas.openxmlformats.org/officeDocument/2006/relationships/customXml" Target="../ink/ink21.xml"/><Relationship Id="rId49" Type="http://schemas.openxmlformats.org/officeDocument/2006/relationships/customXml" Target="../ink/ink43.xml"/><Relationship Id="rId48" Type="http://schemas.openxmlformats.org/officeDocument/2006/relationships/image" Target="../media/image53.png"/><Relationship Id="rId47" Type="http://schemas.openxmlformats.org/officeDocument/2006/relationships/customXml" Target="../ink/ink42.xml"/><Relationship Id="rId46" Type="http://schemas.openxmlformats.org/officeDocument/2006/relationships/image" Target="../media/image52.png"/><Relationship Id="rId45" Type="http://schemas.openxmlformats.org/officeDocument/2006/relationships/customXml" Target="../ink/ink41.xml"/><Relationship Id="rId44" Type="http://schemas.openxmlformats.org/officeDocument/2006/relationships/image" Target="../media/image51.png"/><Relationship Id="rId43" Type="http://schemas.openxmlformats.org/officeDocument/2006/relationships/customXml" Target="../ink/ink40.xml"/><Relationship Id="rId42" Type="http://schemas.openxmlformats.org/officeDocument/2006/relationships/image" Target="../media/image50.png"/><Relationship Id="rId41" Type="http://schemas.openxmlformats.org/officeDocument/2006/relationships/customXml" Target="../ink/ink39.xml"/><Relationship Id="rId40" Type="http://schemas.openxmlformats.org/officeDocument/2006/relationships/image" Target="../media/image49.png"/><Relationship Id="rId4" Type="http://schemas.openxmlformats.org/officeDocument/2006/relationships/image" Target="../media/image31.png"/><Relationship Id="rId39" Type="http://schemas.openxmlformats.org/officeDocument/2006/relationships/customXml" Target="../ink/ink38.xml"/><Relationship Id="rId38" Type="http://schemas.openxmlformats.org/officeDocument/2006/relationships/image" Target="../media/image48.png"/><Relationship Id="rId37" Type="http://schemas.openxmlformats.org/officeDocument/2006/relationships/customXml" Target="../ink/ink37.xml"/><Relationship Id="rId36" Type="http://schemas.openxmlformats.org/officeDocument/2006/relationships/image" Target="../media/image47.png"/><Relationship Id="rId35" Type="http://schemas.openxmlformats.org/officeDocument/2006/relationships/customXml" Target="../ink/ink36.xml"/><Relationship Id="rId34" Type="http://schemas.openxmlformats.org/officeDocument/2006/relationships/image" Target="../media/image46.png"/><Relationship Id="rId33" Type="http://schemas.openxmlformats.org/officeDocument/2006/relationships/customXml" Target="../ink/ink35.xml"/><Relationship Id="rId32" Type="http://schemas.openxmlformats.org/officeDocument/2006/relationships/image" Target="../media/image45.png"/><Relationship Id="rId31" Type="http://schemas.openxmlformats.org/officeDocument/2006/relationships/customXml" Target="../ink/ink34.xml"/><Relationship Id="rId30" Type="http://schemas.openxmlformats.org/officeDocument/2006/relationships/image" Target="../media/image44.png"/><Relationship Id="rId3" Type="http://schemas.openxmlformats.org/officeDocument/2006/relationships/customXml" Target="../ink/ink20.xml"/><Relationship Id="rId29" Type="http://schemas.openxmlformats.org/officeDocument/2006/relationships/customXml" Target="../ink/ink33.xml"/><Relationship Id="rId28" Type="http://schemas.openxmlformats.org/officeDocument/2006/relationships/image" Target="../media/image43.png"/><Relationship Id="rId27" Type="http://schemas.openxmlformats.org/officeDocument/2006/relationships/customXml" Target="../ink/ink32.xml"/><Relationship Id="rId26" Type="http://schemas.openxmlformats.org/officeDocument/2006/relationships/image" Target="../media/image42.png"/><Relationship Id="rId25" Type="http://schemas.openxmlformats.org/officeDocument/2006/relationships/customXml" Target="../ink/ink31.xml"/><Relationship Id="rId24" Type="http://schemas.openxmlformats.org/officeDocument/2006/relationships/image" Target="../media/image41.png"/><Relationship Id="rId23" Type="http://schemas.openxmlformats.org/officeDocument/2006/relationships/customXml" Target="../ink/ink30.xml"/><Relationship Id="rId22" Type="http://schemas.openxmlformats.org/officeDocument/2006/relationships/image" Target="../media/image40.png"/><Relationship Id="rId21" Type="http://schemas.openxmlformats.org/officeDocument/2006/relationships/customXml" Target="../ink/ink29.xml"/><Relationship Id="rId20" Type="http://schemas.openxmlformats.org/officeDocument/2006/relationships/image" Target="../media/image39.png"/><Relationship Id="rId2" Type="http://schemas.openxmlformats.org/officeDocument/2006/relationships/image" Target="../media/image30.png"/><Relationship Id="rId19" Type="http://schemas.openxmlformats.org/officeDocument/2006/relationships/customXml" Target="../ink/ink28.xml"/><Relationship Id="rId18" Type="http://schemas.openxmlformats.org/officeDocument/2006/relationships/image" Target="../media/image38.png"/><Relationship Id="rId17" Type="http://schemas.openxmlformats.org/officeDocument/2006/relationships/customXml" Target="../ink/ink27.xml"/><Relationship Id="rId16" Type="http://schemas.openxmlformats.org/officeDocument/2006/relationships/image" Target="../media/image37.png"/><Relationship Id="rId15" Type="http://schemas.openxmlformats.org/officeDocument/2006/relationships/customXml" Target="../ink/ink26.xml"/><Relationship Id="rId14" Type="http://schemas.openxmlformats.org/officeDocument/2006/relationships/image" Target="../media/image36.png"/><Relationship Id="rId13" Type="http://schemas.openxmlformats.org/officeDocument/2006/relationships/customXml" Target="../ink/ink25.xml"/><Relationship Id="rId12" Type="http://schemas.openxmlformats.org/officeDocument/2006/relationships/image" Target="../media/image35.png"/><Relationship Id="rId11" Type="http://schemas.openxmlformats.org/officeDocument/2006/relationships/customXml" Target="../ink/ink24.xml"/><Relationship Id="rId10" Type="http://schemas.openxmlformats.org/officeDocument/2006/relationships/image" Target="../media/image34.png"/><Relationship Id="rId1" Type="http://schemas.openxmlformats.org/officeDocument/2006/relationships/customXml" Target="../ink/ink19.xml"/></Relationships>
</file>

<file path=ppt/slides/_rels/slide13.xml.rels><?xml version="1.0" encoding="UTF-8" standalone="yes"?>
<Relationships xmlns="http://schemas.openxmlformats.org/package/2006/relationships"><Relationship Id="rId9" Type="http://schemas.openxmlformats.org/officeDocument/2006/relationships/customXml" Target="../ink/ink68.xml"/><Relationship Id="rId8" Type="http://schemas.openxmlformats.org/officeDocument/2006/relationships/image" Target="../media/image78.png"/><Relationship Id="rId79" Type="http://schemas.openxmlformats.org/officeDocument/2006/relationships/slideLayout" Target="../slideLayouts/slideLayout2.xml"/><Relationship Id="rId78" Type="http://schemas.openxmlformats.org/officeDocument/2006/relationships/image" Target="../media/image113.png"/><Relationship Id="rId77" Type="http://schemas.openxmlformats.org/officeDocument/2006/relationships/customXml" Target="../ink/ink102.xml"/><Relationship Id="rId76" Type="http://schemas.openxmlformats.org/officeDocument/2006/relationships/image" Target="../media/image112.png"/><Relationship Id="rId75" Type="http://schemas.openxmlformats.org/officeDocument/2006/relationships/customXml" Target="../ink/ink101.xml"/><Relationship Id="rId74" Type="http://schemas.openxmlformats.org/officeDocument/2006/relationships/image" Target="../media/image111.png"/><Relationship Id="rId73" Type="http://schemas.openxmlformats.org/officeDocument/2006/relationships/customXml" Target="../ink/ink100.xml"/><Relationship Id="rId72" Type="http://schemas.openxmlformats.org/officeDocument/2006/relationships/image" Target="../media/image110.png"/><Relationship Id="rId71" Type="http://schemas.openxmlformats.org/officeDocument/2006/relationships/customXml" Target="../ink/ink99.xml"/><Relationship Id="rId70" Type="http://schemas.openxmlformats.org/officeDocument/2006/relationships/image" Target="../media/image109.png"/><Relationship Id="rId7" Type="http://schemas.openxmlformats.org/officeDocument/2006/relationships/customXml" Target="../ink/ink67.xml"/><Relationship Id="rId69" Type="http://schemas.openxmlformats.org/officeDocument/2006/relationships/customXml" Target="../ink/ink98.xml"/><Relationship Id="rId68" Type="http://schemas.openxmlformats.org/officeDocument/2006/relationships/image" Target="../media/image108.png"/><Relationship Id="rId67" Type="http://schemas.openxmlformats.org/officeDocument/2006/relationships/customXml" Target="../ink/ink97.xml"/><Relationship Id="rId66" Type="http://schemas.openxmlformats.org/officeDocument/2006/relationships/image" Target="../media/image107.png"/><Relationship Id="rId65" Type="http://schemas.openxmlformats.org/officeDocument/2006/relationships/customXml" Target="../ink/ink96.xml"/><Relationship Id="rId64" Type="http://schemas.openxmlformats.org/officeDocument/2006/relationships/image" Target="../media/image106.png"/><Relationship Id="rId63" Type="http://schemas.openxmlformats.org/officeDocument/2006/relationships/customXml" Target="../ink/ink95.xml"/><Relationship Id="rId62" Type="http://schemas.openxmlformats.org/officeDocument/2006/relationships/image" Target="../media/image105.png"/><Relationship Id="rId61" Type="http://schemas.openxmlformats.org/officeDocument/2006/relationships/customXml" Target="../ink/ink94.xml"/><Relationship Id="rId60" Type="http://schemas.openxmlformats.org/officeDocument/2006/relationships/image" Target="../media/image104.png"/><Relationship Id="rId6" Type="http://schemas.openxmlformats.org/officeDocument/2006/relationships/image" Target="../media/image77.png"/><Relationship Id="rId59" Type="http://schemas.openxmlformats.org/officeDocument/2006/relationships/customXml" Target="../ink/ink93.xml"/><Relationship Id="rId58" Type="http://schemas.openxmlformats.org/officeDocument/2006/relationships/image" Target="../media/image103.png"/><Relationship Id="rId57" Type="http://schemas.openxmlformats.org/officeDocument/2006/relationships/customXml" Target="../ink/ink92.xml"/><Relationship Id="rId56" Type="http://schemas.openxmlformats.org/officeDocument/2006/relationships/image" Target="../media/image102.png"/><Relationship Id="rId55" Type="http://schemas.openxmlformats.org/officeDocument/2006/relationships/customXml" Target="../ink/ink91.xml"/><Relationship Id="rId54" Type="http://schemas.openxmlformats.org/officeDocument/2006/relationships/image" Target="../media/image101.png"/><Relationship Id="rId53" Type="http://schemas.openxmlformats.org/officeDocument/2006/relationships/customXml" Target="../ink/ink90.xml"/><Relationship Id="rId52" Type="http://schemas.openxmlformats.org/officeDocument/2006/relationships/image" Target="../media/image100.png"/><Relationship Id="rId51" Type="http://schemas.openxmlformats.org/officeDocument/2006/relationships/customXml" Target="../ink/ink89.xml"/><Relationship Id="rId50" Type="http://schemas.openxmlformats.org/officeDocument/2006/relationships/image" Target="../media/image99.png"/><Relationship Id="rId5" Type="http://schemas.openxmlformats.org/officeDocument/2006/relationships/customXml" Target="../ink/ink66.xml"/><Relationship Id="rId49" Type="http://schemas.openxmlformats.org/officeDocument/2006/relationships/customXml" Target="../ink/ink88.xml"/><Relationship Id="rId48" Type="http://schemas.openxmlformats.org/officeDocument/2006/relationships/image" Target="../media/image98.png"/><Relationship Id="rId47" Type="http://schemas.openxmlformats.org/officeDocument/2006/relationships/customXml" Target="../ink/ink87.xml"/><Relationship Id="rId46" Type="http://schemas.openxmlformats.org/officeDocument/2006/relationships/image" Target="../media/image97.png"/><Relationship Id="rId45" Type="http://schemas.openxmlformats.org/officeDocument/2006/relationships/customXml" Target="../ink/ink86.xml"/><Relationship Id="rId44" Type="http://schemas.openxmlformats.org/officeDocument/2006/relationships/image" Target="../media/image96.png"/><Relationship Id="rId43" Type="http://schemas.openxmlformats.org/officeDocument/2006/relationships/customXml" Target="../ink/ink85.xml"/><Relationship Id="rId42" Type="http://schemas.openxmlformats.org/officeDocument/2006/relationships/image" Target="../media/image95.png"/><Relationship Id="rId41" Type="http://schemas.openxmlformats.org/officeDocument/2006/relationships/customXml" Target="../ink/ink84.xml"/><Relationship Id="rId40" Type="http://schemas.openxmlformats.org/officeDocument/2006/relationships/image" Target="../media/image94.png"/><Relationship Id="rId4" Type="http://schemas.openxmlformats.org/officeDocument/2006/relationships/image" Target="../media/image76.png"/><Relationship Id="rId39" Type="http://schemas.openxmlformats.org/officeDocument/2006/relationships/customXml" Target="../ink/ink83.xml"/><Relationship Id="rId38" Type="http://schemas.openxmlformats.org/officeDocument/2006/relationships/image" Target="../media/image93.png"/><Relationship Id="rId37" Type="http://schemas.openxmlformats.org/officeDocument/2006/relationships/customXml" Target="../ink/ink82.xml"/><Relationship Id="rId36" Type="http://schemas.openxmlformats.org/officeDocument/2006/relationships/image" Target="../media/image92.png"/><Relationship Id="rId35" Type="http://schemas.openxmlformats.org/officeDocument/2006/relationships/customXml" Target="../ink/ink81.xml"/><Relationship Id="rId34" Type="http://schemas.openxmlformats.org/officeDocument/2006/relationships/image" Target="../media/image91.png"/><Relationship Id="rId33" Type="http://schemas.openxmlformats.org/officeDocument/2006/relationships/customXml" Target="../ink/ink80.xml"/><Relationship Id="rId32" Type="http://schemas.openxmlformats.org/officeDocument/2006/relationships/image" Target="../media/image90.png"/><Relationship Id="rId31" Type="http://schemas.openxmlformats.org/officeDocument/2006/relationships/customXml" Target="../ink/ink79.xml"/><Relationship Id="rId30" Type="http://schemas.openxmlformats.org/officeDocument/2006/relationships/image" Target="../media/image89.png"/><Relationship Id="rId3" Type="http://schemas.openxmlformats.org/officeDocument/2006/relationships/customXml" Target="../ink/ink65.xml"/><Relationship Id="rId29" Type="http://schemas.openxmlformats.org/officeDocument/2006/relationships/customXml" Target="../ink/ink78.xml"/><Relationship Id="rId28" Type="http://schemas.openxmlformats.org/officeDocument/2006/relationships/image" Target="../media/image88.png"/><Relationship Id="rId27" Type="http://schemas.openxmlformats.org/officeDocument/2006/relationships/customXml" Target="../ink/ink77.xml"/><Relationship Id="rId26" Type="http://schemas.openxmlformats.org/officeDocument/2006/relationships/image" Target="../media/image87.png"/><Relationship Id="rId25" Type="http://schemas.openxmlformats.org/officeDocument/2006/relationships/customXml" Target="../ink/ink76.xml"/><Relationship Id="rId24" Type="http://schemas.openxmlformats.org/officeDocument/2006/relationships/image" Target="../media/image86.png"/><Relationship Id="rId23" Type="http://schemas.openxmlformats.org/officeDocument/2006/relationships/customXml" Target="../ink/ink75.xml"/><Relationship Id="rId22" Type="http://schemas.openxmlformats.org/officeDocument/2006/relationships/image" Target="../media/image85.png"/><Relationship Id="rId21" Type="http://schemas.openxmlformats.org/officeDocument/2006/relationships/customXml" Target="../ink/ink74.xml"/><Relationship Id="rId20" Type="http://schemas.openxmlformats.org/officeDocument/2006/relationships/image" Target="../media/image84.png"/><Relationship Id="rId2" Type="http://schemas.openxmlformats.org/officeDocument/2006/relationships/image" Target="../media/image75.png"/><Relationship Id="rId19" Type="http://schemas.openxmlformats.org/officeDocument/2006/relationships/customXml" Target="../ink/ink73.xml"/><Relationship Id="rId18" Type="http://schemas.openxmlformats.org/officeDocument/2006/relationships/image" Target="../media/image83.png"/><Relationship Id="rId17" Type="http://schemas.openxmlformats.org/officeDocument/2006/relationships/customXml" Target="../ink/ink72.xml"/><Relationship Id="rId16" Type="http://schemas.openxmlformats.org/officeDocument/2006/relationships/image" Target="../media/image82.png"/><Relationship Id="rId15" Type="http://schemas.openxmlformats.org/officeDocument/2006/relationships/customXml" Target="../ink/ink71.xml"/><Relationship Id="rId14" Type="http://schemas.openxmlformats.org/officeDocument/2006/relationships/image" Target="../media/image81.png"/><Relationship Id="rId13" Type="http://schemas.openxmlformats.org/officeDocument/2006/relationships/customXml" Target="../ink/ink70.xml"/><Relationship Id="rId12" Type="http://schemas.openxmlformats.org/officeDocument/2006/relationships/image" Target="../media/image80.png"/><Relationship Id="rId11" Type="http://schemas.openxmlformats.org/officeDocument/2006/relationships/customXml" Target="../ink/ink69.xml"/><Relationship Id="rId10" Type="http://schemas.openxmlformats.org/officeDocument/2006/relationships/image" Target="../media/image79.png"/><Relationship Id="rId1" Type="http://schemas.openxmlformats.org/officeDocument/2006/relationships/customXml" Target="../ink/ink64.xml"/></Relationships>
</file>

<file path=ppt/slides/_rels/slide14.xml.rels><?xml version="1.0" encoding="UTF-8" standalone="yes"?>
<Relationships xmlns="http://schemas.openxmlformats.org/package/2006/relationships"><Relationship Id="rId99" Type="http://schemas.openxmlformats.org/officeDocument/2006/relationships/customXml" Target="../ink/ink152.xml"/><Relationship Id="rId98" Type="http://schemas.openxmlformats.org/officeDocument/2006/relationships/image" Target="../media/image162.png"/><Relationship Id="rId97" Type="http://schemas.openxmlformats.org/officeDocument/2006/relationships/customXml" Target="../ink/ink151.xml"/><Relationship Id="rId96" Type="http://schemas.openxmlformats.org/officeDocument/2006/relationships/image" Target="../media/image161.png"/><Relationship Id="rId95" Type="http://schemas.openxmlformats.org/officeDocument/2006/relationships/customXml" Target="../ink/ink150.xml"/><Relationship Id="rId94" Type="http://schemas.openxmlformats.org/officeDocument/2006/relationships/image" Target="../media/image160.png"/><Relationship Id="rId93" Type="http://schemas.openxmlformats.org/officeDocument/2006/relationships/customXml" Target="../ink/ink149.xml"/><Relationship Id="rId92" Type="http://schemas.openxmlformats.org/officeDocument/2006/relationships/image" Target="../media/image159.png"/><Relationship Id="rId91" Type="http://schemas.openxmlformats.org/officeDocument/2006/relationships/customXml" Target="../ink/ink148.xml"/><Relationship Id="rId90" Type="http://schemas.openxmlformats.org/officeDocument/2006/relationships/image" Target="../media/image158.png"/><Relationship Id="rId9" Type="http://schemas.openxmlformats.org/officeDocument/2006/relationships/customXml" Target="../ink/ink107.xml"/><Relationship Id="rId89" Type="http://schemas.openxmlformats.org/officeDocument/2006/relationships/customXml" Target="../ink/ink147.xml"/><Relationship Id="rId88" Type="http://schemas.openxmlformats.org/officeDocument/2006/relationships/image" Target="../media/image157.png"/><Relationship Id="rId87" Type="http://schemas.openxmlformats.org/officeDocument/2006/relationships/customXml" Target="../ink/ink146.xml"/><Relationship Id="rId86" Type="http://schemas.openxmlformats.org/officeDocument/2006/relationships/image" Target="../media/image156.png"/><Relationship Id="rId85" Type="http://schemas.openxmlformats.org/officeDocument/2006/relationships/customXml" Target="../ink/ink145.xml"/><Relationship Id="rId84" Type="http://schemas.openxmlformats.org/officeDocument/2006/relationships/image" Target="../media/image155.png"/><Relationship Id="rId83" Type="http://schemas.openxmlformats.org/officeDocument/2006/relationships/customXml" Target="../ink/ink144.xml"/><Relationship Id="rId82" Type="http://schemas.openxmlformats.org/officeDocument/2006/relationships/image" Target="../media/image154.png"/><Relationship Id="rId81" Type="http://schemas.openxmlformats.org/officeDocument/2006/relationships/customXml" Target="../ink/ink143.xml"/><Relationship Id="rId80" Type="http://schemas.openxmlformats.org/officeDocument/2006/relationships/image" Target="../media/image153.png"/><Relationship Id="rId8" Type="http://schemas.openxmlformats.org/officeDocument/2006/relationships/image" Target="../media/image117.png"/><Relationship Id="rId79" Type="http://schemas.openxmlformats.org/officeDocument/2006/relationships/customXml" Target="../ink/ink142.xml"/><Relationship Id="rId78" Type="http://schemas.openxmlformats.org/officeDocument/2006/relationships/image" Target="../media/image152.png"/><Relationship Id="rId77" Type="http://schemas.openxmlformats.org/officeDocument/2006/relationships/customXml" Target="../ink/ink141.xml"/><Relationship Id="rId76" Type="http://schemas.openxmlformats.org/officeDocument/2006/relationships/image" Target="../media/image151.png"/><Relationship Id="rId75" Type="http://schemas.openxmlformats.org/officeDocument/2006/relationships/customXml" Target="../ink/ink140.xml"/><Relationship Id="rId74" Type="http://schemas.openxmlformats.org/officeDocument/2006/relationships/image" Target="../media/image150.png"/><Relationship Id="rId73" Type="http://schemas.openxmlformats.org/officeDocument/2006/relationships/customXml" Target="../ink/ink139.xml"/><Relationship Id="rId72" Type="http://schemas.openxmlformats.org/officeDocument/2006/relationships/image" Target="../media/image149.png"/><Relationship Id="rId71" Type="http://schemas.openxmlformats.org/officeDocument/2006/relationships/customXml" Target="../ink/ink138.xml"/><Relationship Id="rId70" Type="http://schemas.openxmlformats.org/officeDocument/2006/relationships/image" Target="../media/image148.png"/><Relationship Id="rId7" Type="http://schemas.openxmlformats.org/officeDocument/2006/relationships/customXml" Target="../ink/ink106.xml"/><Relationship Id="rId69" Type="http://schemas.openxmlformats.org/officeDocument/2006/relationships/customXml" Target="../ink/ink137.xml"/><Relationship Id="rId68" Type="http://schemas.openxmlformats.org/officeDocument/2006/relationships/image" Target="../media/image147.png"/><Relationship Id="rId67" Type="http://schemas.openxmlformats.org/officeDocument/2006/relationships/customXml" Target="../ink/ink136.xml"/><Relationship Id="rId66" Type="http://schemas.openxmlformats.org/officeDocument/2006/relationships/image" Target="../media/image146.png"/><Relationship Id="rId65" Type="http://schemas.openxmlformats.org/officeDocument/2006/relationships/customXml" Target="../ink/ink135.xml"/><Relationship Id="rId64" Type="http://schemas.openxmlformats.org/officeDocument/2006/relationships/image" Target="../media/image145.png"/><Relationship Id="rId63" Type="http://schemas.openxmlformats.org/officeDocument/2006/relationships/customXml" Target="../ink/ink134.xml"/><Relationship Id="rId62" Type="http://schemas.openxmlformats.org/officeDocument/2006/relationships/image" Target="../media/image144.png"/><Relationship Id="rId61" Type="http://schemas.openxmlformats.org/officeDocument/2006/relationships/customXml" Target="../ink/ink133.xml"/><Relationship Id="rId60" Type="http://schemas.openxmlformats.org/officeDocument/2006/relationships/image" Target="../media/image143.png"/><Relationship Id="rId6" Type="http://schemas.openxmlformats.org/officeDocument/2006/relationships/image" Target="../media/image116.png"/><Relationship Id="rId59" Type="http://schemas.openxmlformats.org/officeDocument/2006/relationships/customXml" Target="../ink/ink132.xml"/><Relationship Id="rId58" Type="http://schemas.openxmlformats.org/officeDocument/2006/relationships/image" Target="../media/image142.png"/><Relationship Id="rId57" Type="http://schemas.openxmlformats.org/officeDocument/2006/relationships/customXml" Target="../ink/ink131.xml"/><Relationship Id="rId56" Type="http://schemas.openxmlformats.org/officeDocument/2006/relationships/image" Target="../media/image141.png"/><Relationship Id="rId55" Type="http://schemas.openxmlformats.org/officeDocument/2006/relationships/customXml" Target="../ink/ink130.xml"/><Relationship Id="rId54" Type="http://schemas.openxmlformats.org/officeDocument/2006/relationships/image" Target="../media/image140.png"/><Relationship Id="rId53" Type="http://schemas.openxmlformats.org/officeDocument/2006/relationships/customXml" Target="../ink/ink129.xml"/><Relationship Id="rId52" Type="http://schemas.openxmlformats.org/officeDocument/2006/relationships/image" Target="../media/image139.png"/><Relationship Id="rId51" Type="http://schemas.openxmlformats.org/officeDocument/2006/relationships/customXml" Target="../ink/ink128.xml"/><Relationship Id="rId50" Type="http://schemas.openxmlformats.org/officeDocument/2006/relationships/image" Target="../media/image138.png"/><Relationship Id="rId5" Type="http://schemas.openxmlformats.org/officeDocument/2006/relationships/customXml" Target="../ink/ink105.xml"/><Relationship Id="rId49" Type="http://schemas.openxmlformats.org/officeDocument/2006/relationships/customXml" Target="../ink/ink127.xml"/><Relationship Id="rId48" Type="http://schemas.openxmlformats.org/officeDocument/2006/relationships/image" Target="../media/image137.png"/><Relationship Id="rId47" Type="http://schemas.openxmlformats.org/officeDocument/2006/relationships/customXml" Target="../ink/ink126.xml"/><Relationship Id="rId46" Type="http://schemas.openxmlformats.org/officeDocument/2006/relationships/image" Target="../media/image136.png"/><Relationship Id="rId45" Type="http://schemas.openxmlformats.org/officeDocument/2006/relationships/customXml" Target="../ink/ink125.xml"/><Relationship Id="rId44" Type="http://schemas.openxmlformats.org/officeDocument/2006/relationships/image" Target="../media/image135.png"/><Relationship Id="rId43" Type="http://schemas.openxmlformats.org/officeDocument/2006/relationships/customXml" Target="../ink/ink124.xml"/><Relationship Id="rId42" Type="http://schemas.openxmlformats.org/officeDocument/2006/relationships/image" Target="../media/image134.png"/><Relationship Id="rId41" Type="http://schemas.openxmlformats.org/officeDocument/2006/relationships/customXml" Target="../ink/ink123.xml"/><Relationship Id="rId40" Type="http://schemas.openxmlformats.org/officeDocument/2006/relationships/image" Target="../media/image133.png"/><Relationship Id="rId4" Type="http://schemas.openxmlformats.org/officeDocument/2006/relationships/image" Target="../media/image115.png"/><Relationship Id="rId39" Type="http://schemas.openxmlformats.org/officeDocument/2006/relationships/customXml" Target="../ink/ink122.xml"/><Relationship Id="rId38" Type="http://schemas.openxmlformats.org/officeDocument/2006/relationships/image" Target="../media/image132.png"/><Relationship Id="rId37" Type="http://schemas.openxmlformats.org/officeDocument/2006/relationships/customXml" Target="../ink/ink121.xml"/><Relationship Id="rId36" Type="http://schemas.openxmlformats.org/officeDocument/2006/relationships/image" Target="../media/image131.png"/><Relationship Id="rId35" Type="http://schemas.openxmlformats.org/officeDocument/2006/relationships/customXml" Target="../ink/ink120.xml"/><Relationship Id="rId34" Type="http://schemas.openxmlformats.org/officeDocument/2006/relationships/image" Target="../media/image130.png"/><Relationship Id="rId33" Type="http://schemas.openxmlformats.org/officeDocument/2006/relationships/customXml" Target="../ink/ink119.xml"/><Relationship Id="rId32" Type="http://schemas.openxmlformats.org/officeDocument/2006/relationships/image" Target="../media/image129.png"/><Relationship Id="rId31" Type="http://schemas.openxmlformats.org/officeDocument/2006/relationships/customXml" Target="../ink/ink118.xml"/><Relationship Id="rId30" Type="http://schemas.openxmlformats.org/officeDocument/2006/relationships/image" Target="../media/image128.png"/><Relationship Id="rId3" Type="http://schemas.openxmlformats.org/officeDocument/2006/relationships/customXml" Target="../ink/ink104.xml"/><Relationship Id="rId29" Type="http://schemas.openxmlformats.org/officeDocument/2006/relationships/customXml" Target="../ink/ink117.xml"/><Relationship Id="rId28" Type="http://schemas.openxmlformats.org/officeDocument/2006/relationships/image" Target="../media/image127.png"/><Relationship Id="rId27" Type="http://schemas.openxmlformats.org/officeDocument/2006/relationships/customXml" Target="../ink/ink116.xml"/><Relationship Id="rId26" Type="http://schemas.openxmlformats.org/officeDocument/2006/relationships/image" Target="../media/image126.png"/><Relationship Id="rId25" Type="http://schemas.openxmlformats.org/officeDocument/2006/relationships/customXml" Target="../ink/ink115.xml"/><Relationship Id="rId24" Type="http://schemas.openxmlformats.org/officeDocument/2006/relationships/image" Target="../media/image125.png"/><Relationship Id="rId23" Type="http://schemas.openxmlformats.org/officeDocument/2006/relationships/customXml" Target="../ink/ink114.xml"/><Relationship Id="rId22" Type="http://schemas.openxmlformats.org/officeDocument/2006/relationships/image" Target="../media/image124.png"/><Relationship Id="rId21" Type="http://schemas.openxmlformats.org/officeDocument/2006/relationships/customXml" Target="../ink/ink113.xml"/><Relationship Id="rId20" Type="http://schemas.openxmlformats.org/officeDocument/2006/relationships/image" Target="../media/image123.png"/><Relationship Id="rId2" Type="http://schemas.openxmlformats.org/officeDocument/2006/relationships/image" Target="../media/image114.png"/><Relationship Id="rId19" Type="http://schemas.openxmlformats.org/officeDocument/2006/relationships/customXml" Target="../ink/ink112.xml"/><Relationship Id="rId18" Type="http://schemas.openxmlformats.org/officeDocument/2006/relationships/image" Target="../media/image122.png"/><Relationship Id="rId17" Type="http://schemas.openxmlformats.org/officeDocument/2006/relationships/customXml" Target="../ink/ink111.xml"/><Relationship Id="rId16" Type="http://schemas.openxmlformats.org/officeDocument/2006/relationships/image" Target="../media/image121.png"/><Relationship Id="rId15" Type="http://schemas.openxmlformats.org/officeDocument/2006/relationships/customXml" Target="../ink/ink110.xml"/><Relationship Id="rId14" Type="http://schemas.openxmlformats.org/officeDocument/2006/relationships/image" Target="../media/image120.png"/><Relationship Id="rId13" Type="http://schemas.openxmlformats.org/officeDocument/2006/relationships/customXml" Target="../ink/ink109.xml"/><Relationship Id="rId12" Type="http://schemas.openxmlformats.org/officeDocument/2006/relationships/image" Target="../media/image119.png"/><Relationship Id="rId11" Type="http://schemas.openxmlformats.org/officeDocument/2006/relationships/customXml" Target="../ink/ink108.xml"/><Relationship Id="rId108" Type="http://schemas.openxmlformats.org/officeDocument/2006/relationships/notesSlide" Target="../notesSlides/notesSlide1.xml"/><Relationship Id="rId107" Type="http://schemas.openxmlformats.org/officeDocument/2006/relationships/slideLayout" Target="../slideLayouts/slideLayout2.xml"/><Relationship Id="rId106" Type="http://schemas.openxmlformats.org/officeDocument/2006/relationships/image" Target="../media/image166.png"/><Relationship Id="rId105" Type="http://schemas.openxmlformats.org/officeDocument/2006/relationships/customXml" Target="../ink/ink155.xml"/><Relationship Id="rId104" Type="http://schemas.openxmlformats.org/officeDocument/2006/relationships/image" Target="../media/image165.png"/><Relationship Id="rId103" Type="http://schemas.openxmlformats.org/officeDocument/2006/relationships/customXml" Target="../ink/ink154.xml"/><Relationship Id="rId102" Type="http://schemas.openxmlformats.org/officeDocument/2006/relationships/image" Target="../media/image164.png"/><Relationship Id="rId101" Type="http://schemas.openxmlformats.org/officeDocument/2006/relationships/customXml" Target="../ink/ink153.xml"/><Relationship Id="rId100" Type="http://schemas.openxmlformats.org/officeDocument/2006/relationships/image" Target="../media/image163.png"/><Relationship Id="rId10" Type="http://schemas.openxmlformats.org/officeDocument/2006/relationships/image" Target="../media/image118.png"/><Relationship Id="rId1" Type="http://schemas.openxmlformats.org/officeDocument/2006/relationships/customXml" Target="../ink/ink103.xml"/></Relationships>
</file>

<file path=ppt/slides/_rels/slide15.xml.rels><?xml version="1.0" encoding="UTF-8" standalone="yes"?>
<Relationships xmlns="http://schemas.openxmlformats.org/package/2006/relationships"><Relationship Id="rId9" Type="http://schemas.openxmlformats.org/officeDocument/2006/relationships/customXml" Target="../ink/ink160.xml"/><Relationship Id="rId8" Type="http://schemas.openxmlformats.org/officeDocument/2006/relationships/image" Target="../media/image170.png"/><Relationship Id="rId7" Type="http://schemas.openxmlformats.org/officeDocument/2006/relationships/customXml" Target="../ink/ink159.xml"/><Relationship Id="rId6" Type="http://schemas.openxmlformats.org/officeDocument/2006/relationships/image" Target="../media/image169.png"/><Relationship Id="rId5" Type="http://schemas.openxmlformats.org/officeDocument/2006/relationships/customXml" Target="../ink/ink158.xml"/><Relationship Id="rId44" Type="http://schemas.openxmlformats.org/officeDocument/2006/relationships/notesSlide" Target="../notesSlides/notesSlide2.xml"/><Relationship Id="rId43" Type="http://schemas.openxmlformats.org/officeDocument/2006/relationships/slideLayout" Target="../slideLayouts/slideLayout2.xml"/><Relationship Id="rId42" Type="http://schemas.openxmlformats.org/officeDocument/2006/relationships/image" Target="../media/image187.png"/><Relationship Id="rId41" Type="http://schemas.openxmlformats.org/officeDocument/2006/relationships/customXml" Target="../ink/ink176.xml"/><Relationship Id="rId40" Type="http://schemas.openxmlformats.org/officeDocument/2006/relationships/image" Target="../media/image186.png"/><Relationship Id="rId4" Type="http://schemas.openxmlformats.org/officeDocument/2006/relationships/image" Target="../media/image168.png"/><Relationship Id="rId39" Type="http://schemas.openxmlformats.org/officeDocument/2006/relationships/customXml" Target="../ink/ink175.xml"/><Relationship Id="rId38" Type="http://schemas.openxmlformats.org/officeDocument/2006/relationships/image" Target="../media/image185.png"/><Relationship Id="rId37" Type="http://schemas.openxmlformats.org/officeDocument/2006/relationships/customXml" Target="../ink/ink174.xml"/><Relationship Id="rId36" Type="http://schemas.openxmlformats.org/officeDocument/2006/relationships/image" Target="../media/image184.png"/><Relationship Id="rId35" Type="http://schemas.openxmlformats.org/officeDocument/2006/relationships/customXml" Target="../ink/ink173.xml"/><Relationship Id="rId34" Type="http://schemas.openxmlformats.org/officeDocument/2006/relationships/image" Target="../media/image183.png"/><Relationship Id="rId33" Type="http://schemas.openxmlformats.org/officeDocument/2006/relationships/customXml" Target="../ink/ink172.xml"/><Relationship Id="rId32" Type="http://schemas.openxmlformats.org/officeDocument/2006/relationships/image" Target="../media/image182.png"/><Relationship Id="rId31" Type="http://schemas.openxmlformats.org/officeDocument/2006/relationships/customXml" Target="../ink/ink171.xml"/><Relationship Id="rId30" Type="http://schemas.openxmlformats.org/officeDocument/2006/relationships/image" Target="../media/image181.png"/><Relationship Id="rId3" Type="http://schemas.openxmlformats.org/officeDocument/2006/relationships/customXml" Target="../ink/ink157.xml"/><Relationship Id="rId29" Type="http://schemas.openxmlformats.org/officeDocument/2006/relationships/customXml" Target="../ink/ink170.xml"/><Relationship Id="rId28" Type="http://schemas.openxmlformats.org/officeDocument/2006/relationships/image" Target="../media/image180.png"/><Relationship Id="rId27" Type="http://schemas.openxmlformats.org/officeDocument/2006/relationships/customXml" Target="../ink/ink169.xml"/><Relationship Id="rId26" Type="http://schemas.openxmlformats.org/officeDocument/2006/relationships/image" Target="../media/image179.png"/><Relationship Id="rId25" Type="http://schemas.openxmlformats.org/officeDocument/2006/relationships/customXml" Target="../ink/ink168.xml"/><Relationship Id="rId24" Type="http://schemas.openxmlformats.org/officeDocument/2006/relationships/image" Target="../media/image178.png"/><Relationship Id="rId23" Type="http://schemas.openxmlformats.org/officeDocument/2006/relationships/customXml" Target="../ink/ink167.xml"/><Relationship Id="rId22" Type="http://schemas.openxmlformats.org/officeDocument/2006/relationships/image" Target="../media/image177.png"/><Relationship Id="rId21" Type="http://schemas.openxmlformats.org/officeDocument/2006/relationships/customXml" Target="../ink/ink166.xml"/><Relationship Id="rId20" Type="http://schemas.openxmlformats.org/officeDocument/2006/relationships/image" Target="../media/image176.png"/><Relationship Id="rId2" Type="http://schemas.openxmlformats.org/officeDocument/2006/relationships/image" Target="../media/image167.png"/><Relationship Id="rId19" Type="http://schemas.openxmlformats.org/officeDocument/2006/relationships/customXml" Target="../ink/ink165.xml"/><Relationship Id="rId18" Type="http://schemas.openxmlformats.org/officeDocument/2006/relationships/image" Target="../media/image175.png"/><Relationship Id="rId17" Type="http://schemas.openxmlformats.org/officeDocument/2006/relationships/customXml" Target="../ink/ink164.xml"/><Relationship Id="rId16" Type="http://schemas.openxmlformats.org/officeDocument/2006/relationships/image" Target="../media/image174.png"/><Relationship Id="rId15" Type="http://schemas.openxmlformats.org/officeDocument/2006/relationships/customXml" Target="../ink/ink163.xml"/><Relationship Id="rId14" Type="http://schemas.openxmlformats.org/officeDocument/2006/relationships/image" Target="../media/image173.png"/><Relationship Id="rId13" Type="http://schemas.openxmlformats.org/officeDocument/2006/relationships/customXml" Target="../ink/ink162.xml"/><Relationship Id="rId12" Type="http://schemas.openxmlformats.org/officeDocument/2006/relationships/image" Target="../media/image172.png"/><Relationship Id="rId11" Type="http://schemas.openxmlformats.org/officeDocument/2006/relationships/customXml" Target="../ink/ink161.xml"/><Relationship Id="rId10" Type="http://schemas.openxmlformats.org/officeDocument/2006/relationships/image" Target="../media/image171.png"/><Relationship Id="rId1" Type="http://schemas.openxmlformats.org/officeDocument/2006/relationships/customXml" Target="../ink/ink156.xml"/></Relationships>
</file>

<file path=ppt/slides/_rels/slide16.xml.rels><?xml version="1.0" encoding="UTF-8" standalone="yes"?>
<Relationships xmlns="http://schemas.openxmlformats.org/package/2006/relationships"><Relationship Id="rId99" Type="http://schemas.openxmlformats.org/officeDocument/2006/relationships/customXml" Target="../ink/ink226.xml"/><Relationship Id="rId98" Type="http://schemas.openxmlformats.org/officeDocument/2006/relationships/image" Target="../media/image236.png"/><Relationship Id="rId97" Type="http://schemas.openxmlformats.org/officeDocument/2006/relationships/customXml" Target="../ink/ink225.xml"/><Relationship Id="rId96" Type="http://schemas.openxmlformats.org/officeDocument/2006/relationships/image" Target="../media/image235.png"/><Relationship Id="rId95" Type="http://schemas.openxmlformats.org/officeDocument/2006/relationships/customXml" Target="../ink/ink224.xml"/><Relationship Id="rId94" Type="http://schemas.openxmlformats.org/officeDocument/2006/relationships/image" Target="../media/image234.png"/><Relationship Id="rId93" Type="http://schemas.openxmlformats.org/officeDocument/2006/relationships/customXml" Target="../ink/ink223.xml"/><Relationship Id="rId92" Type="http://schemas.openxmlformats.org/officeDocument/2006/relationships/image" Target="../media/image233.png"/><Relationship Id="rId91" Type="http://schemas.openxmlformats.org/officeDocument/2006/relationships/customXml" Target="../ink/ink222.xml"/><Relationship Id="rId90" Type="http://schemas.openxmlformats.org/officeDocument/2006/relationships/image" Target="../media/image232.png"/><Relationship Id="rId9" Type="http://schemas.openxmlformats.org/officeDocument/2006/relationships/customXml" Target="../ink/ink181.xml"/><Relationship Id="rId89" Type="http://schemas.openxmlformats.org/officeDocument/2006/relationships/customXml" Target="../ink/ink221.xml"/><Relationship Id="rId88" Type="http://schemas.openxmlformats.org/officeDocument/2006/relationships/image" Target="../media/image231.png"/><Relationship Id="rId87" Type="http://schemas.openxmlformats.org/officeDocument/2006/relationships/customXml" Target="../ink/ink220.xml"/><Relationship Id="rId86" Type="http://schemas.openxmlformats.org/officeDocument/2006/relationships/image" Target="../media/image230.png"/><Relationship Id="rId85" Type="http://schemas.openxmlformats.org/officeDocument/2006/relationships/customXml" Target="../ink/ink219.xml"/><Relationship Id="rId84" Type="http://schemas.openxmlformats.org/officeDocument/2006/relationships/image" Target="../media/image229.png"/><Relationship Id="rId83" Type="http://schemas.openxmlformats.org/officeDocument/2006/relationships/customXml" Target="../ink/ink218.xml"/><Relationship Id="rId82" Type="http://schemas.openxmlformats.org/officeDocument/2006/relationships/image" Target="../media/image228.png"/><Relationship Id="rId81" Type="http://schemas.openxmlformats.org/officeDocument/2006/relationships/customXml" Target="../ink/ink217.xml"/><Relationship Id="rId80" Type="http://schemas.openxmlformats.org/officeDocument/2006/relationships/image" Target="../media/image227.png"/><Relationship Id="rId8" Type="http://schemas.openxmlformats.org/officeDocument/2006/relationships/image" Target="../media/image191.png"/><Relationship Id="rId79" Type="http://schemas.openxmlformats.org/officeDocument/2006/relationships/customXml" Target="../ink/ink216.xml"/><Relationship Id="rId78" Type="http://schemas.openxmlformats.org/officeDocument/2006/relationships/image" Target="../media/image226.png"/><Relationship Id="rId77" Type="http://schemas.openxmlformats.org/officeDocument/2006/relationships/customXml" Target="../ink/ink215.xml"/><Relationship Id="rId76" Type="http://schemas.openxmlformats.org/officeDocument/2006/relationships/image" Target="../media/image225.png"/><Relationship Id="rId75" Type="http://schemas.openxmlformats.org/officeDocument/2006/relationships/customXml" Target="../ink/ink214.xml"/><Relationship Id="rId74" Type="http://schemas.openxmlformats.org/officeDocument/2006/relationships/image" Target="../media/image224.png"/><Relationship Id="rId73" Type="http://schemas.openxmlformats.org/officeDocument/2006/relationships/customXml" Target="../ink/ink213.xml"/><Relationship Id="rId72" Type="http://schemas.openxmlformats.org/officeDocument/2006/relationships/image" Target="../media/image223.png"/><Relationship Id="rId71" Type="http://schemas.openxmlformats.org/officeDocument/2006/relationships/customXml" Target="../ink/ink212.xml"/><Relationship Id="rId70" Type="http://schemas.openxmlformats.org/officeDocument/2006/relationships/image" Target="../media/image222.png"/><Relationship Id="rId7" Type="http://schemas.openxmlformats.org/officeDocument/2006/relationships/customXml" Target="../ink/ink180.xml"/><Relationship Id="rId69" Type="http://schemas.openxmlformats.org/officeDocument/2006/relationships/customXml" Target="../ink/ink211.xml"/><Relationship Id="rId68" Type="http://schemas.openxmlformats.org/officeDocument/2006/relationships/image" Target="../media/image221.png"/><Relationship Id="rId67" Type="http://schemas.openxmlformats.org/officeDocument/2006/relationships/customXml" Target="../ink/ink210.xml"/><Relationship Id="rId66" Type="http://schemas.openxmlformats.org/officeDocument/2006/relationships/image" Target="../media/image220.png"/><Relationship Id="rId65" Type="http://schemas.openxmlformats.org/officeDocument/2006/relationships/customXml" Target="../ink/ink209.xml"/><Relationship Id="rId64" Type="http://schemas.openxmlformats.org/officeDocument/2006/relationships/image" Target="../media/image219.png"/><Relationship Id="rId63" Type="http://schemas.openxmlformats.org/officeDocument/2006/relationships/customXml" Target="../ink/ink208.xml"/><Relationship Id="rId62" Type="http://schemas.openxmlformats.org/officeDocument/2006/relationships/image" Target="../media/image218.png"/><Relationship Id="rId61" Type="http://schemas.openxmlformats.org/officeDocument/2006/relationships/customXml" Target="../ink/ink207.xml"/><Relationship Id="rId60" Type="http://schemas.openxmlformats.org/officeDocument/2006/relationships/image" Target="../media/image217.png"/><Relationship Id="rId6" Type="http://schemas.openxmlformats.org/officeDocument/2006/relationships/image" Target="../media/image190.png"/><Relationship Id="rId59" Type="http://schemas.openxmlformats.org/officeDocument/2006/relationships/customXml" Target="../ink/ink206.xml"/><Relationship Id="rId58" Type="http://schemas.openxmlformats.org/officeDocument/2006/relationships/image" Target="../media/image216.png"/><Relationship Id="rId57" Type="http://schemas.openxmlformats.org/officeDocument/2006/relationships/customXml" Target="../ink/ink205.xml"/><Relationship Id="rId56" Type="http://schemas.openxmlformats.org/officeDocument/2006/relationships/image" Target="../media/image215.png"/><Relationship Id="rId55" Type="http://schemas.openxmlformats.org/officeDocument/2006/relationships/customXml" Target="../ink/ink204.xml"/><Relationship Id="rId54" Type="http://schemas.openxmlformats.org/officeDocument/2006/relationships/image" Target="../media/image214.png"/><Relationship Id="rId53" Type="http://schemas.openxmlformats.org/officeDocument/2006/relationships/customXml" Target="../ink/ink203.xml"/><Relationship Id="rId52" Type="http://schemas.openxmlformats.org/officeDocument/2006/relationships/image" Target="../media/image213.png"/><Relationship Id="rId51" Type="http://schemas.openxmlformats.org/officeDocument/2006/relationships/customXml" Target="../ink/ink202.xml"/><Relationship Id="rId50" Type="http://schemas.openxmlformats.org/officeDocument/2006/relationships/image" Target="../media/image212.png"/><Relationship Id="rId5" Type="http://schemas.openxmlformats.org/officeDocument/2006/relationships/customXml" Target="../ink/ink179.xml"/><Relationship Id="rId49" Type="http://schemas.openxmlformats.org/officeDocument/2006/relationships/customXml" Target="../ink/ink201.xml"/><Relationship Id="rId48" Type="http://schemas.openxmlformats.org/officeDocument/2006/relationships/image" Target="../media/image211.png"/><Relationship Id="rId47" Type="http://schemas.openxmlformats.org/officeDocument/2006/relationships/customXml" Target="../ink/ink200.xml"/><Relationship Id="rId46" Type="http://schemas.openxmlformats.org/officeDocument/2006/relationships/image" Target="../media/image210.png"/><Relationship Id="rId45" Type="http://schemas.openxmlformats.org/officeDocument/2006/relationships/customXml" Target="../ink/ink199.xml"/><Relationship Id="rId44" Type="http://schemas.openxmlformats.org/officeDocument/2006/relationships/image" Target="../media/image209.png"/><Relationship Id="rId43" Type="http://schemas.openxmlformats.org/officeDocument/2006/relationships/customXml" Target="../ink/ink198.xml"/><Relationship Id="rId42" Type="http://schemas.openxmlformats.org/officeDocument/2006/relationships/image" Target="../media/image208.png"/><Relationship Id="rId41" Type="http://schemas.openxmlformats.org/officeDocument/2006/relationships/customXml" Target="../ink/ink197.xml"/><Relationship Id="rId40" Type="http://schemas.openxmlformats.org/officeDocument/2006/relationships/image" Target="../media/image207.png"/><Relationship Id="rId4" Type="http://schemas.openxmlformats.org/officeDocument/2006/relationships/image" Target="../media/image189.png"/><Relationship Id="rId39" Type="http://schemas.openxmlformats.org/officeDocument/2006/relationships/customXml" Target="../ink/ink196.xml"/><Relationship Id="rId38" Type="http://schemas.openxmlformats.org/officeDocument/2006/relationships/image" Target="../media/image206.png"/><Relationship Id="rId37" Type="http://schemas.openxmlformats.org/officeDocument/2006/relationships/customXml" Target="../ink/ink195.xml"/><Relationship Id="rId36" Type="http://schemas.openxmlformats.org/officeDocument/2006/relationships/image" Target="../media/image205.png"/><Relationship Id="rId35" Type="http://schemas.openxmlformats.org/officeDocument/2006/relationships/customXml" Target="../ink/ink194.xml"/><Relationship Id="rId34" Type="http://schemas.openxmlformats.org/officeDocument/2006/relationships/image" Target="../media/image204.png"/><Relationship Id="rId33" Type="http://schemas.openxmlformats.org/officeDocument/2006/relationships/customXml" Target="../ink/ink193.xml"/><Relationship Id="rId32" Type="http://schemas.openxmlformats.org/officeDocument/2006/relationships/image" Target="../media/image203.png"/><Relationship Id="rId31" Type="http://schemas.openxmlformats.org/officeDocument/2006/relationships/customXml" Target="../ink/ink192.xml"/><Relationship Id="rId30" Type="http://schemas.openxmlformats.org/officeDocument/2006/relationships/image" Target="../media/image202.png"/><Relationship Id="rId3" Type="http://schemas.openxmlformats.org/officeDocument/2006/relationships/customXml" Target="../ink/ink178.xml"/><Relationship Id="rId29" Type="http://schemas.openxmlformats.org/officeDocument/2006/relationships/customXml" Target="../ink/ink191.xml"/><Relationship Id="rId28" Type="http://schemas.openxmlformats.org/officeDocument/2006/relationships/image" Target="../media/image201.png"/><Relationship Id="rId27" Type="http://schemas.openxmlformats.org/officeDocument/2006/relationships/customXml" Target="../ink/ink190.xml"/><Relationship Id="rId26" Type="http://schemas.openxmlformats.org/officeDocument/2006/relationships/image" Target="../media/image200.png"/><Relationship Id="rId25" Type="http://schemas.openxmlformats.org/officeDocument/2006/relationships/customXml" Target="../ink/ink189.xml"/><Relationship Id="rId24" Type="http://schemas.openxmlformats.org/officeDocument/2006/relationships/image" Target="../media/image199.png"/><Relationship Id="rId23" Type="http://schemas.openxmlformats.org/officeDocument/2006/relationships/customXml" Target="../ink/ink188.xml"/><Relationship Id="rId22" Type="http://schemas.openxmlformats.org/officeDocument/2006/relationships/image" Target="../media/image198.png"/><Relationship Id="rId21" Type="http://schemas.openxmlformats.org/officeDocument/2006/relationships/customXml" Target="../ink/ink187.xml"/><Relationship Id="rId20" Type="http://schemas.openxmlformats.org/officeDocument/2006/relationships/image" Target="../media/image197.png"/><Relationship Id="rId2" Type="http://schemas.openxmlformats.org/officeDocument/2006/relationships/image" Target="../media/image188.png"/><Relationship Id="rId19" Type="http://schemas.openxmlformats.org/officeDocument/2006/relationships/customXml" Target="../ink/ink186.xml"/><Relationship Id="rId18" Type="http://schemas.openxmlformats.org/officeDocument/2006/relationships/image" Target="../media/image196.png"/><Relationship Id="rId17" Type="http://schemas.openxmlformats.org/officeDocument/2006/relationships/customXml" Target="../ink/ink185.xml"/><Relationship Id="rId16" Type="http://schemas.openxmlformats.org/officeDocument/2006/relationships/image" Target="../media/image195.png"/><Relationship Id="rId15" Type="http://schemas.openxmlformats.org/officeDocument/2006/relationships/customXml" Target="../ink/ink184.xml"/><Relationship Id="rId14" Type="http://schemas.openxmlformats.org/officeDocument/2006/relationships/image" Target="../media/image194.png"/><Relationship Id="rId132" Type="http://schemas.openxmlformats.org/officeDocument/2006/relationships/notesSlide" Target="../notesSlides/notesSlide3.xml"/><Relationship Id="rId131" Type="http://schemas.openxmlformats.org/officeDocument/2006/relationships/slideLayout" Target="../slideLayouts/slideLayout2.xml"/><Relationship Id="rId130" Type="http://schemas.openxmlformats.org/officeDocument/2006/relationships/image" Target="../media/image252.png"/><Relationship Id="rId13" Type="http://schemas.openxmlformats.org/officeDocument/2006/relationships/customXml" Target="../ink/ink183.xml"/><Relationship Id="rId129" Type="http://schemas.openxmlformats.org/officeDocument/2006/relationships/customXml" Target="../ink/ink241.xml"/><Relationship Id="rId128" Type="http://schemas.openxmlformats.org/officeDocument/2006/relationships/image" Target="../media/image251.png"/><Relationship Id="rId127" Type="http://schemas.openxmlformats.org/officeDocument/2006/relationships/customXml" Target="../ink/ink240.xml"/><Relationship Id="rId126" Type="http://schemas.openxmlformats.org/officeDocument/2006/relationships/image" Target="../media/image250.png"/><Relationship Id="rId125" Type="http://schemas.openxmlformats.org/officeDocument/2006/relationships/customXml" Target="../ink/ink239.xml"/><Relationship Id="rId124" Type="http://schemas.openxmlformats.org/officeDocument/2006/relationships/image" Target="../media/image249.png"/><Relationship Id="rId123" Type="http://schemas.openxmlformats.org/officeDocument/2006/relationships/customXml" Target="../ink/ink238.xml"/><Relationship Id="rId122" Type="http://schemas.openxmlformats.org/officeDocument/2006/relationships/image" Target="../media/image248.png"/><Relationship Id="rId121" Type="http://schemas.openxmlformats.org/officeDocument/2006/relationships/customXml" Target="../ink/ink237.xml"/><Relationship Id="rId120" Type="http://schemas.openxmlformats.org/officeDocument/2006/relationships/image" Target="../media/image247.png"/><Relationship Id="rId12" Type="http://schemas.openxmlformats.org/officeDocument/2006/relationships/image" Target="../media/image193.png"/><Relationship Id="rId119" Type="http://schemas.openxmlformats.org/officeDocument/2006/relationships/customXml" Target="../ink/ink236.xml"/><Relationship Id="rId118" Type="http://schemas.openxmlformats.org/officeDocument/2006/relationships/image" Target="../media/image246.png"/><Relationship Id="rId117" Type="http://schemas.openxmlformats.org/officeDocument/2006/relationships/customXml" Target="../ink/ink235.xml"/><Relationship Id="rId116" Type="http://schemas.openxmlformats.org/officeDocument/2006/relationships/image" Target="../media/image245.png"/><Relationship Id="rId115" Type="http://schemas.openxmlformats.org/officeDocument/2006/relationships/customXml" Target="../ink/ink234.xml"/><Relationship Id="rId114" Type="http://schemas.openxmlformats.org/officeDocument/2006/relationships/image" Target="../media/image244.png"/><Relationship Id="rId113" Type="http://schemas.openxmlformats.org/officeDocument/2006/relationships/customXml" Target="../ink/ink233.xml"/><Relationship Id="rId112" Type="http://schemas.openxmlformats.org/officeDocument/2006/relationships/image" Target="../media/image243.png"/><Relationship Id="rId111" Type="http://schemas.openxmlformats.org/officeDocument/2006/relationships/customXml" Target="../ink/ink232.xml"/><Relationship Id="rId110" Type="http://schemas.openxmlformats.org/officeDocument/2006/relationships/image" Target="../media/image242.png"/><Relationship Id="rId11" Type="http://schemas.openxmlformats.org/officeDocument/2006/relationships/customXml" Target="../ink/ink182.xml"/><Relationship Id="rId109" Type="http://schemas.openxmlformats.org/officeDocument/2006/relationships/customXml" Target="../ink/ink231.xml"/><Relationship Id="rId108" Type="http://schemas.openxmlformats.org/officeDocument/2006/relationships/image" Target="../media/image241.png"/><Relationship Id="rId107" Type="http://schemas.openxmlformats.org/officeDocument/2006/relationships/customXml" Target="../ink/ink230.xml"/><Relationship Id="rId106" Type="http://schemas.openxmlformats.org/officeDocument/2006/relationships/image" Target="../media/image240.png"/><Relationship Id="rId105" Type="http://schemas.openxmlformats.org/officeDocument/2006/relationships/customXml" Target="../ink/ink229.xml"/><Relationship Id="rId104" Type="http://schemas.openxmlformats.org/officeDocument/2006/relationships/image" Target="../media/image239.png"/><Relationship Id="rId103" Type="http://schemas.openxmlformats.org/officeDocument/2006/relationships/customXml" Target="../ink/ink228.xml"/><Relationship Id="rId102" Type="http://schemas.openxmlformats.org/officeDocument/2006/relationships/image" Target="../media/image238.png"/><Relationship Id="rId101" Type="http://schemas.openxmlformats.org/officeDocument/2006/relationships/customXml" Target="../ink/ink227.xml"/><Relationship Id="rId100" Type="http://schemas.openxmlformats.org/officeDocument/2006/relationships/image" Target="../media/image237.png"/><Relationship Id="rId10" Type="http://schemas.openxmlformats.org/officeDocument/2006/relationships/image" Target="../media/image192.png"/><Relationship Id="rId1" Type="http://schemas.openxmlformats.org/officeDocument/2006/relationships/customXml" Target="../ink/ink177.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253.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4.emf"/></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5.em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6.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7.emf"/></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8.wmf"/></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9.xml"/><Relationship Id="rId1" Type="http://schemas.openxmlformats.org/officeDocument/2006/relationships/image" Target="../media/image259.emf"/></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260.emf"/></Relationships>
</file>

<file path=ppt/slides/_rels/slide2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19.xml"/><Relationship Id="rId3" Type="http://schemas.openxmlformats.org/officeDocument/2006/relationships/image" Target="../media/image263.emf"/><Relationship Id="rId2" Type="http://schemas.openxmlformats.org/officeDocument/2006/relationships/image" Target="../media/image262.emf"/><Relationship Id="rId1" Type="http://schemas.openxmlformats.org/officeDocument/2006/relationships/image" Target="../media/image261.em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37.xml"/><Relationship Id="rId1" Type="http://schemas.openxmlformats.org/officeDocument/2006/relationships/image" Target="../media/image264.emf"/></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37.xml"/><Relationship Id="rId1" Type="http://schemas.openxmlformats.org/officeDocument/2006/relationships/image" Target="../media/image265.emf"/></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37.xml"/><Relationship Id="rId1" Type="http://schemas.openxmlformats.org/officeDocument/2006/relationships/image" Target="../media/image266.emf"/></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37.xml"/><Relationship Id="rId1" Type="http://schemas.openxmlformats.org/officeDocument/2006/relationships/image" Target="../media/image267.emf"/></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smtClean="0">
                <a:latin typeface="隶书" panose="02010509060101010101" pitchFamily="49" charset="-122"/>
                <a:ea typeface="隶书" panose="02010509060101010101" pitchFamily="49" charset="-122"/>
              </a:rPr>
              <a:t>第五章 中央处理器</a:t>
            </a:r>
            <a:endParaRPr lang="zh-CN" altLang="en-US" dirty="0">
              <a:latin typeface="隶书" panose="02010509060101010101" pitchFamily="49" charset="-122"/>
              <a:ea typeface="隶书" panose="02010509060101010101" pitchFamily="49" charset="-122"/>
            </a:endParaRPr>
          </a:p>
        </p:txBody>
      </p:sp>
      <p:sp>
        <p:nvSpPr>
          <p:cNvPr id="5" name="内容占位符 4"/>
          <p:cNvSpPr>
            <a:spLocks noGrp="1"/>
          </p:cNvSpPr>
          <p:nvPr>
            <p:ph idx="1"/>
          </p:nvPr>
        </p:nvSpPr>
        <p:spPr/>
        <p:txBody>
          <a:bodyPr>
            <a:normAutofit/>
          </a:bodyPr>
          <a:lstStyle/>
          <a:p>
            <a:r>
              <a:rPr lang="zh-CN" altLang="en-US" b="1" dirty="0" smtClean="0">
                <a:latin typeface="楷体" panose="02010609060101010101" pitchFamily="49" charset="-122"/>
                <a:ea typeface="楷体" panose="02010609060101010101" pitchFamily="49" charset="-122"/>
              </a:rPr>
              <a:t>本章重点：</a:t>
            </a:r>
            <a:endParaRPr lang="en-US" altLang="zh-CN" b="1" dirty="0" smtClean="0">
              <a:latin typeface="楷体" panose="02010609060101010101" pitchFamily="49" charset="-122"/>
              <a:ea typeface="楷体" panose="02010609060101010101" pitchFamily="49" charset="-122"/>
            </a:endParaRPr>
          </a:p>
          <a:p>
            <a:pPr lvl="1"/>
            <a:r>
              <a:rPr lang="en-US" altLang="zh-CN" b="1" dirty="0" smtClean="0">
                <a:latin typeface="宋体" panose="02010600030101010101" pitchFamily="2" charset="-122"/>
                <a:ea typeface="宋体" panose="02010600030101010101" pitchFamily="2" charset="-122"/>
              </a:rPr>
              <a:t>CPU</a:t>
            </a:r>
            <a:r>
              <a:rPr lang="zh-CN" altLang="en-US" b="1" dirty="0" smtClean="0">
                <a:latin typeface="宋体" panose="02010600030101010101" pitchFamily="2" charset="-122"/>
                <a:ea typeface="宋体" panose="02010600030101010101" pitchFamily="2" charset="-122"/>
              </a:rPr>
              <a:t>的功能和基本结构</a:t>
            </a:r>
            <a:endParaRPr lang="en-US" altLang="zh-CN" b="1" dirty="0" smtClean="0">
              <a:latin typeface="宋体" panose="02010600030101010101" pitchFamily="2" charset="-122"/>
              <a:ea typeface="宋体" panose="02010600030101010101" pitchFamily="2" charset="-122"/>
            </a:endParaRPr>
          </a:p>
          <a:p>
            <a:pPr lvl="1"/>
            <a:r>
              <a:rPr lang="zh-CN" altLang="en-US" b="1" dirty="0" smtClean="0">
                <a:latin typeface="宋体" panose="02010600030101010101" pitchFamily="2" charset="-122"/>
                <a:ea typeface="宋体" panose="02010600030101010101" pitchFamily="2" charset="-122"/>
              </a:rPr>
              <a:t>指令的执行过程</a:t>
            </a:r>
            <a:endParaRPr lang="en-US" altLang="zh-CN" b="1" dirty="0" smtClean="0">
              <a:latin typeface="宋体" panose="02010600030101010101" pitchFamily="2" charset="-122"/>
              <a:ea typeface="宋体" panose="02010600030101010101" pitchFamily="2" charset="-122"/>
            </a:endParaRPr>
          </a:p>
          <a:p>
            <a:pPr lvl="1"/>
            <a:r>
              <a:rPr lang="zh-CN" altLang="en-US" b="1" dirty="0" smtClean="0">
                <a:latin typeface="宋体" panose="02010600030101010101" pitchFamily="2" charset="-122"/>
                <a:ea typeface="宋体" panose="02010600030101010101" pitchFamily="2" charset="-122"/>
              </a:rPr>
              <a:t>数据通路的功能和基本结构</a:t>
            </a:r>
            <a:endParaRPr lang="en-US" altLang="zh-CN" b="1" dirty="0" smtClean="0">
              <a:latin typeface="宋体" panose="02010600030101010101" pitchFamily="2" charset="-122"/>
              <a:ea typeface="宋体" panose="02010600030101010101" pitchFamily="2" charset="-122"/>
            </a:endParaRPr>
          </a:p>
          <a:p>
            <a:pPr lvl="1"/>
            <a:r>
              <a:rPr lang="zh-CN" altLang="en-US" b="1" dirty="0" smtClean="0">
                <a:latin typeface="宋体" panose="02010600030101010101" pitchFamily="2" charset="-122"/>
                <a:ea typeface="宋体" panose="02010600030101010101" pitchFamily="2" charset="-122"/>
              </a:rPr>
              <a:t>控制器的功能和基本原理</a:t>
            </a:r>
            <a:endParaRPr lang="en-US" altLang="zh-CN" b="1" dirty="0" smtClean="0">
              <a:latin typeface="宋体" panose="02010600030101010101" pitchFamily="2" charset="-122"/>
              <a:ea typeface="宋体" panose="02010600030101010101" pitchFamily="2" charset="-122"/>
            </a:endParaRPr>
          </a:p>
          <a:p>
            <a:pPr lvl="1"/>
            <a:r>
              <a:rPr lang="zh-CN" altLang="en-US" b="1" dirty="0" smtClean="0">
                <a:latin typeface="宋体" panose="02010600030101010101" pitchFamily="2" charset="-122"/>
                <a:ea typeface="宋体" panose="02010600030101010101" pitchFamily="2" charset="-122"/>
              </a:rPr>
              <a:t>指令流水线</a:t>
            </a:r>
            <a:endParaRPr lang="en-US" altLang="zh-CN" b="1" dirty="0" smtClean="0">
              <a:latin typeface="宋体" panose="02010600030101010101" pitchFamily="2" charset="-122"/>
              <a:ea typeface="宋体" panose="02010600030101010101" pitchFamily="2" charset="-122"/>
            </a:endParaRPr>
          </a:p>
          <a:p>
            <a:pPr lvl="1"/>
            <a:r>
              <a:rPr lang="zh-CN" altLang="en-US" b="1" dirty="0" smtClean="0">
                <a:solidFill>
                  <a:srgbClr val="0070C0"/>
                </a:solidFill>
                <a:latin typeface="宋体" panose="02010600030101010101" pitchFamily="2" charset="-122"/>
                <a:ea typeface="宋体" panose="02010600030101010101" pitchFamily="2" charset="-122"/>
              </a:rPr>
              <a:t>异常和中断</a:t>
            </a:r>
            <a:endParaRPr lang="zh-CN" altLang="en-US" b="1" dirty="0">
              <a:solidFill>
                <a:srgbClr val="0070C0"/>
              </a:solidFill>
              <a:latin typeface="宋体" panose="02010600030101010101" pitchFamily="2" charset="-122"/>
              <a:ea typeface="宋体" panose="02010600030101010101"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 name="内容占位符 3"/>
          <p:cNvPicPr>
            <a:picLocks noGrp="1" noChangeAspect="1"/>
          </p:cNvPicPr>
          <p:nvPr>
            <p:ph idx="1"/>
          </p:nvPr>
        </p:nvPicPr>
        <p:blipFill>
          <a:blip r:embed="rId1"/>
          <a:stretch>
            <a:fillRect/>
          </a:stretch>
        </p:blipFill>
        <p:spPr>
          <a:xfrm>
            <a:off x="803031" y="1131277"/>
            <a:ext cx="10585938" cy="4626193"/>
          </a:xfrm>
          <a:prstGeom prst="rect">
            <a:avLst/>
          </a:prstGeom>
        </p:spPr>
      </p:pic>
      <mc:AlternateContent xmlns:mc="http://schemas.openxmlformats.org/markup-compatibility/2006" xmlns:p14="http://schemas.microsoft.com/office/powerpoint/2010/main">
        <mc:Choice Requires="p14">
          <p:contentPart r:id="rId2" p14:bwMode="auto">
            <p14:nvContentPartPr>
              <p14:cNvPr id="3" name="墨迹 2"/>
              <p14:cNvContentPartPr/>
              <p14:nvPr/>
            </p14:nvContentPartPr>
            <p14:xfrm>
              <a:off x="6329045" y="1619250"/>
              <a:ext cx="54610" cy="328930"/>
            </p14:xfrm>
          </p:contentPart>
        </mc:Choice>
        <mc:Fallback xmlns="">
          <p:pic>
            <p:nvPicPr>
              <p:cNvPr id="3" name="墨迹 2"/>
            </p:nvPicPr>
            <p:blipFill>
              <a:blip r:embed="rId3"/>
            </p:blipFill>
            <p:spPr>
              <a:xfrm>
                <a:off x="6329045" y="1619250"/>
                <a:ext cx="54610" cy="328930"/>
              </a:xfrm>
              <a:prstGeom prst="rect"/>
            </p:spPr>
          </p:pic>
        </mc:Fallback>
      </mc:AlternateContent>
      <mc:AlternateContent xmlns:mc="http://schemas.openxmlformats.org/markup-compatibility/2006" xmlns:p14="http://schemas.microsoft.com/office/powerpoint/2010/main">
        <mc:Choice Requires="p14">
          <p:contentPart r:id="rId4" p14:bwMode="auto">
            <p14:nvContentPartPr>
              <p14:cNvPr id="5" name="墨迹 4"/>
              <p14:cNvContentPartPr/>
              <p14:nvPr/>
            </p14:nvContentPartPr>
            <p14:xfrm>
              <a:off x="6346190" y="2194560"/>
              <a:ext cx="202565" cy="182880"/>
            </p14:xfrm>
          </p:contentPart>
        </mc:Choice>
        <mc:Fallback xmlns="">
          <p:pic>
            <p:nvPicPr>
              <p:cNvPr id="5" name="墨迹 4"/>
            </p:nvPicPr>
            <p:blipFill>
              <a:blip r:embed="rId5"/>
            </p:blipFill>
            <p:spPr>
              <a:xfrm>
                <a:off x="6346190" y="2194560"/>
                <a:ext cx="202565" cy="182880"/>
              </a:xfrm>
              <a:prstGeom prst="rect"/>
            </p:spPr>
          </p:pic>
        </mc:Fallback>
      </mc:AlternateContent>
      <mc:AlternateContent xmlns:mc="http://schemas.openxmlformats.org/markup-compatibility/2006" xmlns:p14="http://schemas.microsoft.com/office/powerpoint/2010/main">
        <mc:Choice Requires="p14">
          <p:contentPart r:id="rId6" p14:bwMode="auto">
            <p14:nvContentPartPr>
              <p14:cNvPr id="6" name="墨迹 5"/>
              <p14:cNvContentPartPr/>
              <p14:nvPr/>
            </p14:nvContentPartPr>
            <p14:xfrm>
              <a:off x="6337300" y="2176780"/>
              <a:ext cx="62865" cy="152400"/>
            </p14:xfrm>
          </p:contentPart>
        </mc:Choice>
        <mc:Fallback xmlns="">
          <p:pic>
            <p:nvPicPr>
              <p:cNvPr id="6" name="墨迹 5"/>
            </p:nvPicPr>
            <p:blipFill>
              <a:blip r:embed="rId7"/>
            </p:blipFill>
            <p:spPr>
              <a:xfrm>
                <a:off x="6337300" y="2176780"/>
                <a:ext cx="62865" cy="152400"/>
              </a:xfrm>
              <a:prstGeom prst="rect"/>
            </p:spPr>
          </p:pic>
        </mc:Fallback>
      </mc:AlternateContent>
      <mc:AlternateContent xmlns:mc="http://schemas.openxmlformats.org/markup-compatibility/2006" xmlns:p14="http://schemas.microsoft.com/office/powerpoint/2010/main">
        <mc:Choice Requires="p14">
          <p:contentPart r:id="rId8" p14:bwMode="auto">
            <p14:nvContentPartPr>
              <p14:cNvPr id="7" name="墨迹 6"/>
              <p14:cNvContentPartPr/>
              <p14:nvPr/>
            </p14:nvContentPartPr>
            <p14:xfrm>
              <a:off x="6470015" y="2052955"/>
              <a:ext cx="80010" cy="434975"/>
            </p14:xfrm>
          </p:contentPart>
        </mc:Choice>
        <mc:Fallback xmlns="">
          <p:pic>
            <p:nvPicPr>
              <p:cNvPr id="7" name="墨迹 6"/>
            </p:nvPicPr>
            <p:blipFill>
              <a:blip r:embed="rId9"/>
            </p:blipFill>
            <p:spPr>
              <a:xfrm>
                <a:off x="6470015" y="2052955"/>
                <a:ext cx="80010" cy="434975"/>
              </a:xfrm>
              <a:prstGeom prst="rect"/>
            </p:spPr>
          </p:pic>
        </mc:Fallback>
      </mc:AlternateContent>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 name="内容占位符 3"/>
          <p:cNvPicPr>
            <a:picLocks noGrp="1" noChangeAspect="1"/>
          </p:cNvPicPr>
          <p:nvPr>
            <p:ph idx="1"/>
          </p:nvPr>
        </p:nvPicPr>
        <p:blipFill>
          <a:blip r:embed="rId1"/>
          <a:stretch>
            <a:fillRect/>
          </a:stretch>
        </p:blipFill>
        <p:spPr>
          <a:xfrm>
            <a:off x="826478" y="926123"/>
            <a:ext cx="10550768" cy="494921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362" name="Group 85"/>
          <p:cNvGrpSpPr/>
          <p:nvPr/>
        </p:nvGrpSpPr>
        <p:grpSpPr bwMode="auto">
          <a:xfrm>
            <a:off x="1524000" y="838200"/>
            <a:ext cx="9144000" cy="5486400"/>
            <a:chOff x="0" y="528"/>
            <a:chExt cx="5760" cy="3456"/>
          </a:xfrm>
        </p:grpSpPr>
        <p:sp>
          <p:nvSpPr>
            <p:cNvPr id="15363" name="Line 2"/>
            <p:cNvSpPr>
              <a:spLocks noChangeShapeType="1"/>
            </p:cNvSpPr>
            <p:nvPr/>
          </p:nvSpPr>
          <p:spPr bwMode="auto">
            <a:xfrm flipV="1">
              <a:off x="4176" y="960"/>
              <a:ext cx="0" cy="288"/>
            </a:xfrm>
            <a:prstGeom prst="line">
              <a:avLst/>
            </a:prstGeom>
            <a:noFill/>
            <a:ln w="952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5364" name="Rectangle 5"/>
            <p:cNvSpPr>
              <a:spLocks noChangeArrowheads="1"/>
            </p:cNvSpPr>
            <p:nvPr/>
          </p:nvSpPr>
          <p:spPr bwMode="auto">
            <a:xfrm>
              <a:off x="624" y="1200"/>
              <a:ext cx="816" cy="192"/>
            </a:xfrm>
            <a:prstGeom prst="rect">
              <a:avLst/>
            </a:prstGeom>
            <a:solidFill>
              <a:srgbClr val="FFCCFF"/>
            </a:solidFill>
            <a:ln w="9525">
              <a:miter lim="800000"/>
            </a:ln>
            <a:effectLst/>
            <a:scene3d>
              <a:camera prst="legacyObliqueTopRight"/>
              <a:lightRig rig="legacyFlat2" dir="t"/>
            </a:scene3d>
            <a:sp3d extrusionH="277800" prstMaterial="legacyMatte">
              <a:bevelT w="13500" h="13500" prst="angle"/>
              <a:bevelB w="13500" h="13500" prst="angle"/>
              <a:extrusionClr>
                <a:srgbClr val="FFCCFF"/>
              </a:extrusionClr>
              <a:contourClr>
                <a:srgbClr val="FFCCFF"/>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15365" name="Rectangle 6"/>
            <p:cNvSpPr>
              <a:spLocks noChangeArrowheads="1"/>
            </p:cNvSpPr>
            <p:nvPr/>
          </p:nvSpPr>
          <p:spPr bwMode="auto">
            <a:xfrm>
              <a:off x="528" y="1968"/>
              <a:ext cx="816" cy="192"/>
            </a:xfrm>
            <a:prstGeom prst="rect">
              <a:avLst/>
            </a:prstGeom>
            <a:solidFill>
              <a:srgbClr val="FFCCFF"/>
            </a:solidFill>
            <a:ln w="9525">
              <a:miter lim="800000"/>
            </a:ln>
            <a:effectLst/>
            <a:scene3d>
              <a:camera prst="legacyObliqueTopRight"/>
              <a:lightRig rig="legacyFlat2" dir="t"/>
            </a:scene3d>
            <a:sp3d extrusionH="277800" prstMaterial="legacyMatte">
              <a:bevelT w="13500" h="13500" prst="angle"/>
              <a:bevelB w="13500" h="13500" prst="angle"/>
              <a:extrusionClr>
                <a:srgbClr val="FFCCFF"/>
              </a:extrusionClr>
              <a:contourClr>
                <a:srgbClr val="FFCCFF"/>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15366" name="Rectangle 7"/>
            <p:cNvSpPr>
              <a:spLocks noChangeArrowheads="1"/>
            </p:cNvSpPr>
            <p:nvPr/>
          </p:nvSpPr>
          <p:spPr bwMode="auto">
            <a:xfrm>
              <a:off x="480" y="2496"/>
              <a:ext cx="816" cy="192"/>
            </a:xfrm>
            <a:prstGeom prst="rect">
              <a:avLst/>
            </a:prstGeom>
            <a:solidFill>
              <a:srgbClr val="FFCCFF"/>
            </a:solidFill>
            <a:ln w="9525">
              <a:miter lim="800000"/>
            </a:ln>
            <a:effectLst/>
            <a:scene3d>
              <a:camera prst="legacyObliqueTopRight"/>
              <a:lightRig rig="legacyFlat2" dir="t"/>
            </a:scene3d>
            <a:sp3d extrusionH="277800" prstMaterial="legacyMatte">
              <a:bevelT w="13500" h="13500" prst="angle"/>
              <a:bevelB w="13500" h="13500" prst="angle"/>
              <a:extrusionClr>
                <a:srgbClr val="FFCCFF"/>
              </a:extrusionClr>
              <a:contourClr>
                <a:srgbClr val="FFCCFF"/>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15367" name="Rectangle 8"/>
            <p:cNvSpPr>
              <a:spLocks noChangeArrowheads="1"/>
            </p:cNvSpPr>
            <p:nvPr/>
          </p:nvSpPr>
          <p:spPr bwMode="auto">
            <a:xfrm>
              <a:off x="1728" y="3264"/>
              <a:ext cx="720" cy="240"/>
            </a:xfrm>
            <a:prstGeom prst="rect">
              <a:avLst/>
            </a:prstGeom>
            <a:solidFill>
              <a:srgbClr val="FFCC00"/>
            </a:solidFill>
            <a:ln w="9525">
              <a:miter lim="800000"/>
            </a:ln>
            <a:effectLst/>
            <a:scene3d>
              <a:camera prst="legacyObliqueTopRight"/>
              <a:lightRig rig="legacyFlat2" dir="t"/>
            </a:scene3d>
            <a:sp3d extrusionH="277800" prstMaterial="legacyMatte">
              <a:bevelT w="13500" h="13500" prst="angle"/>
              <a:bevelB w="13500" h="13500" prst="angle"/>
              <a:extrusionClr>
                <a:srgbClr val="FFCC00"/>
              </a:extrusionClr>
              <a:contourClr>
                <a:srgbClr val="FFCC00"/>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15368" name="Rectangle 9"/>
            <p:cNvSpPr>
              <a:spLocks noChangeArrowheads="1"/>
            </p:cNvSpPr>
            <p:nvPr/>
          </p:nvSpPr>
          <p:spPr bwMode="auto">
            <a:xfrm>
              <a:off x="1728" y="3600"/>
              <a:ext cx="720" cy="240"/>
            </a:xfrm>
            <a:prstGeom prst="rect">
              <a:avLst/>
            </a:prstGeom>
            <a:solidFill>
              <a:srgbClr val="99CCFF"/>
            </a:solidFill>
            <a:ln w="9525">
              <a:miter lim="800000"/>
            </a:ln>
            <a:effectLst/>
            <a:scene3d>
              <a:camera prst="legacyObliqueTopRight"/>
              <a:lightRig rig="legacyFlat2" dir="t"/>
            </a:scene3d>
            <a:sp3d extrusionH="277800" prstMaterial="legacyMatte">
              <a:bevelT w="13500" h="13500" prst="angle"/>
              <a:bevelB w="13500" h="13500" prst="angle"/>
              <a:extrusionClr>
                <a:srgbClr val="99CCFF"/>
              </a:extrusionClr>
              <a:contourClr>
                <a:srgbClr val="99CCFF"/>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15369" name="Line 10"/>
            <p:cNvSpPr>
              <a:spLocks noChangeShapeType="1"/>
            </p:cNvSpPr>
            <p:nvPr/>
          </p:nvSpPr>
          <p:spPr bwMode="auto">
            <a:xfrm flipH="1">
              <a:off x="1152" y="864"/>
              <a:ext cx="1440" cy="0"/>
            </a:xfrm>
            <a:prstGeom prst="line">
              <a:avLst/>
            </a:prstGeom>
            <a:noFill/>
            <a:ln w="952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5370" name="Line 11"/>
            <p:cNvSpPr>
              <a:spLocks noChangeShapeType="1"/>
            </p:cNvSpPr>
            <p:nvPr/>
          </p:nvSpPr>
          <p:spPr bwMode="auto">
            <a:xfrm>
              <a:off x="1152" y="864"/>
              <a:ext cx="0" cy="336"/>
            </a:xfrm>
            <a:prstGeom prst="line">
              <a:avLst/>
            </a:prstGeom>
            <a:noFill/>
            <a:ln w="952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5371" name="AutoShape 12"/>
            <p:cNvSpPr>
              <a:spLocks noChangeArrowheads="1"/>
            </p:cNvSpPr>
            <p:nvPr/>
          </p:nvSpPr>
          <p:spPr bwMode="auto">
            <a:xfrm>
              <a:off x="624" y="2160"/>
              <a:ext cx="192" cy="336"/>
            </a:xfrm>
            <a:prstGeom prst="downArrow">
              <a:avLst>
                <a:gd name="adj1" fmla="val 50000"/>
                <a:gd name="adj2" fmla="val 43750"/>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15372" name="AutoShape 13"/>
            <p:cNvSpPr>
              <a:spLocks noChangeArrowheads="1"/>
            </p:cNvSpPr>
            <p:nvPr/>
          </p:nvSpPr>
          <p:spPr bwMode="auto">
            <a:xfrm>
              <a:off x="1104" y="3312"/>
              <a:ext cx="624" cy="144"/>
            </a:xfrm>
            <a:prstGeom prst="rightArrow">
              <a:avLst>
                <a:gd name="adj1" fmla="val 50000"/>
                <a:gd name="adj2" fmla="val 108333"/>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15373" name="AutoShape 14"/>
            <p:cNvSpPr>
              <a:spLocks noChangeArrowheads="1"/>
            </p:cNvSpPr>
            <p:nvPr/>
          </p:nvSpPr>
          <p:spPr bwMode="auto">
            <a:xfrm>
              <a:off x="1104" y="3648"/>
              <a:ext cx="624" cy="144"/>
            </a:xfrm>
            <a:prstGeom prst="rightArrow">
              <a:avLst>
                <a:gd name="adj1" fmla="val 50000"/>
                <a:gd name="adj2" fmla="val 108333"/>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15374" name="Rectangle 15"/>
            <p:cNvSpPr>
              <a:spLocks noChangeArrowheads="1"/>
            </p:cNvSpPr>
            <p:nvPr/>
          </p:nvSpPr>
          <p:spPr bwMode="auto">
            <a:xfrm>
              <a:off x="1008" y="2688"/>
              <a:ext cx="96" cy="129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15375" name="Rectangle 16"/>
            <p:cNvSpPr>
              <a:spLocks noChangeArrowheads="1"/>
            </p:cNvSpPr>
            <p:nvPr/>
          </p:nvSpPr>
          <p:spPr bwMode="auto">
            <a:xfrm>
              <a:off x="2976" y="1776"/>
              <a:ext cx="96" cy="2208"/>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15376" name="AutoShape 17"/>
            <p:cNvSpPr>
              <a:spLocks noChangeArrowheads="1"/>
            </p:cNvSpPr>
            <p:nvPr/>
          </p:nvSpPr>
          <p:spPr bwMode="auto">
            <a:xfrm>
              <a:off x="2448" y="3312"/>
              <a:ext cx="528" cy="144"/>
            </a:xfrm>
            <a:prstGeom prst="leftArrow">
              <a:avLst>
                <a:gd name="adj1" fmla="val 50000"/>
                <a:gd name="adj2" fmla="val 91667"/>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15377" name="AutoShape 18"/>
            <p:cNvSpPr>
              <a:spLocks noChangeArrowheads="1"/>
            </p:cNvSpPr>
            <p:nvPr/>
          </p:nvSpPr>
          <p:spPr bwMode="auto">
            <a:xfrm>
              <a:off x="2448" y="3600"/>
              <a:ext cx="528" cy="144"/>
            </a:xfrm>
            <a:prstGeom prst="leftArrow">
              <a:avLst>
                <a:gd name="adj1" fmla="val 50000"/>
                <a:gd name="adj2" fmla="val 91667"/>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15378" name="Rectangle 19"/>
            <p:cNvSpPr>
              <a:spLocks noChangeArrowheads="1"/>
            </p:cNvSpPr>
            <p:nvPr/>
          </p:nvSpPr>
          <p:spPr bwMode="auto">
            <a:xfrm>
              <a:off x="1104" y="1680"/>
              <a:ext cx="1968" cy="9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15379" name="AutoShape 20"/>
            <p:cNvSpPr>
              <a:spLocks noChangeArrowheads="1"/>
            </p:cNvSpPr>
            <p:nvPr/>
          </p:nvSpPr>
          <p:spPr bwMode="auto">
            <a:xfrm>
              <a:off x="960" y="1680"/>
              <a:ext cx="240" cy="288"/>
            </a:xfrm>
            <a:prstGeom prst="downArrow">
              <a:avLst>
                <a:gd name="adj1" fmla="val 50000"/>
                <a:gd name="adj2" fmla="val 30000"/>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15380" name="Rectangle 21"/>
            <p:cNvSpPr>
              <a:spLocks noChangeArrowheads="1"/>
            </p:cNvSpPr>
            <p:nvPr/>
          </p:nvSpPr>
          <p:spPr bwMode="auto">
            <a:xfrm>
              <a:off x="1104" y="2208"/>
              <a:ext cx="1872" cy="9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15381" name="AutoShape 22"/>
            <p:cNvSpPr>
              <a:spLocks noChangeArrowheads="1"/>
            </p:cNvSpPr>
            <p:nvPr/>
          </p:nvSpPr>
          <p:spPr bwMode="auto">
            <a:xfrm>
              <a:off x="960" y="2208"/>
              <a:ext cx="192" cy="240"/>
            </a:xfrm>
            <a:prstGeom prst="downArrow">
              <a:avLst>
                <a:gd name="adj1" fmla="val 50000"/>
                <a:gd name="adj2" fmla="val 31250"/>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15382" name="Line 23"/>
            <p:cNvSpPr>
              <a:spLocks noChangeShapeType="1"/>
            </p:cNvSpPr>
            <p:nvPr/>
          </p:nvSpPr>
          <p:spPr bwMode="auto">
            <a:xfrm flipH="1">
              <a:off x="1296" y="2640"/>
              <a:ext cx="192" cy="0"/>
            </a:xfrm>
            <a:prstGeom prst="line">
              <a:avLst/>
            </a:prstGeom>
            <a:noFill/>
            <a:ln w="952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5383" name="Line 24"/>
            <p:cNvSpPr>
              <a:spLocks noChangeShapeType="1"/>
            </p:cNvSpPr>
            <p:nvPr/>
          </p:nvSpPr>
          <p:spPr bwMode="auto">
            <a:xfrm flipH="1">
              <a:off x="1344" y="2016"/>
              <a:ext cx="192" cy="0"/>
            </a:xfrm>
            <a:prstGeom prst="line">
              <a:avLst/>
            </a:prstGeom>
            <a:noFill/>
            <a:ln w="952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5384" name="Text Box 25"/>
            <p:cNvSpPr txBox="1">
              <a:spLocks noChangeArrowheads="1"/>
            </p:cNvSpPr>
            <p:nvPr/>
          </p:nvSpPr>
          <p:spPr bwMode="auto">
            <a:xfrm>
              <a:off x="1296" y="672"/>
              <a:ext cx="110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600" b="1">
                  <a:latin typeface="Tahoma" panose="020B0604030504040204" pitchFamily="34" charset="0"/>
                </a:rPr>
                <a:t>算术逻辑单元</a:t>
              </a:r>
              <a:endParaRPr lang="zh-CN" altLang="en-US" sz="1600" b="1">
                <a:latin typeface="Tahoma" panose="020B0604030504040204" pitchFamily="34" charset="0"/>
              </a:endParaRPr>
            </a:p>
          </p:txBody>
        </p:sp>
        <p:sp>
          <p:nvSpPr>
            <p:cNvPr id="15385" name="Text Box 26"/>
            <p:cNvSpPr txBox="1">
              <a:spLocks noChangeArrowheads="1"/>
            </p:cNvSpPr>
            <p:nvPr/>
          </p:nvSpPr>
          <p:spPr bwMode="auto">
            <a:xfrm>
              <a:off x="144" y="912"/>
              <a:ext cx="120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600" b="1" dirty="0">
                  <a:latin typeface="Tahoma" panose="020B0604030504040204" pitchFamily="34" charset="0"/>
                </a:rPr>
                <a:t>状态条件寄存器</a:t>
              </a:r>
              <a:endParaRPr lang="zh-CN" altLang="en-US" sz="1600" b="1" dirty="0">
                <a:latin typeface="Tahoma" panose="020B0604030504040204" pitchFamily="34" charset="0"/>
              </a:endParaRPr>
            </a:p>
          </p:txBody>
        </p:sp>
        <p:sp>
          <p:nvSpPr>
            <p:cNvPr id="15386" name="Text Box 27"/>
            <p:cNvSpPr txBox="1">
              <a:spLocks noChangeArrowheads="1"/>
            </p:cNvSpPr>
            <p:nvPr/>
          </p:nvSpPr>
          <p:spPr bwMode="auto">
            <a:xfrm>
              <a:off x="144" y="1680"/>
              <a:ext cx="120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600" b="1">
                  <a:latin typeface="Tahoma" panose="020B0604030504040204" pitchFamily="34" charset="0"/>
                </a:rPr>
                <a:t>程序计数器</a:t>
              </a:r>
              <a:r>
                <a:rPr lang="en-US" altLang="zh-CN" sz="1600" b="1">
                  <a:latin typeface="Tahoma" panose="020B0604030504040204" pitchFamily="34" charset="0"/>
                </a:rPr>
                <a:t>PC</a:t>
              </a:r>
              <a:endParaRPr lang="en-US" altLang="zh-CN" sz="1600" b="1">
                <a:latin typeface="Tahoma" panose="020B0604030504040204" pitchFamily="34" charset="0"/>
              </a:endParaRPr>
            </a:p>
          </p:txBody>
        </p:sp>
        <p:sp>
          <p:nvSpPr>
            <p:cNvPr id="15387" name="Text Box 28"/>
            <p:cNvSpPr txBox="1">
              <a:spLocks noChangeArrowheads="1"/>
            </p:cNvSpPr>
            <p:nvPr/>
          </p:nvSpPr>
          <p:spPr bwMode="auto">
            <a:xfrm>
              <a:off x="0" y="2688"/>
              <a:ext cx="120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600" b="1">
                  <a:latin typeface="Tahoma" panose="020B0604030504040204" pitchFamily="34" charset="0"/>
                </a:rPr>
                <a:t>地址寄存器</a:t>
              </a:r>
              <a:r>
                <a:rPr lang="en-US" altLang="zh-CN" sz="1600" b="1">
                  <a:latin typeface="Tahoma" panose="020B0604030504040204" pitchFamily="34" charset="0"/>
                </a:rPr>
                <a:t>AR</a:t>
              </a:r>
              <a:endParaRPr lang="en-US" altLang="zh-CN" sz="1600" b="1">
                <a:latin typeface="Tahoma" panose="020B0604030504040204" pitchFamily="34" charset="0"/>
              </a:endParaRPr>
            </a:p>
          </p:txBody>
        </p:sp>
        <p:sp>
          <p:nvSpPr>
            <p:cNvPr id="15388" name="Text Box 29"/>
            <p:cNvSpPr txBox="1">
              <a:spLocks noChangeArrowheads="1"/>
            </p:cNvSpPr>
            <p:nvPr/>
          </p:nvSpPr>
          <p:spPr bwMode="auto">
            <a:xfrm>
              <a:off x="0" y="3264"/>
              <a:ext cx="120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600" b="1">
                  <a:latin typeface="Tahoma" panose="020B0604030504040204" pitchFamily="34" charset="0"/>
                </a:rPr>
                <a:t>地址总线</a:t>
              </a:r>
              <a:r>
                <a:rPr lang="en-US" altLang="zh-CN" sz="1600" b="1">
                  <a:latin typeface="Tahoma" panose="020B0604030504040204" pitchFamily="34" charset="0"/>
                </a:rPr>
                <a:t>ABUS</a:t>
              </a:r>
              <a:endParaRPr lang="en-US" altLang="zh-CN" sz="1600" b="1">
                <a:latin typeface="Tahoma" panose="020B0604030504040204" pitchFamily="34" charset="0"/>
              </a:endParaRPr>
            </a:p>
          </p:txBody>
        </p:sp>
        <p:sp>
          <p:nvSpPr>
            <p:cNvPr id="15389" name="Text Box 30"/>
            <p:cNvSpPr txBox="1">
              <a:spLocks noChangeArrowheads="1"/>
            </p:cNvSpPr>
            <p:nvPr/>
          </p:nvSpPr>
          <p:spPr bwMode="auto">
            <a:xfrm>
              <a:off x="3072" y="3552"/>
              <a:ext cx="120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600" b="1">
                  <a:latin typeface="Tahoma" panose="020B0604030504040204" pitchFamily="34" charset="0"/>
                </a:rPr>
                <a:t>数据总线</a:t>
              </a:r>
              <a:r>
                <a:rPr lang="en-US" altLang="zh-CN" sz="1600" b="1">
                  <a:latin typeface="Tahoma" panose="020B0604030504040204" pitchFamily="34" charset="0"/>
                </a:rPr>
                <a:t>DBUS</a:t>
              </a:r>
              <a:endParaRPr lang="en-US" altLang="zh-CN" sz="1600" b="1">
                <a:latin typeface="Tahoma" panose="020B0604030504040204" pitchFamily="34" charset="0"/>
              </a:endParaRPr>
            </a:p>
          </p:txBody>
        </p:sp>
        <p:sp>
          <p:nvSpPr>
            <p:cNvPr id="15390" name="Text Box 31"/>
            <p:cNvSpPr txBox="1">
              <a:spLocks noChangeArrowheads="1"/>
            </p:cNvSpPr>
            <p:nvPr/>
          </p:nvSpPr>
          <p:spPr bwMode="auto">
            <a:xfrm>
              <a:off x="1920" y="1392"/>
              <a:ext cx="120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600" b="1">
                  <a:latin typeface="Tahoma" panose="020B0604030504040204" pitchFamily="34" charset="0"/>
                </a:rPr>
                <a:t>累加器</a:t>
              </a:r>
              <a:r>
                <a:rPr lang="en-US" altLang="zh-CN" sz="1600" b="1">
                  <a:latin typeface="Tahoma" panose="020B0604030504040204" pitchFamily="34" charset="0"/>
                </a:rPr>
                <a:t>AC</a:t>
              </a:r>
              <a:endParaRPr lang="en-US" altLang="zh-CN" sz="1600" b="1">
                <a:latin typeface="Tahoma" panose="020B0604030504040204" pitchFamily="34" charset="0"/>
              </a:endParaRPr>
            </a:p>
          </p:txBody>
        </p:sp>
        <p:sp>
          <p:nvSpPr>
            <p:cNvPr id="15391" name="Text Box 33"/>
            <p:cNvSpPr txBox="1">
              <a:spLocks noChangeArrowheads="1"/>
            </p:cNvSpPr>
            <p:nvPr/>
          </p:nvSpPr>
          <p:spPr bwMode="auto">
            <a:xfrm>
              <a:off x="1824" y="3264"/>
              <a:ext cx="67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600" b="1">
                  <a:latin typeface="Tahoma" panose="020B0604030504040204" pitchFamily="34" charset="0"/>
                </a:rPr>
                <a:t>存储器</a:t>
              </a:r>
              <a:endParaRPr lang="zh-CN" altLang="en-US" sz="1600" b="1">
                <a:latin typeface="Tahoma" panose="020B0604030504040204" pitchFamily="34" charset="0"/>
              </a:endParaRPr>
            </a:p>
          </p:txBody>
        </p:sp>
        <p:sp>
          <p:nvSpPr>
            <p:cNvPr id="15392" name="Text Box 34"/>
            <p:cNvSpPr txBox="1">
              <a:spLocks noChangeArrowheads="1"/>
            </p:cNvSpPr>
            <p:nvPr/>
          </p:nvSpPr>
          <p:spPr bwMode="auto">
            <a:xfrm>
              <a:off x="1680" y="3600"/>
              <a:ext cx="105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800">
                  <a:latin typeface="Tahoma" panose="020B0604030504040204" pitchFamily="34" charset="0"/>
                </a:rPr>
                <a:t>      I/O</a:t>
              </a:r>
              <a:endParaRPr lang="en-US" altLang="zh-CN" sz="1800">
                <a:latin typeface="Tahoma" panose="020B0604030504040204" pitchFamily="34" charset="0"/>
              </a:endParaRPr>
            </a:p>
          </p:txBody>
        </p:sp>
        <p:sp>
          <p:nvSpPr>
            <p:cNvPr id="15393" name="Rectangle 35"/>
            <p:cNvSpPr>
              <a:spLocks noChangeArrowheads="1"/>
            </p:cNvSpPr>
            <p:nvPr/>
          </p:nvSpPr>
          <p:spPr bwMode="auto">
            <a:xfrm>
              <a:off x="48" y="624"/>
              <a:ext cx="5616" cy="2592"/>
            </a:xfrm>
            <a:prstGeom prst="rect">
              <a:avLst/>
            </a:prstGeom>
            <a:noFill/>
            <a:ln w="9525">
              <a:solidFill>
                <a:schemeClr val="tx1"/>
              </a:solidFill>
              <a:prstDash val="dash"/>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15394" name="Text Box 36"/>
            <p:cNvSpPr txBox="1">
              <a:spLocks noChangeArrowheads="1"/>
            </p:cNvSpPr>
            <p:nvPr/>
          </p:nvSpPr>
          <p:spPr bwMode="auto">
            <a:xfrm>
              <a:off x="144" y="624"/>
              <a:ext cx="96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latin typeface="Tahoma" panose="020B0604030504040204" pitchFamily="34" charset="0"/>
                </a:rPr>
                <a:t>CPU</a:t>
              </a:r>
              <a:endParaRPr lang="en-US" altLang="zh-CN" b="1">
                <a:latin typeface="Tahoma" panose="020B0604030504040204" pitchFamily="34" charset="0"/>
              </a:endParaRPr>
            </a:p>
          </p:txBody>
        </p:sp>
        <p:sp>
          <p:nvSpPr>
            <p:cNvPr id="15395" name="Rectangle 37"/>
            <p:cNvSpPr>
              <a:spLocks noChangeArrowheads="1"/>
            </p:cNvSpPr>
            <p:nvPr/>
          </p:nvSpPr>
          <p:spPr bwMode="auto">
            <a:xfrm>
              <a:off x="2592" y="720"/>
              <a:ext cx="816" cy="336"/>
            </a:xfrm>
            <a:prstGeom prst="rect">
              <a:avLst/>
            </a:prstGeom>
            <a:solidFill>
              <a:schemeClr val="hlink"/>
            </a:solidFill>
            <a:ln w="9525">
              <a:miter lim="800000"/>
            </a:ln>
            <a:effectLst/>
            <a:scene3d>
              <a:camera prst="legacyObliqueTopRight"/>
              <a:lightRig rig="legacyFlat2" dir="t"/>
            </a:scene3d>
            <a:sp3d extrusionH="277800" prstMaterial="legacyMatte">
              <a:bevelT w="13500" h="13500" prst="angle"/>
              <a:bevelB w="13500" h="13500" prst="angle"/>
              <a:extrusionClr>
                <a:schemeClr val="hlink"/>
              </a:extrusionClr>
              <a:contourClr>
                <a:schemeClr val="hlink"/>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15396" name="Rectangle 38"/>
            <p:cNvSpPr>
              <a:spLocks noChangeArrowheads="1"/>
            </p:cNvSpPr>
            <p:nvPr/>
          </p:nvSpPr>
          <p:spPr bwMode="auto">
            <a:xfrm>
              <a:off x="2640" y="1392"/>
              <a:ext cx="816" cy="192"/>
            </a:xfrm>
            <a:prstGeom prst="rect">
              <a:avLst/>
            </a:prstGeom>
            <a:solidFill>
              <a:srgbClr val="FFCCFF"/>
            </a:solidFill>
            <a:ln w="9525">
              <a:miter lim="800000"/>
            </a:ln>
            <a:effectLst/>
            <a:scene3d>
              <a:camera prst="legacyObliqueTopRight"/>
              <a:lightRig rig="legacyFlat2" dir="t"/>
            </a:scene3d>
            <a:sp3d extrusionH="277800" prstMaterial="legacyMatte">
              <a:bevelT w="13500" h="13500" prst="angle"/>
              <a:bevelB w="13500" h="13500" prst="angle"/>
              <a:extrusionClr>
                <a:srgbClr val="FFCCFF"/>
              </a:extrusionClr>
              <a:contourClr>
                <a:srgbClr val="FFCCFF"/>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15397" name="Rectangle 39"/>
            <p:cNvSpPr>
              <a:spLocks noChangeArrowheads="1"/>
            </p:cNvSpPr>
            <p:nvPr/>
          </p:nvSpPr>
          <p:spPr bwMode="auto">
            <a:xfrm>
              <a:off x="3120" y="2688"/>
              <a:ext cx="768" cy="192"/>
            </a:xfrm>
            <a:prstGeom prst="rect">
              <a:avLst/>
            </a:prstGeom>
            <a:solidFill>
              <a:srgbClr val="FFCCFF"/>
            </a:solidFill>
            <a:ln w="9525">
              <a:miter lim="800000"/>
            </a:ln>
            <a:effectLst/>
            <a:scene3d>
              <a:camera prst="legacyObliqueTopRight"/>
              <a:lightRig rig="legacyFlat2" dir="t"/>
            </a:scene3d>
            <a:sp3d extrusionH="277800" prstMaterial="legacyMatte">
              <a:bevelT w="13500" h="13500" prst="angle"/>
              <a:bevelB w="13500" h="13500" prst="angle"/>
              <a:extrusionClr>
                <a:srgbClr val="FFCCFF"/>
              </a:extrusionClr>
              <a:contourClr>
                <a:srgbClr val="FFCCFF"/>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15398" name="Rectangle 40"/>
            <p:cNvSpPr>
              <a:spLocks noChangeArrowheads="1"/>
            </p:cNvSpPr>
            <p:nvPr/>
          </p:nvSpPr>
          <p:spPr bwMode="auto">
            <a:xfrm>
              <a:off x="3984" y="960"/>
              <a:ext cx="912" cy="384"/>
            </a:xfrm>
            <a:prstGeom prst="rect">
              <a:avLst/>
            </a:prstGeom>
            <a:solidFill>
              <a:srgbClr val="FF9966"/>
            </a:solidFill>
            <a:ln w="9525">
              <a:miter lim="800000"/>
            </a:ln>
            <a:effectLst/>
            <a:scene3d>
              <a:camera prst="legacyObliqueTopRight"/>
              <a:lightRig rig="legacyFlat2" dir="t"/>
            </a:scene3d>
            <a:sp3d extrusionH="277800" prstMaterial="legacyMatte">
              <a:bevelT w="13500" h="13500" prst="angle"/>
              <a:bevelB w="13500" h="13500" prst="angle"/>
              <a:extrusionClr>
                <a:srgbClr val="FF9966"/>
              </a:extrusionClr>
              <a:contourClr>
                <a:srgbClr val="FF9966"/>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a:latin typeface="Tahoma" panose="020B0604030504040204" pitchFamily="34" charset="0"/>
              </a:endParaRPr>
            </a:p>
          </p:txBody>
        </p:sp>
        <p:sp>
          <p:nvSpPr>
            <p:cNvPr id="15399" name="Rectangle 41"/>
            <p:cNvSpPr>
              <a:spLocks noChangeArrowheads="1"/>
            </p:cNvSpPr>
            <p:nvPr/>
          </p:nvSpPr>
          <p:spPr bwMode="auto">
            <a:xfrm>
              <a:off x="4032" y="1680"/>
              <a:ext cx="816" cy="384"/>
            </a:xfrm>
            <a:prstGeom prst="rect">
              <a:avLst/>
            </a:prstGeom>
            <a:solidFill>
              <a:srgbClr val="FFFF00"/>
            </a:solidFill>
            <a:ln w="9525">
              <a:miter lim="800000"/>
            </a:ln>
            <a:effectLst/>
            <a:scene3d>
              <a:camera prst="legacyObliqueTopRight"/>
              <a:lightRig rig="legacyFlat2" dir="t"/>
            </a:scene3d>
            <a:sp3d extrusionH="277800" prstMaterial="legacyMatte">
              <a:bevelT w="13500" h="13500" prst="angle"/>
              <a:bevelB w="13500" h="13500" prst="angle"/>
              <a:extrusionClr>
                <a:srgbClr val="FFFF00"/>
              </a:extrusionClr>
              <a:contourClr>
                <a:srgbClr val="FFFF00"/>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15400" name="Rectangle 42"/>
            <p:cNvSpPr>
              <a:spLocks noChangeArrowheads="1"/>
            </p:cNvSpPr>
            <p:nvPr/>
          </p:nvSpPr>
          <p:spPr bwMode="auto">
            <a:xfrm>
              <a:off x="4128" y="2304"/>
              <a:ext cx="576" cy="240"/>
            </a:xfrm>
            <a:prstGeom prst="rect">
              <a:avLst/>
            </a:prstGeom>
            <a:solidFill>
              <a:srgbClr val="FFCCFF"/>
            </a:solidFill>
            <a:ln w="9525">
              <a:miter lim="800000"/>
            </a:ln>
            <a:effectLst/>
            <a:scene3d>
              <a:camera prst="legacyObliqueTopRight"/>
              <a:lightRig rig="legacyFlat2" dir="t"/>
            </a:scene3d>
            <a:sp3d extrusionH="277800" prstMaterial="legacyMatte">
              <a:bevelT w="13500" h="13500" prst="angle"/>
              <a:bevelB w="13500" h="13500" prst="angle"/>
              <a:extrusionClr>
                <a:srgbClr val="FFCCFF"/>
              </a:extrusionClr>
              <a:contourClr>
                <a:srgbClr val="FFCCFF"/>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15401" name="AutoShape 43"/>
            <p:cNvSpPr>
              <a:spLocks noChangeArrowheads="1"/>
            </p:cNvSpPr>
            <p:nvPr/>
          </p:nvSpPr>
          <p:spPr bwMode="auto">
            <a:xfrm>
              <a:off x="3216" y="1056"/>
              <a:ext cx="144" cy="288"/>
            </a:xfrm>
            <a:prstGeom prst="upArrow">
              <a:avLst>
                <a:gd name="adj1" fmla="val 50000"/>
                <a:gd name="adj2" fmla="val 50000"/>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15402" name="AutoShape 44"/>
            <p:cNvSpPr>
              <a:spLocks noChangeArrowheads="1"/>
            </p:cNvSpPr>
            <p:nvPr/>
          </p:nvSpPr>
          <p:spPr bwMode="auto">
            <a:xfrm>
              <a:off x="2784" y="1056"/>
              <a:ext cx="144" cy="336"/>
            </a:xfrm>
            <a:prstGeom prst="downArrow">
              <a:avLst>
                <a:gd name="adj1" fmla="val 50000"/>
                <a:gd name="adj2" fmla="val 58333"/>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15403" name="AutoShape 45"/>
            <p:cNvSpPr>
              <a:spLocks noChangeArrowheads="1"/>
            </p:cNvSpPr>
            <p:nvPr/>
          </p:nvSpPr>
          <p:spPr bwMode="auto">
            <a:xfrm rot="5400000">
              <a:off x="2784" y="2016"/>
              <a:ext cx="1056" cy="192"/>
            </a:xfrm>
            <a:prstGeom prst="leftRightArrow">
              <a:avLst>
                <a:gd name="adj1" fmla="val 50000"/>
                <a:gd name="adj2" fmla="val 110000"/>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15404" name="Rectangle 46"/>
            <p:cNvSpPr>
              <a:spLocks noChangeArrowheads="1"/>
            </p:cNvSpPr>
            <p:nvPr/>
          </p:nvSpPr>
          <p:spPr bwMode="auto">
            <a:xfrm>
              <a:off x="3648" y="768"/>
              <a:ext cx="96" cy="1872"/>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15405" name="AutoShape 47"/>
            <p:cNvSpPr>
              <a:spLocks noChangeArrowheads="1"/>
            </p:cNvSpPr>
            <p:nvPr/>
          </p:nvSpPr>
          <p:spPr bwMode="auto">
            <a:xfrm>
              <a:off x="3408" y="720"/>
              <a:ext cx="336" cy="192"/>
            </a:xfrm>
            <a:prstGeom prst="leftArrow">
              <a:avLst>
                <a:gd name="adj1" fmla="val 50000"/>
                <a:gd name="adj2" fmla="val 43750"/>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15406" name="AutoShape 48"/>
            <p:cNvSpPr>
              <a:spLocks noChangeArrowheads="1"/>
            </p:cNvSpPr>
            <p:nvPr/>
          </p:nvSpPr>
          <p:spPr bwMode="auto">
            <a:xfrm rot="3092778">
              <a:off x="3912" y="2376"/>
              <a:ext cx="192" cy="336"/>
            </a:xfrm>
            <a:prstGeom prst="upArrow">
              <a:avLst>
                <a:gd name="adj1" fmla="val 50000"/>
                <a:gd name="adj2" fmla="val 43750"/>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15407" name="AutoShape 49"/>
            <p:cNvSpPr>
              <a:spLocks noChangeArrowheads="1"/>
            </p:cNvSpPr>
            <p:nvPr/>
          </p:nvSpPr>
          <p:spPr bwMode="auto">
            <a:xfrm>
              <a:off x="3504" y="2880"/>
              <a:ext cx="192" cy="192"/>
            </a:xfrm>
            <a:prstGeom prst="upArrow">
              <a:avLst>
                <a:gd name="adj1" fmla="val 50000"/>
                <a:gd name="adj2" fmla="val 25000"/>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15408" name="AutoShape 50"/>
            <p:cNvSpPr>
              <a:spLocks noChangeArrowheads="1"/>
            </p:cNvSpPr>
            <p:nvPr/>
          </p:nvSpPr>
          <p:spPr bwMode="auto">
            <a:xfrm>
              <a:off x="3072" y="3024"/>
              <a:ext cx="1344" cy="192"/>
            </a:xfrm>
            <a:prstGeom prst="leftArrow">
              <a:avLst>
                <a:gd name="adj1" fmla="val 50000"/>
                <a:gd name="adj2" fmla="val 175000"/>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15409" name="Rectangle 51"/>
            <p:cNvSpPr>
              <a:spLocks noChangeArrowheads="1"/>
            </p:cNvSpPr>
            <p:nvPr/>
          </p:nvSpPr>
          <p:spPr bwMode="auto">
            <a:xfrm>
              <a:off x="4416" y="2544"/>
              <a:ext cx="96" cy="624"/>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15410" name="AutoShape 52"/>
            <p:cNvSpPr>
              <a:spLocks noChangeArrowheads="1"/>
            </p:cNvSpPr>
            <p:nvPr/>
          </p:nvSpPr>
          <p:spPr bwMode="auto">
            <a:xfrm>
              <a:off x="4176" y="2064"/>
              <a:ext cx="192" cy="240"/>
            </a:xfrm>
            <a:prstGeom prst="upArrow">
              <a:avLst>
                <a:gd name="adj1" fmla="val 50000"/>
                <a:gd name="adj2" fmla="val 31250"/>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15411" name="Line 53"/>
            <p:cNvSpPr>
              <a:spLocks noChangeShapeType="1"/>
            </p:cNvSpPr>
            <p:nvPr/>
          </p:nvSpPr>
          <p:spPr bwMode="auto">
            <a:xfrm flipV="1">
              <a:off x="4272" y="1344"/>
              <a:ext cx="0" cy="288"/>
            </a:xfrm>
            <a:prstGeom prst="line">
              <a:avLst/>
            </a:prstGeom>
            <a:noFill/>
            <a:ln w="952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5412" name="Line 54"/>
            <p:cNvSpPr>
              <a:spLocks noChangeShapeType="1"/>
            </p:cNvSpPr>
            <p:nvPr/>
          </p:nvSpPr>
          <p:spPr bwMode="auto">
            <a:xfrm flipV="1">
              <a:off x="4368" y="1344"/>
              <a:ext cx="0" cy="288"/>
            </a:xfrm>
            <a:prstGeom prst="line">
              <a:avLst/>
            </a:prstGeom>
            <a:noFill/>
            <a:ln w="952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5413" name="Line 55"/>
            <p:cNvSpPr>
              <a:spLocks noChangeShapeType="1"/>
            </p:cNvSpPr>
            <p:nvPr/>
          </p:nvSpPr>
          <p:spPr bwMode="auto">
            <a:xfrm flipH="1" flipV="1">
              <a:off x="4464" y="1344"/>
              <a:ext cx="0" cy="288"/>
            </a:xfrm>
            <a:prstGeom prst="line">
              <a:avLst/>
            </a:prstGeom>
            <a:noFill/>
            <a:ln w="952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5414" name="Line 56"/>
            <p:cNvSpPr>
              <a:spLocks noChangeShapeType="1"/>
            </p:cNvSpPr>
            <p:nvPr/>
          </p:nvSpPr>
          <p:spPr bwMode="auto">
            <a:xfrm flipV="1">
              <a:off x="4560" y="1344"/>
              <a:ext cx="0" cy="288"/>
            </a:xfrm>
            <a:prstGeom prst="line">
              <a:avLst/>
            </a:prstGeom>
            <a:noFill/>
            <a:ln w="952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5415" name="Line 57"/>
            <p:cNvSpPr>
              <a:spLocks noChangeShapeType="1"/>
            </p:cNvSpPr>
            <p:nvPr/>
          </p:nvSpPr>
          <p:spPr bwMode="auto">
            <a:xfrm flipH="1" flipV="1">
              <a:off x="4656" y="1344"/>
              <a:ext cx="0" cy="288"/>
            </a:xfrm>
            <a:prstGeom prst="line">
              <a:avLst/>
            </a:prstGeom>
            <a:noFill/>
            <a:ln w="952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5416" name="Line 58"/>
            <p:cNvSpPr>
              <a:spLocks noChangeShapeType="1"/>
            </p:cNvSpPr>
            <p:nvPr/>
          </p:nvSpPr>
          <p:spPr bwMode="auto">
            <a:xfrm flipV="1">
              <a:off x="4752" y="1344"/>
              <a:ext cx="0" cy="288"/>
            </a:xfrm>
            <a:prstGeom prst="line">
              <a:avLst/>
            </a:prstGeom>
            <a:noFill/>
            <a:ln w="952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5417" name="Line 59"/>
            <p:cNvSpPr>
              <a:spLocks noChangeShapeType="1"/>
            </p:cNvSpPr>
            <p:nvPr/>
          </p:nvSpPr>
          <p:spPr bwMode="auto">
            <a:xfrm flipV="1">
              <a:off x="4080" y="624"/>
              <a:ext cx="0" cy="288"/>
            </a:xfrm>
            <a:prstGeom prst="line">
              <a:avLst/>
            </a:prstGeom>
            <a:noFill/>
            <a:ln w="952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5418" name="Line 60"/>
            <p:cNvSpPr>
              <a:spLocks noChangeShapeType="1"/>
            </p:cNvSpPr>
            <p:nvPr/>
          </p:nvSpPr>
          <p:spPr bwMode="auto">
            <a:xfrm flipV="1">
              <a:off x="4272" y="624"/>
              <a:ext cx="0" cy="288"/>
            </a:xfrm>
            <a:prstGeom prst="line">
              <a:avLst/>
            </a:prstGeom>
            <a:noFill/>
            <a:ln w="952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5419" name="Line 61"/>
            <p:cNvSpPr>
              <a:spLocks noChangeShapeType="1"/>
            </p:cNvSpPr>
            <p:nvPr/>
          </p:nvSpPr>
          <p:spPr bwMode="auto">
            <a:xfrm flipV="1">
              <a:off x="4560" y="624"/>
              <a:ext cx="0" cy="288"/>
            </a:xfrm>
            <a:prstGeom prst="line">
              <a:avLst/>
            </a:prstGeom>
            <a:noFill/>
            <a:ln w="952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5420" name="Line 62"/>
            <p:cNvSpPr>
              <a:spLocks noChangeShapeType="1"/>
            </p:cNvSpPr>
            <p:nvPr/>
          </p:nvSpPr>
          <p:spPr bwMode="auto">
            <a:xfrm flipV="1">
              <a:off x="4656" y="624"/>
              <a:ext cx="0" cy="288"/>
            </a:xfrm>
            <a:prstGeom prst="line">
              <a:avLst/>
            </a:prstGeom>
            <a:noFill/>
            <a:ln w="952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5421" name="Line 63"/>
            <p:cNvSpPr>
              <a:spLocks noChangeShapeType="1"/>
            </p:cNvSpPr>
            <p:nvPr/>
          </p:nvSpPr>
          <p:spPr bwMode="auto">
            <a:xfrm flipV="1">
              <a:off x="4752" y="624"/>
              <a:ext cx="0" cy="288"/>
            </a:xfrm>
            <a:prstGeom prst="line">
              <a:avLst/>
            </a:prstGeom>
            <a:noFill/>
            <a:ln w="952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5422" name="Line 64"/>
            <p:cNvSpPr>
              <a:spLocks noChangeShapeType="1"/>
            </p:cNvSpPr>
            <p:nvPr/>
          </p:nvSpPr>
          <p:spPr bwMode="auto">
            <a:xfrm flipV="1">
              <a:off x="4848" y="624"/>
              <a:ext cx="0" cy="288"/>
            </a:xfrm>
            <a:prstGeom prst="line">
              <a:avLst/>
            </a:prstGeom>
            <a:noFill/>
            <a:ln w="952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5423" name="Line 65"/>
            <p:cNvSpPr>
              <a:spLocks noChangeShapeType="1"/>
            </p:cNvSpPr>
            <p:nvPr/>
          </p:nvSpPr>
          <p:spPr bwMode="auto">
            <a:xfrm flipH="1">
              <a:off x="4896" y="960"/>
              <a:ext cx="384" cy="0"/>
            </a:xfrm>
            <a:prstGeom prst="line">
              <a:avLst/>
            </a:prstGeom>
            <a:noFill/>
            <a:ln w="952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5424" name="Line 66"/>
            <p:cNvSpPr>
              <a:spLocks noChangeShapeType="1"/>
            </p:cNvSpPr>
            <p:nvPr/>
          </p:nvSpPr>
          <p:spPr bwMode="auto">
            <a:xfrm flipH="1">
              <a:off x="4944" y="1152"/>
              <a:ext cx="384" cy="0"/>
            </a:xfrm>
            <a:prstGeom prst="line">
              <a:avLst/>
            </a:prstGeom>
            <a:noFill/>
            <a:ln w="952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5425" name="Line 67"/>
            <p:cNvSpPr>
              <a:spLocks noChangeShapeType="1"/>
            </p:cNvSpPr>
            <p:nvPr/>
          </p:nvSpPr>
          <p:spPr bwMode="auto">
            <a:xfrm flipH="1">
              <a:off x="4704" y="2352"/>
              <a:ext cx="288" cy="0"/>
            </a:xfrm>
            <a:prstGeom prst="line">
              <a:avLst/>
            </a:prstGeom>
            <a:noFill/>
            <a:ln w="952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5426" name="Line 68"/>
            <p:cNvSpPr>
              <a:spLocks noChangeShapeType="1"/>
            </p:cNvSpPr>
            <p:nvPr/>
          </p:nvSpPr>
          <p:spPr bwMode="auto">
            <a:xfrm flipH="1">
              <a:off x="3888" y="2784"/>
              <a:ext cx="192" cy="0"/>
            </a:xfrm>
            <a:prstGeom prst="line">
              <a:avLst/>
            </a:prstGeom>
            <a:noFill/>
            <a:ln w="952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5427" name="Line 69"/>
            <p:cNvSpPr>
              <a:spLocks noChangeShapeType="1"/>
            </p:cNvSpPr>
            <p:nvPr/>
          </p:nvSpPr>
          <p:spPr bwMode="auto">
            <a:xfrm flipH="1">
              <a:off x="3456" y="1488"/>
              <a:ext cx="192" cy="0"/>
            </a:xfrm>
            <a:prstGeom prst="line">
              <a:avLst/>
            </a:prstGeom>
            <a:noFill/>
            <a:ln w="952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5428" name="Text Box 70"/>
            <p:cNvSpPr txBox="1">
              <a:spLocks noChangeArrowheads="1"/>
            </p:cNvSpPr>
            <p:nvPr/>
          </p:nvSpPr>
          <p:spPr bwMode="auto">
            <a:xfrm>
              <a:off x="2688" y="768"/>
              <a:ext cx="57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CCECFF"/>
                  </a:solidFill>
                  <a:latin typeface="Tahoma" panose="020B0604030504040204" pitchFamily="34" charset="0"/>
                </a:rPr>
                <a:t>ALU</a:t>
              </a:r>
              <a:endParaRPr lang="en-US" altLang="zh-CN" b="1">
                <a:solidFill>
                  <a:srgbClr val="CCECFF"/>
                </a:solidFill>
                <a:latin typeface="Tahoma" panose="020B0604030504040204" pitchFamily="34" charset="0"/>
              </a:endParaRPr>
            </a:p>
          </p:txBody>
        </p:sp>
        <p:sp>
          <p:nvSpPr>
            <p:cNvPr id="15429" name="Text Box 71"/>
            <p:cNvSpPr txBox="1">
              <a:spLocks noChangeArrowheads="1"/>
            </p:cNvSpPr>
            <p:nvPr/>
          </p:nvSpPr>
          <p:spPr bwMode="auto">
            <a:xfrm>
              <a:off x="4512" y="2649"/>
              <a:ext cx="120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600" b="1">
                  <a:latin typeface="Tahoma" panose="020B0604030504040204" pitchFamily="34" charset="0"/>
                </a:rPr>
                <a:t>指令寄存器</a:t>
              </a:r>
              <a:r>
                <a:rPr lang="en-US" altLang="zh-CN" sz="1600" b="1">
                  <a:latin typeface="Tahoma" panose="020B0604030504040204" pitchFamily="34" charset="0"/>
                </a:rPr>
                <a:t>IR</a:t>
              </a:r>
              <a:endParaRPr lang="en-US" altLang="zh-CN" sz="1600" b="1">
                <a:latin typeface="Tahoma" panose="020B0604030504040204" pitchFamily="34" charset="0"/>
              </a:endParaRPr>
            </a:p>
          </p:txBody>
        </p:sp>
        <p:sp>
          <p:nvSpPr>
            <p:cNvPr id="15430" name="Text Box 72"/>
            <p:cNvSpPr txBox="1">
              <a:spLocks noChangeArrowheads="1"/>
            </p:cNvSpPr>
            <p:nvPr/>
          </p:nvSpPr>
          <p:spPr bwMode="auto">
            <a:xfrm>
              <a:off x="4128" y="1824"/>
              <a:ext cx="72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400" b="1">
                  <a:latin typeface="Tahoma" panose="020B0604030504040204" pitchFamily="34" charset="0"/>
                </a:rPr>
                <a:t>指令译码器</a:t>
              </a:r>
              <a:endParaRPr lang="zh-CN" altLang="en-US" sz="1400" b="1">
                <a:latin typeface="Tahoma" panose="020B0604030504040204" pitchFamily="34" charset="0"/>
              </a:endParaRPr>
            </a:p>
          </p:txBody>
        </p:sp>
        <p:sp>
          <p:nvSpPr>
            <p:cNvPr id="15431" name="Text Box 73"/>
            <p:cNvSpPr txBox="1">
              <a:spLocks noChangeArrowheads="1"/>
            </p:cNvSpPr>
            <p:nvPr/>
          </p:nvSpPr>
          <p:spPr bwMode="auto">
            <a:xfrm>
              <a:off x="4080" y="912"/>
              <a:ext cx="864"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400" b="1">
                  <a:solidFill>
                    <a:srgbClr val="CCFFFF"/>
                  </a:solidFill>
                  <a:latin typeface="Tahoma" panose="020B0604030504040204" pitchFamily="34" charset="0"/>
                </a:rPr>
                <a:t>操作控制器</a:t>
              </a:r>
              <a:endParaRPr lang="zh-CN" altLang="en-US" sz="1400" b="1">
                <a:solidFill>
                  <a:srgbClr val="CCFFFF"/>
                </a:solidFill>
                <a:latin typeface="Tahoma" panose="020B0604030504040204" pitchFamily="34" charset="0"/>
              </a:endParaRPr>
            </a:p>
            <a:p>
              <a:pPr eaLnBrk="1" hangingPunct="1"/>
              <a:r>
                <a:rPr lang="zh-CN" altLang="en-US" sz="1400" b="1">
                  <a:solidFill>
                    <a:srgbClr val="CCFFFF"/>
                  </a:solidFill>
                  <a:latin typeface="Tahoma" panose="020B0604030504040204" pitchFamily="34" charset="0"/>
                </a:rPr>
                <a:t>时序产生器</a:t>
              </a:r>
              <a:endParaRPr lang="zh-CN" altLang="en-US" sz="1400" b="1">
                <a:solidFill>
                  <a:srgbClr val="CCFFFF"/>
                </a:solidFill>
                <a:latin typeface="Tahoma" panose="020B0604030504040204" pitchFamily="34" charset="0"/>
              </a:endParaRPr>
            </a:p>
          </p:txBody>
        </p:sp>
        <p:sp>
          <p:nvSpPr>
            <p:cNvPr id="15432" name="Text Box 74"/>
            <p:cNvSpPr txBox="1">
              <a:spLocks noChangeArrowheads="1"/>
            </p:cNvSpPr>
            <p:nvPr/>
          </p:nvSpPr>
          <p:spPr bwMode="auto">
            <a:xfrm>
              <a:off x="5328" y="816"/>
              <a:ext cx="43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400" b="1">
                  <a:latin typeface="Tahoma" panose="020B0604030504040204" pitchFamily="34" charset="0"/>
                </a:rPr>
                <a:t>时钟</a:t>
              </a:r>
              <a:endParaRPr lang="zh-CN" altLang="en-US" sz="1400" b="1">
                <a:latin typeface="Tahoma" panose="020B0604030504040204" pitchFamily="34" charset="0"/>
              </a:endParaRPr>
            </a:p>
          </p:txBody>
        </p:sp>
        <p:sp>
          <p:nvSpPr>
            <p:cNvPr id="15433" name="Text Box 75"/>
            <p:cNvSpPr txBox="1">
              <a:spLocks noChangeArrowheads="1"/>
            </p:cNvSpPr>
            <p:nvPr/>
          </p:nvSpPr>
          <p:spPr bwMode="auto">
            <a:xfrm>
              <a:off x="5328" y="1056"/>
              <a:ext cx="432"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400" b="1">
                  <a:latin typeface="Tahoma" panose="020B0604030504040204" pitchFamily="34" charset="0"/>
                </a:rPr>
                <a:t>状态反馈</a:t>
              </a:r>
              <a:endParaRPr lang="zh-CN" altLang="en-US" sz="1400" b="1">
                <a:latin typeface="Tahoma" panose="020B0604030504040204" pitchFamily="34" charset="0"/>
              </a:endParaRPr>
            </a:p>
          </p:txBody>
        </p:sp>
        <p:sp>
          <p:nvSpPr>
            <p:cNvPr id="15434" name="Text Box 76"/>
            <p:cNvSpPr txBox="1">
              <a:spLocks noChangeArrowheads="1"/>
            </p:cNvSpPr>
            <p:nvPr/>
          </p:nvSpPr>
          <p:spPr bwMode="auto">
            <a:xfrm>
              <a:off x="3744" y="576"/>
              <a:ext cx="432"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400" b="1">
                  <a:latin typeface="Tahoma" panose="020B0604030504040204" pitchFamily="34" charset="0"/>
                </a:rPr>
                <a:t>取指控制</a:t>
              </a:r>
              <a:endParaRPr lang="zh-CN" altLang="en-US" sz="1400" b="1">
                <a:latin typeface="Tahoma" panose="020B0604030504040204" pitchFamily="34" charset="0"/>
              </a:endParaRPr>
            </a:p>
          </p:txBody>
        </p:sp>
        <p:sp>
          <p:nvSpPr>
            <p:cNvPr id="15435" name="Text Box 77"/>
            <p:cNvSpPr txBox="1">
              <a:spLocks noChangeArrowheads="1"/>
            </p:cNvSpPr>
            <p:nvPr/>
          </p:nvSpPr>
          <p:spPr bwMode="auto">
            <a:xfrm>
              <a:off x="4848" y="528"/>
              <a:ext cx="432"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400" b="1">
                  <a:latin typeface="Tahoma" panose="020B0604030504040204" pitchFamily="34" charset="0"/>
                </a:rPr>
                <a:t>执行控制</a:t>
              </a:r>
              <a:endParaRPr lang="zh-CN" altLang="en-US" sz="1400" b="1">
                <a:latin typeface="Tahoma" panose="020B0604030504040204" pitchFamily="34" charset="0"/>
              </a:endParaRPr>
            </a:p>
          </p:txBody>
        </p:sp>
        <p:sp>
          <p:nvSpPr>
            <p:cNvPr id="15436" name="Text Box 78"/>
            <p:cNvSpPr txBox="1">
              <a:spLocks noChangeArrowheads="1"/>
            </p:cNvSpPr>
            <p:nvPr/>
          </p:nvSpPr>
          <p:spPr bwMode="auto">
            <a:xfrm>
              <a:off x="4128" y="2640"/>
              <a:ext cx="19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latin typeface="Tahoma" panose="020B0604030504040204" pitchFamily="34" charset="0"/>
                </a:rPr>
                <a:t>c</a:t>
              </a:r>
              <a:endParaRPr lang="en-US" altLang="zh-CN">
                <a:latin typeface="Tahoma" panose="020B0604030504040204" pitchFamily="34" charset="0"/>
              </a:endParaRPr>
            </a:p>
          </p:txBody>
        </p:sp>
        <p:sp>
          <p:nvSpPr>
            <p:cNvPr id="15437" name="Text Box 79"/>
            <p:cNvSpPr txBox="1">
              <a:spLocks noChangeArrowheads="1"/>
            </p:cNvSpPr>
            <p:nvPr/>
          </p:nvSpPr>
          <p:spPr bwMode="auto">
            <a:xfrm>
              <a:off x="4992" y="2208"/>
              <a:ext cx="19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latin typeface="Tahoma" panose="020B0604030504040204" pitchFamily="34" charset="0"/>
                </a:rPr>
                <a:t>c</a:t>
              </a:r>
              <a:endParaRPr lang="en-US" altLang="zh-CN">
                <a:latin typeface="Tahoma" panose="020B0604030504040204" pitchFamily="34" charset="0"/>
              </a:endParaRPr>
            </a:p>
          </p:txBody>
        </p:sp>
        <p:sp>
          <p:nvSpPr>
            <p:cNvPr id="15438" name="Text Box 80"/>
            <p:cNvSpPr txBox="1">
              <a:spLocks noChangeArrowheads="1"/>
            </p:cNvSpPr>
            <p:nvPr/>
          </p:nvSpPr>
          <p:spPr bwMode="auto">
            <a:xfrm>
              <a:off x="3456" y="1440"/>
              <a:ext cx="19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latin typeface="Tahoma" panose="020B0604030504040204" pitchFamily="34" charset="0"/>
                </a:rPr>
                <a:t>c</a:t>
              </a:r>
              <a:endParaRPr lang="en-US" altLang="zh-CN">
                <a:latin typeface="Tahoma" panose="020B0604030504040204" pitchFamily="34" charset="0"/>
              </a:endParaRPr>
            </a:p>
          </p:txBody>
        </p:sp>
        <p:sp>
          <p:nvSpPr>
            <p:cNvPr id="15439" name="Text Box 81"/>
            <p:cNvSpPr txBox="1">
              <a:spLocks noChangeArrowheads="1"/>
            </p:cNvSpPr>
            <p:nvPr/>
          </p:nvSpPr>
          <p:spPr bwMode="auto">
            <a:xfrm>
              <a:off x="1488" y="2496"/>
              <a:ext cx="19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latin typeface="Tahoma" panose="020B0604030504040204" pitchFamily="34" charset="0"/>
                </a:rPr>
                <a:t>c</a:t>
              </a:r>
              <a:endParaRPr lang="en-US" altLang="zh-CN">
                <a:latin typeface="Tahoma" panose="020B0604030504040204" pitchFamily="34" charset="0"/>
              </a:endParaRPr>
            </a:p>
          </p:txBody>
        </p:sp>
        <p:sp>
          <p:nvSpPr>
            <p:cNvPr id="15440" name="Text Box 82"/>
            <p:cNvSpPr txBox="1">
              <a:spLocks noChangeArrowheads="1"/>
            </p:cNvSpPr>
            <p:nvPr/>
          </p:nvSpPr>
          <p:spPr bwMode="auto">
            <a:xfrm>
              <a:off x="1584" y="1824"/>
              <a:ext cx="19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latin typeface="Tahoma" panose="020B0604030504040204" pitchFamily="34" charset="0"/>
                </a:rPr>
                <a:t>c</a:t>
              </a:r>
              <a:endParaRPr lang="en-US" altLang="zh-CN">
                <a:latin typeface="Tahoma" panose="020B0604030504040204" pitchFamily="34" charset="0"/>
              </a:endParaRPr>
            </a:p>
          </p:txBody>
        </p:sp>
        <p:sp>
          <p:nvSpPr>
            <p:cNvPr id="15441" name="Text Box 32"/>
            <p:cNvSpPr txBox="1">
              <a:spLocks noChangeArrowheads="1"/>
            </p:cNvSpPr>
            <p:nvPr/>
          </p:nvSpPr>
          <p:spPr bwMode="auto">
            <a:xfrm>
              <a:off x="3120" y="2688"/>
              <a:ext cx="91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400" b="1">
                  <a:latin typeface="Tahoma" panose="020B0604030504040204" pitchFamily="34" charset="0"/>
                </a:rPr>
                <a:t>缓冲寄存器</a:t>
              </a:r>
              <a:r>
                <a:rPr lang="en-US" altLang="zh-CN" sz="1400" b="1">
                  <a:latin typeface="Tahoma" panose="020B0604030504040204" pitchFamily="34" charset="0"/>
                </a:rPr>
                <a:t>DR</a:t>
              </a:r>
              <a:endParaRPr lang="en-US" altLang="zh-CN" sz="1400" b="1">
                <a:latin typeface="Tahoma" panose="020B0604030504040204" pitchFamily="34" charset="0"/>
              </a:endParaRPr>
            </a:p>
          </p:txBody>
        </p:sp>
      </p:grpSp>
    </p:spTree>
  </p:cSld>
  <p:clrMapOvr>
    <a:masterClrMapping/>
  </p:clrMapOvr>
  <p:transition spd="slow"/>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9938" name="Group 40"/>
          <p:cNvGrpSpPr/>
          <p:nvPr/>
        </p:nvGrpSpPr>
        <p:grpSpPr bwMode="auto">
          <a:xfrm>
            <a:off x="789252" y="948505"/>
            <a:ext cx="7315200" cy="5426075"/>
            <a:chOff x="336" y="672"/>
            <a:chExt cx="4608" cy="3418"/>
          </a:xfrm>
        </p:grpSpPr>
        <p:sp>
          <p:nvSpPr>
            <p:cNvPr id="39939" name="Text Box 29"/>
            <p:cNvSpPr txBox="1">
              <a:spLocks noChangeArrowheads="1"/>
            </p:cNvSpPr>
            <p:nvPr/>
          </p:nvSpPr>
          <p:spPr bwMode="auto">
            <a:xfrm>
              <a:off x="1440" y="3648"/>
              <a:ext cx="480"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4000">
                  <a:latin typeface="Tahoma" panose="020B0604030504040204" pitchFamily="34" charset="0"/>
                </a:rPr>
                <a:t>~</a:t>
              </a:r>
              <a:endParaRPr lang="en-US" altLang="zh-CN" sz="4000">
                <a:latin typeface="Tahoma" panose="020B0604030504040204" pitchFamily="34" charset="0"/>
              </a:endParaRPr>
            </a:p>
          </p:txBody>
        </p:sp>
        <p:sp>
          <p:nvSpPr>
            <p:cNvPr id="39940" name="Text Box 30"/>
            <p:cNvSpPr txBox="1">
              <a:spLocks noChangeArrowheads="1"/>
            </p:cNvSpPr>
            <p:nvPr/>
          </p:nvSpPr>
          <p:spPr bwMode="auto">
            <a:xfrm>
              <a:off x="2496" y="3648"/>
              <a:ext cx="480"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4000">
                  <a:latin typeface="Tahoma" panose="020B0604030504040204" pitchFamily="34" charset="0"/>
                </a:rPr>
                <a:t>~</a:t>
              </a:r>
              <a:endParaRPr lang="en-US" altLang="zh-CN" sz="4000">
                <a:latin typeface="Tahoma" panose="020B0604030504040204" pitchFamily="34" charset="0"/>
              </a:endParaRPr>
            </a:p>
          </p:txBody>
        </p:sp>
        <p:grpSp>
          <p:nvGrpSpPr>
            <p:cNvPr id="39941" name="Group 38"/>
            <p:cNvGrpSpPr/>
            <p:nvPr/>
          </p:nvGrpSpPr>
          <p:grpSpPr bwMode="auto">
            <a:xfrm>
              <a:off x="336" y="672"/>
              <a:ext cx="4608" cy="3120"/>
              <a:chOff x="336" y="960"/>
              <a:chExt cx="4608" cy="3120"/>
            </a:xfrm>
          </p:grpSpPr>
          <p:sp>
            <p:nvSpPr>
              <p:cNvPr id="39942" name="AutoShape 3"/>
              <p:cNvSpPr>
                <a:spLocks noChangeArrowheads="1"/>
              </p:cNvSpPr>
              <p:nvPr/>
            </p:nvSpPr>
            <p:spPr bwMode="auto">
              <a:xfrm>
                <a:off x="1920" y="1200"/>
                <a:ext cx="1647" cy="528"/>
              </a:xfrm>
              <a:prstGeom prst="flowChartProcess">
                <a:avLst/>
              </a:prstGeom>
              <a:gradFill rotWithShape="0">
                <a:gsLst>
                  <a:gs pos="0">
                    <a:srgbClr val="FBEAC7"/>
                  </a:gs>
                  <a:gs pos="17999">
                    <a:srgbClr val="FEE7F2"/>
                  </a:gs>
                  <a:gs pos="36000">
                    <a:srgbClr val="FAC77D"/>
                  </a:gs>
                  <a:gs pos="61000">
                    <a:srgbClr val="FBA97D"/>
                  </a:gs>
                  <a:gs pos="82001">
                    <a:srgbClr val="FBD49C"/>
                  </a:gs>
                  <a:gs pos="100000">
                    <a:srgbClr val="FEE7F2"/>
                  </a:gs>
                </a:gsLst>
                <a:lin ang="5400000" scaled="1"/>
              </a:gradFill>
              <a:ln w="28575">
                <a:solidFill>
                  <a:schemeClr val="tx1"/>
                </a:solidFill>
                <a:miter lim="800000"/>
              </a:ln>
              <a:effectLst>
                <a:outerShdw dist="107763" dir="2700000" algn="ctr" rotWithShape="0">
                  <a:schemeClr val="bg2"/>
                </a:outerShdw>
              </a:effectLst>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a:r>
                  <a:rPr lang="en-US" altLang="zh-CN" sz="1800" b="1" dirty="0">
                    <a:latin typeface="Tahoma" panose="020B0604030504040204" pitchFamily="34" charset="0"/>
                  </a:rPr>
                  <a:t>PC→</a:t>
                </a:r>
                <a:r>
                  <a:rPr lang="en-US" altLang="zh-CN" sz="1800" b="1" dirty="0" smtClean="0">
                    <a:latin typeface="Tahoma" panose="020B0604030504040204" pitchFamily="34" charset="0"/>
                  </a:rPr>
                  <a:t>AR →ABUS</a:t>
                </a:r>
                <a:r>
                  <a:rPr lang="en-US" altLang="zh-CN" sz="1800" b="1" dirty="0">
                    <a:latin typeface="Tahoma" panose="020B0604030504040204" pitchFamily="34" charset="0"/>
                  </a:rPr>
                  <a:t> </a:t>
                </a:r>
                <a:r>
                  <a:rPr lang="en-US" altLang="zh-CN" sz="1800" b="1" dirty="0" smtClean="0">
                    <a:latin typeface="Tahoma" panose="020B0604030504040204" pitchFamily="34" charset="0"/>
                  </a:rPr>
                  <a:t>→M</a:t>
                </a:r>
                <a:endParaRPr lang="en-US" altLang="zh-CN" sz="1800" b="1" dirty="0" smtClean="0">
                  <a:latin typeface="Tahoma" panose="020B0604030504040204" pitchFamily="34" charset="0"/>
                </a:endParaRPr>
              </a:p>
              <a:p>
                <a:pPr algn="ctr"/>
                <a:r>
                  <a:rPr lang="en-US" altLang="zh-CN" sz="1800" b="1" dirty="0" smtClean="0">
                    <a:latin typeface="Tahoma" panose="020B0604030504040204" pitchFamily="34" charset="0"/>
                  </a:rPr>
                  <a:t>M </a:t>
                </a:r>
                <a:r>
                  <a:rPr lang="en-US" altLang="zh-CN" sz="1800" b="1" dirty="0">
                    <a:latin typeface="Tahoma" panose="020B0604030504040204" pitchFamily="34" charset="0"/>
                  </a:rPr>
                  <a:t>→ </a:t>
                </a:r>
                <a:r>
                  <a:rPr lang="en-US" altLang="zh-CN" sz="1800" b="1" dirty="0" smtClean="0">
                    <a:latin typeface="Tahoma" panose="020B0604030504040204" pitchFamily="34" charset="0"/>
                  </a:rPr>
                  <a:t>DBUS → DR →IR</a:t>
                </a:r>
                <a:endParaRPr lang="en-US" altLang="zh-CN" sz="1800" b="1" dirty="0" smtClean="0">
                  <a:latin typeface="Tahoma" panose="020B0604030504040204" pitchFamily="34" charset="0"/>
                </a:endParaRPr>
              </a:p>
              <a:p>
                <a:pPr algn="ctr" eaLnBrk="1" hangingPunct="1"/>
                <a:r>
                  <a:rPr lang="en-US" altLang="zh-CN" sz="1800" b="1" dirty="0" smtClean="0">
                    <a:latin typeface="Tahoma" panose="020B0604030504040204" pitchFamily="34" charset="0"/>
                  </a:rPr>
                  <a:t>PC </a:t>
                </a:r>
                <a:r>
                  <a:rPr lang="en-US" altLang="zh-CN" sz="1800" b="1" dirty="0">
                    <a:latin typeface="Tahoma" panose="020B0604030504040204" pitchFamily="34" charset="0"/>
                  </a:rPr>
                  <a:t>+1</a:t>
                </a:r>
                <a:endParaRPr lang="en-US" altLang="zh-CN" sz="1800" b="1" dirty="0">
                  <a:latin typeface="Tahoma" panose="020B0604030504040204" pitchFamily="34" charset="0"/>
                </a:endParaRPr>
              </a:p>
            </p:txBody>
          </p:sp>
          <p:sp>
            <p:nvSpPr>
              <p:cNvPr id="39943" name="AutoShape 4"/>
              <p:cNvSpPr>
                <a:spLocks noChangeArrowheads="1"/>
              </p:cNvSpPr>
              <p:nvPr/>
            </p:nvSpPr>
            <p:spPr bwMode="auto">
              <a:xfrm>
                <a:off x="1872" y="2016"/>
                <a:ext cx="1488" cy="384"/>
              </a:xfrm>
              <a:prstGeom prst="flowChartDecision">
                <a:avLst/>
              </a:prstGeom>
              <a:gradFill rotWithShape="0">
                <a:gsLst>
                  <a:gs pos="0">
                    <a:srgbClr val="5E9EFF"/>
                  </a:gs>
                  <a:gs pos="20000">
                    <a:srgbClr val="85C2FF"/>
                  </a:gs>
                  <a:gs pos="35001">
                    <a:srgbClr val="C4D6EB"/>
                  </a:gs>
                  <a:gs pos="50000">
                    <a:srgbClr val="FFEBFA"/>
                  </a:gs>
                  <a:gs pos="64999">
                    <a:srgbClr val="C4D6EB"/>
                  </a:gs>
                  <a:gs pos="80000">
                    <a:srgbClr val="85C2FF"/>
                  </a:gs>
                  <a:gs pos="100000">
                    <a:srgbClr val="5E9EFF"/>
                  </a:gs>
                </a:gsLst>
                <a:lin ang="5400000" scaled="1"/>
              </a:gradFill>
              <a:ln w="28575">
                <a:solidFill>
                  <a:schemeClr val="tx1"/>
                </a:solidFill>
                <a:miter lim="800000"/>
              </a:ln>
              <a:effectLst>
                <a:outerShdw dist="107763" dir="2700000" algn="ctr" rotWithShape="0">
                  <a:schemeClr val="bg2"/>
                </a:outerShdw>
              </a:effectLst>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b="1">
                    <a:solidFill>
                      <a:srgbClr val="993366"/>
                    </a:solidFill>
                    <a:latin typeface="Tahoma" panose="020B0604030504040204" pitchFamily="34" charset="0"/>
                  </a:rPr>
                  <a:t>译码或测试</a:t>
                </a:r>
                <a:endParaRPr lang="zh-CN" altLang="en-US" sz="2000" b="1">
                  <a:solidFill>
                    <a:srgbClr val="993366"/>
                  </a:solidFill>
                  <a:latin typeface="Tahoma" panose="020B0604030504040204" pitchFamily="34" charset="0"/>
                </a:endParaRPr>
              </a:p>
            </p:txBody>
          </p:sp>
          <p:sp>
            <p:nvSpPr>
              <p:cNvPr id="39944" name="AutoShape 5"/>
              <p:cNvSpPr>
                <a:spLocks noChangeArrowheads="1"/>
              </p:cNvSpPr>
              <p:nvPr/>
            </p:nvSpPr>
            <p:spPr bwMode="auto">
              <a:xfrm>
                <a:off x="336" y="2688"/>
                <a:ext cx="672" cy="336"/>
              </a:xfrm>
              <a:prstGeom prst="flowChartProcess">
                <a:avLst/>
              </a:prstGeom>
              <a:gradFill rotWithShape="0">
                <a:gsLst>
                  <a:gs pos="0">
                    <a:srgbClr val="FBEAC7"/>
                  </a:gs>
                  <a:gs pos="17999">
                    <a:srgbClr val="FEE7F2"/>
                  </a:gs>
                  <a:gs pos="36000">
                    <a:srgbClr val="FAC77D"/>
                  </a:gs>
                  <a:gs pos="61000">
                    <a:srgbClr val="FBA97D"/>
                  </a:gs>
                  <a:gs pos="82001">
                    <a:srgbClr val="FBD49C"/>
                  </a:gs>
                  <a:gs pos="100000">
                    <a:srgbClr val="FEE7F2"/>
                  </a:gs>
                </a:gsLst>
                <a:lin ang="5400000" scaled="1"/>
              </a:gradFill>
              <a:ln w="28575">
                <a:solidFill>
                  <a:schemeClr val="tx1"/>
                </a:solidFill>
                <a:miter lim="800000"/>
              </a:ln>
              <a:effectLst>
                <a:outerShdw dist="107763" dir="2700000" algn="ctr" rotWithShape="0">
                  <a:schemeClr val="bg2"/>
                </a:outerShdw>
              </a:effectLst>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b="1">
                    <a:latin typeface="Tahoma" panose="020B0604030504040204" pitchFamily="34" charset="0"/>
                  </a:rPr>
                  <a:t>0 →AC</a:t>
                </a:r>
                <a:endParaRPr lang="en-US" altLang="zh-CN" sz="1800" b="1">
                  <a:latin typeface="Tahoma" panose="020B0604030504040204" pitchFamily="34" charset="0"/>
                </a:endParaRPr>
              </a:p>
            </p:txBody>
          </p:sp>
          <p:sp>
            <p:nvSpPr>
              <p:cNvPr id="39945" name="AutoShape 6"/>
              <p:cNvSpPr>
                <a:spLocks noChangeArrowheads="1"/>
              </p:cNvSpPr>
              <p:nvPr/>
            </p:nvSpPr>
            <p:spPr bwMode="auto">
              <a:xfrm>
                <a:off x="1344" y="2688"/>
                <a:ext cx="672" cy="336"/>
              </a:xfrm>
              <a:prstGeom prst="flowChartProcess">
                <a:avLst/>
              </a:prstGeom>
              <a:gradFill rotWithShape="0">
                <a:gsLst>
                  <a:gs pos="0">
                    <a:srgbClr val="FBEAC7"/>
                  </a:gs>
                  <a:gs pos="17999">
                    <a:srgbClr val="FEE7F2"/>
                  </a:gs>
                  <a:gs pos="36000">
                    <a:srgbClr val="FAC77D"/>
                  </a:gs>
                  <a:gs pos="61000">
                    <a:srgbClr val="FBA97D"/>
                  </a:gs>
                  <a:gs pos="82001">
                    <a:srgbClr val="FBD49C"/>
                  </a:gs>
                  <a:gs pos="100000">
                    <a:srgbClr val="FEE7F2"/>
                  </a:gs>
                </a:gsLst>
                <a:lin ang="5400000" scaled="1"/>
              </a:gradFill>
              <a:ln w="28575">
                <a:solidFill>
                  <a:schemeClr val="tx1"/>
                </a:solidFill>
                <a:miter lim="800000"/>
              </a:ln>
              <a:effectLst>
                <a:outerShdw dist="107763" dir="2700000" algn="ctr" rotWithShape="0">
                  <a:schemeClr val="bg2"/>
                </a:outerShdw>
              </a:effectLst>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b="1" dirty="0">
                    <a:latin typeface="Tahoma" panose="020B0604030504040204" pitchFamily="34" charset="0"/>
                  </a:rPr>
                  <a:t>IR →AR</a:t>
                </a:r>
                <a:endParaRPr lang="en-US" altLang="zh-CN" sz="1800" b="1" dirty="0">
                  <a:latin typeface="Tahoma" panose="020B0604030504040204" pitchFamily="34" charset="0"/>
                </a:endParaRPr>
              </a:p>
            </p:txBody>
          </p:sp>
          <p:sp>
            <p:nvSpPr>
              <p:cNvPr id="39946" name="AutoShape 7"/>
              <p:cNvSpPr>
                <a:spLocks noChangeArrowheads="1"/>
              </p:cNvSpPr>
              <p:nvPr/>
            </p:nvSpPr>
            <p:spPr bwMode="auto">
              <a:xfrm>
                <a:off x="2352" y="2688"/>
                <a:ext cx="672" cy="336"/>
              </a:xfrm>
              <a:prstGeom prst="flowChartProcess">
                <a:avLst/>
              </a:prstGeom>
              <a:gradFill rotWithShape="0">
                <a:gsLst>
                  <a:gs pos="0">
                    <a:srgbClr val="FBEAC7"/>
                  </a:gs>
                  <a:gs pos="17999">
                    <a:srgbClr val="FEE7F2"/>
                  </a:gs>
                  <a:gs pos="36000">
                    <a:srgbClr val="FAC77D"/>
                  </a:gs>
                  <a:gs pos="61000">
                    <a:srgbClr val="FBA97D"/>
                  </a:gs>
                  <a:gs pos="82001">
                    <a:srgbClr val="FBD49C"/>
                  </a:gs>
                  <a:gs pos="100000">
                    <a:srgbClr val="FEE7F2"/>
                  </a:gs>
                </a:gsLst>
                <a:lin ang="5400000" scaled="1"/>
              </a:gradFill>
              <a:ln w="28575">
                <a:solidFill>
                  <a:schemeClr val="tx1"/>
                </a:solidFill>
                <a:miter lim="800000"/>
              </a:ln>
              <a:effectLst>
                <a:outerShdw dist="107763" dir="2700000" algn="ctr" rotWithShape="0">
                  <a:schemeClr val="bg2"/>
                </a:outerShdw>
              </a:effectLst>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b="1">
                    <a:latin typeface="Tahoma" panose="020B0604030504040204" pitchFamily="34" charset="0"/>
                  </a:rPr>
                  <a:t>IR →AR</a:t>
                </a:r>
                <a:endParaRPr lang="en-US" altLang="zh-CN" sz="1800" b="1">
                  <a:latin typeface="Tahoma" panose="020B0604030504040204" pitchFamily="34" charset="0"/>
                </a:endParaRPr>
              </a:p>
            </p:txBody>
          </p:sp>
          <p:sp>
            <p:nvSpPr>
              <p:cNvPr id="39947" name="AutoShape 8"/>
              <p:cNvSpPr>
                <a:spLocks noChangeArrowheads="1"/>
              </p:cNvSpPr>
              <p:nvPr/>
            </p:nvSpPr>
            <p:spPr bwMode="auto">
              <a:xfrm>
                <a:off x="3312" y="2688"/>
                <a:ext cx="672" cy="336"/>
              </a:xfrm>
              <a:prstGeom prst="flowChartProcess">
                <a:avLst/>
              </a:prstGeom>
              <a:gradFill rotWithShape="0">
                <a:gsLst>
                  <a:gs pos="0">
                    <a:srgbClr val="FBEAC7"/>
                  </a:gs>
                  <a:gs pos="17999">
                    <a:srgbClr val="FEE7F2"/>
                  </a:gs>
                  <a:gs pos="36000">
                    <a:srgbClr val="FAC77D"/>
                  </a:gs>
                  <a:gs pos="61000">
                    <a:srgbClr val="FBA97D"/>
                  </a:gs>
                  <a:gs pos="82001">
                    <a:srgbClr val="FBD49C"/>
                  </a:gs>
                  <a:gs pos="100000">
                    <a:srgbClr val="FEE7F2"/>
                  </a:gs>
                </a:gsLst>
                <a:lin ang="5400000" scaled="1"/>
              </a:gradFill>
              <a:ln w="28575">
                <a:solidFill>
                  <a:schemeClr val="tx1"/>
                </a:solidFill>
                <a:miter lim="800000"/>
              </a:ln>
              <a:effectLst>
                <a:outerShdw dist="107763" dir="2700000" algn="ctr" rotWithShape="0">
                  <a:schemeClr val="bg2"/>
                </a:outerShdw>
              </a:effectLst>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b="1">
                    <a:latin typeface="Tahoma" panose="020B0604030504040204" pitchFamily="34" charset="0"/>
                  </a:rPr>
                  <a:t>IR →PC</a:t>
                </a:r>
                <a:endParaRPr lang="en-US" altLang="zh-CN" sz="1800" b="1">
                  <a:latin typeface="Tahoma" panose="020B0604030504040204" pitchFamily="34" charset="0"/>
                </a:endParaRPr>
              </a:p>
              <a:p>
                <a:pPr algn="ctr" eaLnBrk="1" hangingPunct="1"/>
                <a:r>
                  <a:rPr lang="en-US" altLang="zh-CN" sz="1800" b="1">
                    <a:latin typeface="Tahoma" panose="020B0604030504040204" pitchFamily="34" charset="0"/>
                  </a:rPr>
                  <a:t>PC→AR</a:t>
                </a:r>
                <a:endParaRPr lang="en-US" altLang="zh-CN" sz="1800" b="1">
                  <a:latin typeface="Tahoma" panose="020B0604030504040204" pitchFamily="34" charset="0"/>
                </a:endParaRPr>
              </a:p>
            </p:txBody>
          </p:sp>
          <p:sp>
            <p:nvSpPr>
              <p:cNvPr id="39948" name="AutoShape 9"/>
              <p:cNvSpPr>
                <a:spLocks noChangeArrowheads="1"/>
              </p:cNvSpPr>
              <p:nvPr/>
            </p:nvSpPr>
            <p:spPr bwMode="auto">
              <a:xfrm>
                <a:off x="4272" y="2688"/>
                <a:ext cx="672" cy="336"/>
              </a:xfrm>
              <a:prstGeom prst="flowChartProcess">
                <a:avLst/>
              </a:prstGeom>
              <a:gradFill rotWithShape="0">
                <a:gsLst>
                  <a:gs pos="0">
                    <a:srgbClr val="FBEAC7"/>
                  </a:gs>
                  <a:gs pos="17999">
                    <a:srgbClr val="FEE7F2"/>
                  </a:gs>
                  <a:gs pos="36000">
                    <a:srgbClr val="FAC77D"/>
                  </a:gs>
                  <a:gs pos="61000">
                    <a:srgbClr val="FBA97D"/>
                  </a:gs>
                  <a:gs pos="82001">
                    <a:srgbClr val="FBD49C"/>
                  </a:gs>
                  <a:gs pos="100000">
                    <a:srgbClr val="FEE7F2"/>
                  </a:gs>
                </a:gsLst>
                <a:lin ang="5400000" scaled="1"/>
              </a:gradFill>
              <a:ln w="28575">
                <a:solidFill>
                  <a:schemeClr val="tx1"/>
                </a:solidFill>
                <a:miter lim="800000"/>
              </a:ln>
              <a:effectLst>
                <a:outerShdw dist="107763" dir="2700000" algn="ctr" rotWithShape="0">
                  <a:schemeClr val="bg2"/>
                </a:outerShdw>
              </a:effectLst>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a:endParaRPr lang="zh-CN" altLang="zh-CN" sz="1600">
                  <a:latin typeface="Tahoma" panose="020B0604030504040204" pitchFamily="34" charset="0"/>
                </a:endParaRPr>
              </a:p>
            </p:txBody>
          </p:sp>
          <p:sp>
            <p:nvSpPr>
              <p:cNvPr id="39949" name="AutoShape 10"/>
              <p:cNvSpPr>
                <a:spLocks noChangeArrowheads="1"/>
              </p:cNvSpPr>
              <p:nvPr/>
            </p:nvSpPr>
            <p:spPr bwMode="auto">
              <a:xfrm>
                <a:off x="1200" y="3264"/>
                <a:ext cx="912" cy="624"/>
              </a:xfrm>
              <a:prstGeom prst="flowChartProcess">
                <a:avLst/>
              </a:prstGeom>
              <a:gradFill rotWithShape="0">
                <a:gsLst>
                  <a:gs pos="0">
                    <a:srgbClr val="FBEAC7"/>
                  </a:gs>
                  <a:gs pos="17999">
                    <a:srgbClr val="FEE7F2"/>
                  </a:gs>
                  <a:gs pos="36000">
                    <a:srgbClr val="FAC77D"/>
                  </a:gs>
                  <a:gs pos="61000">
                    <a:srgbClr val="FBA97D"/>
                  </a:gs>
                  <a:gs pos="82001">
                    <a:srgbClr val="FBD49C"/>
                  </a:gs>
                  <a:gs pos="100000">
                    <a:srgbClr val="FEE7F2"/>
                  </a:gs>
                </a:gsLst>
                <a:lin ang="5400000" scaled="1"/>
              </a:gradFill>
              <a:ln w="28575">
                <a:solidFill>
                  <a:schemeClr val="tx1"/>
                </a:solidFill>
                <a:miter lim="800000"/>
              </a:ln>
              <a:effectLst>
                <a:outerShdw dist="107763" dir="2700000" algn="ctr" rotWithShape="0">
                  <a:schemeClr val="bg2"/>
                </a:outerShdw>
              </a:effectLst>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600" b="1" dirty="0">
                    <a:latin typeface="Tahoma" panose="020B0604030504040204" pitchFamily="34" charset="0"/>
                  </a:rPr>
                  <a:t>AR →ABUS</a:t>
                </a:r>
                <a:endParaRPr lang="en-US" altLang="zh-CN" sz="1600" b="1" dirty="0">
                  <a:latin typeface="Tahoma" panose="020B0604030504040204" pitchFamily="34" charset="0"/>
                </a:endParaRPr>
              </a:p>
              <a:p>
                <a:pPr algn="ctr" eaLnBrk="1" hangingPunct="1"/>
                <a:r>
                  <a:rPr lang="en-US" altLang="zh-CN" sz="1600" b="1" dirty="0">
                    <a:latin typeface="Tahoma" panose="020B0604030504040204" pitchFamily="34" charset="0"/>
                  </a:rPr>
                  <a:t>DBUS →DR</a:t>
                </a:r>
                <a:endParaRPr lang="en-US" altLang="zh-CN" sz="1600" b="1" dirty="0">
                  <a:latin typeface="Tahoma" panose="020B0604030504040204" pitchFamily="34" charset="0"/>
                </a:endParaRPr>
              </a:p>
              <a:p>
                <a:pPr algn="ctr" eaLnBrk="1" hangingPunct="1"/>
                <a:r>
                  <a:rPr lang="en-US" altLang="zh-CN" sz="1600" b="1" dirty="0" smtClean="0">
                    <a:latin typeface="Tahoma" panose="020B0604030504040204" pitchFamily="34" charset="0"/>
                  </a:rPr>
                  <a:t>DR→</a:t>
                </a:r>
                <a:r>
                  <a:rPr lang="en-US" altLang="zh-CN" sz="1600" b="1" dirty="0">
                    <a:latin typeface="Tahoma" panose="020B0604030504040204" pitchFamily="34" charset="0"/>
                  </a:rPr>
                  <a:t>ALU</a:t>
                </a:r>
                <a:endParaRPr lang="en-US" altLang="zh-CN" sz="1600" b="1" dirty="0">
                  <a:latin typeface="Tahoma" panose="020B0604030504040204" pitchFamily="34" charset="0"/>
                </a:endParaRPr>
              </a:p>
              <a:p>
                <a:pPr algn="ctr" eaLnBrk="1" hangingPunct="1"/>
                <a:r>
                  <a:rPr lang="en-US" altLang="zh-CN" sz="1600" b="1" dirty="0">
                    <a:latin typeface="Tahoma" panose="020B0604030504040204" pitchFamily="34" charset="0"/>
                  </a:rPr>
                  <a:t>ALU→AC</a:t>
                </a:r>
                <a:endParaRPr lang="en-US" altLang="zh-CN" sz="1600" b="1" dirty="0">
                  <a:latin typeface="Tahoma" panose="020B0604030504040204" pitchFamily="34" charset="0"/>
                </a:endParaRPr>
              </a:p>
            </p:txBody>
          </p:sp>
          <p:sp>
            <p:nvSpPr>
              <p:cNvPr id="39950" name="AutoShape 11"/>
              <p:cNvSpPr>
                <a:spLocks noChangeArrowheads="1"/>
              </p:cNvSpPr>
              <p:nvPr/>
            </p:nvSpPr>
            <p:spPr bwMode="auto">
              <a:xfrm>
                <a:off x="2256" y="3264"/>
                <a:ext cx="912" cy="624"/>
              </a:xfrm>
              <a:prstGeom prst="flowChartProcess">
                <a:avLst/>
              </a:prstGeom>
              <a:gradFill rotWithShape="0">
                <a:gsLst>
                  <a:gs pos="0">
                    <a:srgbClr val="FBEAC7"/>
                  </a:gs>
                  <a:gs pos="17999">
                    <a:srgbClr val="FEE7F2"/>
                  </a:gs>
                  <a:gs pos="36000">
                    <a:srgbClr val="FAC77D"/>
                  </a:gs>
                  <a:gs pos="61000">
                    <a:srgbClr val="FBA97D"/>
                  </a:gs>
                  <a:gs pos="82001">
                    <a:srgbClr val="FBD49C"/>
                  </a:gs>
                  <a:gs pos="100000">
                    <a:srgbClr val="FEE7F2"/>
                  </a:gs>
                </a:gsLst>
                <a:lin ang="5400000" scaled="1"/>
              </a:gradFill>
              <a:ln w="28575">
                <a:solidFill>
                  <a:schemeClr val="tx1"/>
                </a:solidFill>
                <a:miter lim="800000"/>
              </a:ln>
              <a:effectLst>
                <a:outerShdw dist="107763" dir="2700000" algn="ctr" rotWithShape="0">
                  <a:schemeClr val="bg2"/>
                </a:outerShdw>
              </a:effectLst>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b="1">
                    <a:latin typeface="Tahoma" panose="020B0604030504040204" pitchFamily="34" charset="0"/>
                  </a:rPr>
                  <a:t>AR →ABUS</a:t>
                </a:r>
                <a:endParaRPr lang="en-US" altLang="zh-CN" sz="1800" b="1">
                  <a:latin typeface="Tahoma" panose="020B0604030504040204" pitchFamily="34" charset="0"/>
                </a:endParaRPr>
              </a:p>
              <a:p>
                <a:pPr algn="ctr" eaLnBrk="1" hangingPunct="1"/>
                <a:r>
                  <a:rPr lang="en-US" altLang="zh-CN" sz="1800" b="1">
                    <a:latin typeface="Tahoma" panose="020B0604030504040204" pitchFamily="34" charset="0"/>
                  </a:rPr>
                  <a:t>AC→DR</a:t>
                </a:r>
                <a:endParaRPr lang="en-US" altLang="zh-CN" sz="1800" b="1">
                  <a:latin typeface="Tahoma" panose="020B0604030504040204" pitchFamily="34" charset="0"/>
                </a:endParaRPr>
              </a:p>
              <a:p>
                <a:pPr algn="ctr" eaLnBrk="1" hangingPunct="1"/>
                <a:r>
                  <a:rPr lang="en-US" altLang="zh-CN" sz="1800" b="1">
                    <a:latin typeface="Tahoma" panose="020B0604030504040204" pitchFamily="34" charset="0"/>
                  </a:rPr>
                  <a:t>DR→DBUS</a:t>
                </a:r>
                <a:endParaRPr lang="en-US" altLang="zh-CN" sz="1800" b="1">
                  <a:latin typeface="Tahoma" panose="020B0604030504040204" pitchFamily="34" charset="0"/>
                </a:endParaRPr>
              </a:p>
            </p:txBody>
          </p:sp>
          <p:sp>
            <p:nvSpPr>
              <p:cNvPr id="39951" name="Line 12"/>
              <p:cNvSpPr>
                <a:spLocks noChangeShapeType="1"/>
              </p:cNvSpPr>
              <p:nvPr/>
            </p:nvSpPr>
            <p:spPr bwMode="auto">
              <a:xfrm>
                <a:off x="2640" y="960"/>
                <a:ext cx="0" cy="240"/>
              </a:xfrm>
              <a:prstGeom prst="line">
                <a:avLst/>
              </a:prstGeom>
              <a:noFill/>
              <a:ln w="2857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9952" name="Line 13"/>
              <p:cNvSpPr>
                <a:spLocks noChangeShapeType="1"/>
              </p:cNvSpPr>
              <p:nvPr/>
            </p:nvSpPr>
            <p:spPr bwMode="auto">
              <a:xfrm>
                <a:off x="2640" y="1728"/>
                <a:ext cx="0" cy="288"/>
              </a:xfrm>
              <a:prstGeom prst="line">
                <a:avLst/>
              </a:prstGeom>
              <a:noFill/>
              <a:ln w="2857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9953" name="Line 14"/>
              <p:cNvSpPr>
                <a:spLocks noChangeShapeType="1"/>
              </p:cNvSpPr>
              <p:nvPr/>
            </p:nvSpPr>
            <p:spPr bwMode="auto">
              <a:xfrm>
                <a:off x="2640" y="2400"/>
                <a:ext cx="0" cy="144"/>
              </a:xfrm>
              <a:prstGeom prst="line">
                <a:avLst/>
              </a:prstGeom>
              <a:noFill/>
              <a:ln w="2857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9954" name="Line 15"/>
              <p:cNvSpPr>
                <a:spLocks noChangeShapeType="1"/>
              </p:cNvSpPr>
              <p:nvPr/>
            </p:nvSpPr>
            <p:spPr bwMode="auto">
              <a:xfrm>
                <a:off x="720" y="2544"/>
                <a:ext cx="3888"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9955" name="Line 16"/>
              <p:cNvSpPr>
                <a:spLocks noChangeShapeType="1"/>
              </p:cNvSpPr>
              <p:nvPr/>
            </p:nvSpPr>
            <p:spPr bwMode="auto">
              <a:xfrm>
                <a:off x="720" y="2544"/>
                <a:ext cx="0" cy="144"/>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9956" name="Line 17"/>
              <p:cNvSpPr>
                <a:spLocks noChangeShapeType="1"/>
              </p:cNvSpPr>
              <p:nvPr/>
            </p:nvSpPr>
            <p:spPr bwMode="auto">
              <a:xfrm>
                <a:off x="1680" y="2544"/>
                <a:ext cx="0" cy="144"/>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9957" name="Line 18"/>
              <p:cNvSpPr>
                <a:spLocks noChangeShapeType="1"/>
              </p:cNvSpPr>
              <p:nvPr/>
            </p:nvSpPr>
            <p:spPr bwMode="auto">
              <a:xfrm>
                <a:off x="2688" y="2544"/>
                <a:ext cx="0" cy="144"/>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9958" name="Line 19"/>
              <p:cNvSpPr>
                <a:spLocks noChangeShapeType="1"/>
              </p:cNvSpPr>
              <p:nvPr/>
            </p:nvSpPr>
            <p:spPr bwMode="auto">
              <a:xfrm>
                <a:off x="3648" y="2544"/>
                <a:ext cx="0" cy="144"/>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9959" name="Line 20"/>
              <p:cNvSpPr>
                <a:spLocks noChangeShapeType="1"/>
              </p:cNvSpPr>
              <p:nvPr/>
            </p:nvSpPr>
            <p:spPr bwMode="auto">
              <a:xfrm>
                <a:off x="4608" y="2544"/>
                <a:ext cx="0" cy="144"/>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9960" name="Line 21"/>
              <p:cNvSpPr>
                <a:spLocks noChangeShapeType="1"/>
              </p:cNvSpPr>
              <p:nvPr/>
            </p:nvSpPr>
            <p:spPr bwMode="auto">
              <a:xfrm>
                <a:off x="720" y="3024"/>
                <a:ext cx="0" cy="240"/>
              </a:xfrm>
              <a:prstGeom prst="line">
                <a:avLst/>
              </a:prstGeom>
              <a:noFill/>
              <a:ln w="952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9961" name="Line 22"/>
              <p:cNvSpPr>
                <a:spLocks noChangeShapeType="1"/>
              </p:cNvSpPr>
              <p:nvPr/>
            </p:nvSpPr>
            <p:spPr bwMode="auto">
              <a:xfrm>
                <a:off x="1680" y="3024"/>
                <a:ext cx="0" cy="24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9962" name="Line 23"/>
              <p:cNvSpPr>
                <a:spLocks noChangeShapeType="1"/>
              </p:cNvSpPr>
              <p:nvPr/>
            </p:nvSpPr>
            <p:spPr bwMode="auto">
              <a:xfrm>
                <a:off x="2640" y="3024"/>
                <a:ext cx="0" cy="24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9963" name="Line 24"/>
              <p:cNvSpPr>
                <a:spLocks noChangeShapeType="1"/>
              </p:cNvSpPr>
              <p:nvPr/>
            </p:nvSpPr>
            <p:spPr bwMode="auto">
              <a:xfrm>
                <a:off x="3648" y="3072"/>
                <a:ext cx="0" cy="240"/>
              </a:xfrm>
              <a:prstGeom prst="line">
                <a:avLst/>
              </a:prstGeom>
              <a:noFill/>
              <a:ln w="952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9964" name="Line 25"/>
              <p:cNvSpPr>
                <a:spLocks noChangeShapeType="1"/>
              </p:cNvSpPr>
              <p:nvPr/>
            </p:nvSpPr>
            <p:spPr bwMode="auto">
              <a:xfrm>
                <a:off x="4608" y="3024"/>
                <a:ext cx="0" cy="240"/>
              </a:xfrm>
              <a:prstGeom prst="line">
                <a:avLst/>
              </a:prstGeom>
              <a:noFill/>
              <a:ln w="952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9965" name="Line 26"/>
              <p:cNvSpPr>
                <a:spLocks noChangeShapeType="1"/>
              </p:cNvSpPr>
              <p:nvPr/>
            </p:nvSpPr>
            <p:spPr bwMode="auto">
              <a:xfrm>
                <a:off x="1632" y="3888"/>
                <a:ext cx="0" cy="192"/>
              </a:xfrm>
              <a:prstGeom prst="line">
                <a:avLst/>
              </a:prstGeom>
              <a:noFill/>
              <a:ln w="952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9966" name="Line 27"/>
              <p:cNvSpPr>
                <a:spLocks noChangeShapeType="1"/>
              </p:cNvSpPr>
              <p:nvPr/>
            </p:nvSpPr>
            <p:spPr bwMode="auto">
              <a:xfrm>
                <a:off x="2640" y="3888"/>
                <a:ext cx="0" cy="192"/>
              </a:xfrm>
              <a:prstGeom prst="line">
                <a:avLst/>
              </a:prstGeom>
              <a:noFill/>
              <a:ln w="952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9967" name="Text Box 28"/>
              <p:cNvSpPr txBox="1">
                <a:spLocks noChangeArrowheads="1"/>
              </p:cNvSpPr>
              <p:nvPr/>
            </p:nvSpPr>
            <p:spPr bwMode="auto">
              <a:xfrm>
                <a:off x="528" y="3072"/>
                <a:ext cx="480"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4000">
                    <a:latin typeface="Tahoma" panose="020B0604030504040204" pitchFamily="34" charset="0"/>
                  </a:rPr>
                  <a:t>~</a:t>
                </a:r>
                <a:endParaRPr lang="en-US" altLang="zh-CN" sz="4000">
                  <a:latin typeface="Tahoma" panose="020B0604030504040204" pitchFamily="34" charset="0"/>
                </a:endParaRPr>
              </a:p>
            </p:txBody>
          </p:sp>
          <p:sp>
            <p:nvSpPr>
              <p:cNvPr id="39968" name="Text Box 31"/>
              <p:cNvSpPr txBox="1">
                <a:spLocks noChangeArrowheads="1"/>
              </p:cNvSpPr>
              <p:nvPr/>
            </p:nvSpPr>
            <p:spPr bwMode="auto">
              <a:xfrm>
                <a:off x="3456" y="3120"/>
                <a:ext cx="480"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4000">
                    <a:latin typeface="Tahoma" panose="020B0604030504040204" pitchFamily="34" charset="0"/>
                  </a:rPr>
                  <a:t>~</a:t>
                </a:r>
                <a:endParaRPr lang="en-US" altLang="zh-CN" sz="4000">
                  <a:latin typeface="Tahoma" panose="020B0604030504040204" pitchFamily="34" charset="0"/>
                </a:endParaRPr>
              </a:p>
            </p:txBody>
          </p:sp>
          <p:sp>
            <p:nvSpPr>
              <p:cNvPr id="39969" name="Text Box 32"/>
              <p:cNvSpPr txBox="1">
                <a:spLocks noChangeArrowheads="1"/>
              </p:cNvSpPr>
              <p:nvPr/>
            </p:nvSpPr>
            <p:spPr bwMode="auto">
              <a:xfrm>
                <a:off x="4464" y="3024"/>
                <a:ext cx="480"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4000">
                    <a:latin typeface="Tahoma" panose="020B0604030504040204" pitchFamily="34" charset="0"/>
                  </a:rPr>
                  <a:t>~</a:t>
                </a:r>
                <a:endParaRPr lang="en-US" altLang="zh-CN" sz="4000">
                  <a:latin typeface="Tahoma" panose="020B0604030504040204" pitchFamily="34" charset="0"/>
                </a:endParaRPr>
              </a:p>
            </p:txBody>
          </p:sp>
          <p:sp>
            <p:nvSpPr>
              <p:cNvPr id="39970" name="Text Box 33"/>
              <p:cNvSpPr txBox="1">
                <a:spLocks noChangeArrowheads="1"/>
              </p:cNvSpPr>
              <p:nvPr/>
            </p:nvSpPr>
            <p:spPr bwMode="auto">
              <a:xfrm>
                <a:off x="432" y="2256"/>
                <a:ext cx="52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latin typeface="Tahoma" panose="020B0604030504040204" pitchFamily="34" charset="0"/>
                  </a:rPr>
                  <a:t>CLA</a:t>
                </a:r>
                <a:endParaRPr lang="en-US" altLang="zh-CN">
                  <a:latin typeface="Tahoma" panose="020B0604030504040204" pitchFamily="34" charset="0"/>
                </a:endParaRPr>
              </a:p>
            </p:txBody>
          </p:sp>
          <p:sp>
            <p:nvSpPr>
              <p:cNvPr id="39971" name="Text Box 34"/>
              <p:cNvSpPr txBox="1">
                <a:spLocks noChangeArrowheads="1"/>
              </p:cNvSpPr>
              <p:nvPr/>
            </p:nvSpPr>
            <p:spPr bwMode="auto">
              <a:xfrm>
                <a:off x="1488" y="2256"/>
                <a:ext cx="52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latin typeface="Tahoma" panose="020B0604030504040204" pitchFamily="34" charset="0"/>
                  </a:rPr>
                  <a:t>ADD</a:t>
                </a:r>
                <a:endParaRPr lang="en-US" altLang="zh-CN">
                  <a:latin typeface="Tahoma" panose="020B0604030504040204" pitchFamily="34" charset="0"/>
                </a:endParaRPr>
              </a:p>
            </p:txBody>
          </p:sp>
          <p:sp>
            <p:nvSpPr>
              <p:cNvPr id="39972" name="Text Box 35"/>
              <p:cNvSpPr txBox="1">
                <a:spLocks noChangeArrowheads="1"/>
              </p:cNvSpPr>
              <p:nvPr/>
            </p:nvSpPr>
            <p:spPr bwMode="auto">
              <a:xfrm>
                <a:off x="2736" y="2304"/>
                <a:ext cx="52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latin typeface="Tahoma" panose="020B0604030504040204" pitchFamily="34" charset="0"/>
                  </a:rPr>
                  <a:t> STA</a:t>
                </a:r>
                <a:endParaRPr lang="en-US" altLang="zh-CN">
                  <a:latin typeface="Tahoma" panose="020B0604030504040204" pitchFamily="34" charset="0"/>
                </a:endParaRPr>
              </a:p>
            </p:txBody>
          </p:sp>
          <p:sp>
            <p:nvSpPr>
              <p:cNvPr id="39973" name="Text Box 36"/>
              <p:cNvSpPr txBox="1">
                <a:spLocks noChangeArrowheads="1"/>
              </p:cNvSpPr>
              <p:nvPr/>
            </p:nvSpPr>
            <p:spPr bwMode="auto">
              <a:xfrm>
                <a:off x="3504" y="2304"/>
                <a:ext cx="52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latin typeface="Tahoma" panose="020B0604030504040204" pitchFamily="34" charset="0"/>
                  </a:rPr>
                  <a:t>JMP</a:t>
                </a:r>
                <a:endParaRPr lang="en-US" altLang="zh-CN">
                  <a:latin typeface="Tahoma" panose="020B0604030504040204" pitchFamily="34" charset="0"/>
                </a:endParaRPr>
              </a:p>
            </p:txBody>
          </p:sp>
          <p:sp>
            <p:nvSpPr>
              <p:cNvPr id="39974" name="Text Box 37"/>
              <p:cNvSpPr txBox="1">
                <a:spLocks noChangeArrowheads="1"/>
              </p:cNvSpPr>
              <p:nvPr/>
            </p:nvSpPr>
            <p:spPr bwMode="auto">
              <a:xfrm>
                <a:off x="4368" y="2304"/>
                <a:ext cx="52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latin typeface="Tahoma" panose="020B0604030504040204" pitchFamily="34" charset="0"/>
                  </a:rPr>
                  <a:t>NOP</a:t>
                </a:r>
                <a:endParaRPr lang="en-US" altLang="zh-CN">
                  <a:latin typeface="Tahoma" panose="020B0604030504040204" pitchFamily="34" charset="0"/>
                </a:endParaRPr>
              </a:p>
            </p:txBody>
          </p:sp>
        </p:grpSp>
      </p:grpSp>
      <p:pic>
        <p:nvPicPr>
          <p:cNvPr id="2" name="图片 1"/>
          <p:cNvPicPr>
            <a:picLocks noChangeAspect="1"/>
          </p:cNvPicPr>
          <p:nvPr/>
        </p:nvPicPr>
        <p:blipFill>
          <a:blip r:embed="rId1"/>
          <a:stretch>
            <a:fillRect/>
          </a:stretch>
        </p:blipFill>
        <p:spPr>
          <a:xfrm>
            <a:off x="8256851" y="1031632"/>
            <a:ext cx="3327528" cy="4535817"/>
          </a:xfrm>
          <a:prstGeom prst="rect">
            <a:avLst/>
          </a:prstGeom>
        </p:spPr>
      </p:pic>
    </p:spTree>
  </p:cSld>
  <p:clrMapOvr>
    <a:masterClrMapping/>
  </p:clrMapOvr>
  <p:transition spd="slow"/>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p:cNvSpPr>
            <a:spLocks noGrp="1" noChangeArrowheads="1"/>
          </p:cNvSpPr>
          <p:nvPr>
            <p:ph type="body" idx="1"/>
          </p:nvPr>
        </p:nvSpPr>
        <p:spPr bwMode="auto">
          <a:xfrm>
            <a:off x="1518139" y="1368060"/>
            <a:ext cx="9180513" cy="54006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normAutofit/>
          </a:bodyPr>
          <a:lstStyle/>
          <a:p>
            <a:r>
              <a:rPr lang="zh-CN" altLang="en-US" sz="3200" b="1" dirty="0" smtClean="0">
                <a:solidFill>
                  <a:srgbClr val="FF0000"/>
                </a:solidFill>
                <a:latin typeface="华文楷体" panose="02010600040101010101" pitchFamily="2" charset="-122"/>
                <a:ea typeface="华文楷体" panose="02010600040101010101" pitchFamily="2" charset="-122"/>
              </a:rPr>
              <a:t>各类信息的传送路径</a:t>
            </a:r>
            <a:endParaRPr lang="zh-CN" altLang="en-US" sz="3200" b="1" dirty="0" smtClean="0">
              <a:solidFill>
                <a:srgbClr val="FF0000"/>
              </a:solidFill>
              <a:latin typeface="华文楷体" panose="02010600040101010101" pitchFamily="2" charset="-122"/>
              <a:ea typeface="华文楷体" panose="02010600040101010101" pitchFamily="2" charset="-122"/>
            </a:endParaRPr>
          </a:p>
          <a:p>
            <a:pPr lvl="1"/>
            <a:r>
              <a:rPr lang="zh-CN" altLang="en-US" sz="2400" b="1" dirty="0" smtClean="0">
                <a:latin typeface="Times New Roman" panose="02020603050405020304" pitchFamily="18" charset="0"/>
                <a:ea typeface="宋体" panose="02010600030101010101" pitchFamily="2" charset="-122"/>
              </a:rPr>
              <a:t>指令：</a:t>
            </a:r>
            <a:r>
              <a:rPr lang="en-US" altLang="zh-CN" sz="2400" b="1" dirty="0" smtClean="0">
                <a:latin typeface="Times New Roman" panose="02020603050405020304" pitchFamily="18" charset="0"/>
                <a:ea typeface="宋体" panose="02010600030101010101" pitchFamily="2" charset="-122"/>
              </a:rPr>
              <a:t>M---</a:t>
            </a:r>
            <a:r>
              <a:rPr lang="en-US" altLang="zh-CN" sz="2400" b="1" dirty="0" smtClean="0">
                <a:latin typeface="Times New Roman" panose="02020603050405020304" pitchFamily="18" charset="0"/>
                <a:ea typeface="宋体" panose="02010600030101010101" pitchFamily="2" charset="-122"/>
                <a:sym typeface="Wingdings" panose="05000000000000000000" pitchFamily="2" charset="2"/>
              </a:rPr>
              <a:t></a:t>
            </a:r>
            <a:r>
              <a:rPr lang="en-US" altLang="zh-CN" sz="2400" b="1" dirty="0" smtClean="0">
                <a:latin typeface="Times New Roman" panose="02020603050405020304" pitchFamily="18" charset="0"/>
                <a:ea typeface="宋体" panose="02010600030101010101" pitchFamily="2" charset="-122"/>
              </a:rPr>
              <a:t>DR---</a:t>
            </a:r>
            <a:r>
              <a:rPr lang="en-US" altLang="zh-CN" sz="2400" b="1" dirty="0" smtClean="0">
                <a:latin typeface="Times New Roman" panose="02020603050405020304" pitchFamily="18" charset="0"/>
                <a:ea typeface="宋体" panose="02010600030101010101" pitchFamily="2" charset="-122"/>
                <a:sym typeface="Wingdings" panose="05000000000000000000" pitchFamily="2" charset="2"/>
              </a:rPr>
              <a:t></a:t>
            </a:r>
            <a:r>
              <a:rPr lang="en-US" altLang="zh-CN" sz="2400" b="1" dirty="0" smtClean="0">
                <a:latin typeface="Times New Roman" panose="02020603050405020304" pitchFamily="18" charset="0"/>
                <a:ea typeface="宋体" panose="02010600030101010101" pitchFamily="2" charset="-122"/>
              </a:rPr>
              <a:t>DBUS---</a:t>
            </a:r>
            <a:r>
              <a:rPr lang="en-US" altLang="zh-CN" sz="2400" b="1" dirty="0" smtClean="0">
                <a:latin typeface="Times New Roman" panose="02020603050405020304" pitchFamily="18" charset="0"/>
                <a:ea typeface="宋体" panose="02010600030101010101" pitchFamily="2" charset="-122"/>
                <a:sym typeface="Wingdings" panose="05000000000000000000" pitchFamily="2" charset="2"/>
              </a:rPr>
              <a:t></a:t>
            </a:r>
            <a:r>
              <a:rPr lang="en-US" altLang="zh-CN" sz="2400" b="1" dirty="0" smtClean="0">
                <a:latin typeface="Times New Roman" panose="02020603050405020304" pitchFamily="18" charset="0"/>
                <a:ea typeface="宋体" panose="02010600030101010101" pitchFamily="2" charset="-122"/>
              </a:rPr>
              <a:t>IR</a:t>
            </a:r>
            <a:endParaRPr lang="en-US" altLang="zh-CN" sz="2400" b="1" dirty="0" smtClean="0">
              <a:latin typeface="Times New Roman" panose="02020603050405020304" pitchFamily="18" charset="0"/>
              <a:ea typeface="宋体" panose="02010600030101010101" pitchFamily="2" charset="-122"/>
            </a:endParaRPr>
          </a:p>
          <a:p>
            <a:pPr lvl="1"/>
            <a:r>
              <a:rPr lang="zh-CN" altLang="en-US" sz="2400" b="1" dirty="0" smtClean="0">
                <a:latin typeface="Times New Roman" panose="02020603050405020304" pitchFamily="18" charset="0"/>
                <a:ea typeface="宋体" panose="02010600030101010101" pitchFamily="2" charset="-122"/>
              </a:rPr>
              <a:t>地址：</a:t>
            </a:r>
            <a:r>
              <a:rPr lang="en-US" altLang="zh-CN" sz="2400" b="1" dirty="0" smtClean="0">
                <a:latin typeface="Times New Roman" panose="02020603050405020304" pitchFamily="18" charset="0"/>
                <a:ea typeface="宋体" panose="02010600030101010101" pitchFamily="2" charset="-122"/>
              </a:rPr>
              <a:t>PC--</a:t>
            </a:r>
            <a:r>
              <a:rPr lang="en-US" altLang="zh-CN" sz="2400" b="1" dirty="0" smtClean="0">
                <a:latin typeface="Times New Roman" panose="02020603050405020304" pitchFamily="18" charset="0"/>
                <a:ea typeface="宋体" panose="02010600030101010101" pitchFamily="2" charset="-122"/>
                <a:sym typeface="Wingdings" panose="05000000000000000000" pitchFamily="2" charset="2"/>
              </a:rPr>
              <a:t></a:t>
            </a:r>
            <a:r>
              <a:rPr lang="en-US" altLang="zh-CN" sz="2400" b="1" dirty="0" smtClean="0">
                <a:latin typeface="Times New Roman" panose="02020603050405020304" pitchFamily="18" charset="0"/>
                <a:ea typeface="宋体" panose="02010600030101010101" pitchFamily="2" charset="-122"/>
              </a:rPr>
              <a:t>ABUS-</a:t>
            </a:r>
            <a:r>
              <a:rPr lang="en-US" altLang="zh-CN" sz="2400" b="1" dirty="0" smtClean="0">
                <a:latin typeface="Times New Roman" panose="02020603050405020304" pitchFamily="18" charset="0"/>
                <a:ea typeface="宋体" panose="02010600030101010101" pitchFamily="2" charset="-122"/>
                <a:sym typeface="Wingdings" panose="05000000000000000000" pitchFamily="2" charset="2"/>
              </a:rPr>
              <a:t></a:t>
            </a:r>
            <a:r>
              <a:rPr lang="en-US" altLang="zh-CN" sz="2400" b="1" dirty="0" smtClean="0">
                <a:latin typeface="Times New Roman" panose="02020603050405020304" pitchFamily="18" charset="0"/>
                <a:ea typeface="宋体" panose="02010600030101010101" pitchFamily="2" charset="-122"/>
              </a:rPr>
              <a:t>AR--</a:t>
            </a:r>
            <a:r>
              <a:rPr lang="en-US" altLang="zh-CN" sz="2400" b="1" dirty="0" smtClean="0">
                <a:latin typeface="Times New Roman" panose="02020603050405020304" pitchFamily="18" charset="0"/>
                <a:ea typeface="宋体" panose="02010600030101010101" pitchFamily="2" charset="-122"/>
                <a:sym typeface="Wingdings" panose="05000000000000000000" pitchFamily="2" charset="2"/>
              </a:rPr>
              <a:t></a:t>
            </a:r>
            <a:r>
              <a:rPr lang="zh-CN" altLang="en-US" sz="2400" b="1" dirty="0" smtClean="0">
                <a:latin typeface="Times New Roman" panose="02020603050405020304" pitchFamily="18" charset="0"/>
                <a:ea typeface="宋体" panose="02010600030101010101" pitchFamily="2" charset="-122"/>
              </a:rPr>
              <a:t>（取决于寻址方式）</a:t>
            </a:r>
            <a:endParaRPr lang="zh-CN" altLang="en-US" sz="2400" b="1" dirty="0" smtClean="0">
              <a:latin typeface="Times New Roman" panose="02020603050405020304" pitchFamily="18" charset="0"/>
              <a:ea typeface="宋体" panose="02010600030101010101" pitchFamily="2" charset="-122"/>
            </a:endParaRPr>
          </a:p>
          <a:p>
            <a:pPr lvl="1"/>
            <a:r>
              <a:rPr lang="zh-CN" altLang="en-US" sz="2400" b="1" dirty="0" smtClean="0">
                <a:latin typeface="Times New Roman" panose="02020603050405020304" pitchFamily="18" charset="0"/>
                <a:ea typeface="宋体" panose="02010600030101010101" pitchFamily="2" charset="-122"/>
              </a:rPr>
              <a:t>数据：</a:t>
            </a:r>
            <a:endParaRPr lang="zh-CN" altLang="en-US" sz="2400" b="1" dirty="0" smtClean="0">
              <a:latin typeface="Times New Roman" panose="02020603050405020304" pitchFamily="18" charset="0"/>
              <a:ea typeface="宋体" panose="02010600030101010101" pitchFamily="2" charset="-122"/>
            </a:endParaRPr>
          </a:p>
          <a:p>
            <a:pPr lvl="2"/>
            <a:r>
              <a:rPr lang="zh-CN" altLang="en-US" sz="2400" b="1" dirty="0" smtClean="0">
                <a:latin typeface="Times New Roman" panose="02020603050405020304" pitchFamily="18" charset="0"/>
                <a:ea typeface="宋体" panose="02010600030101010101" pitchFamily="2" charset="-122"/>
              </a:rPr>
              <a:t>寄存器</a:t>
            </a:r>
            <a:r>
              <a:rPr lang="en-US" altLang="zh-CN" sz="2400" b="1" dirty="0" smtClean="0">
                <a:latin typeface="Times New Roman" panose="02020603050405020304" pitchFamily="18" charset="0"/>
                <a:ea typeface="宋体" panose="02010600030101010101" pitchFamily="2" charset="-122"/>
              </a:rPr>
              <a:t>--</a:t>
            </a:r>
            <a:r>
              <a:rPr lang="en-US" altLang="zh-CN" sz="2400" b="1" dirty="0" smtClean="0">
                <a:latin typeface="Times New Roman" panose="02020603050405020304" pitchFamily="18" charset="0"/>
                <a:ea typeface="宋体" panose="02010600030101010101" pitchFamily="2" charset="-122"/>
                <a:sym typeface="Wingdings" panose="05000000000000000000" pitchFamily="2" charset="2"/>
              </a:rPr>
              <a:t></a:t>
            </a:r>
            <a:r>
              <a:rPr lang="zh-CN" altLang="en-US" sz="2400" b="1" dirty="0" smtClean="0">
                <a:latin typeface="Times New Roman" panose="02020603050405020304" pitchFamily="18" charset="0"/>
                <a:ea typeface="宋体" panose="02010600030101010101" pitchFamily="2" charset="-122"/>
              </a:rPr>
              <a:t>寄存器     总线直接传送</a:t>
            </a:r>
            <a:endParaRPr lang="zh-CN" altLang="en-US" sz="2400" b="1" dirty="0" smtClean="0">
              <a:latin typeface="Times New Roman" panose="02020603050405020304" pitchFamily="18" charset="0"/>
              <a:ea typeface="宋体" panose="02010600030101010101" pitchFamily="2" charset="-122"/>
            </a:endParaRPr>
          </a:p>
          <a:p>
            <a:pPr lvl="2"/>
            <a:r>
              <a:rPr lang="zh-CN" altLang="en-US" sz="2400" b="1" dirty="0" smtClean="0">
                <a:latin typeface="Times New Roman" panose="02020603050405020304" pitchFamily="18" charset="0"/>
                <a:ea typeface="宋体" panose="02010600030101010101" pitchFamily="2" charset="-122"/>
              </a:rPr>
              <a:t>寄存器</a:t>
            </a:r>
            <a:r>
              <a:rPr lang="en-US" altLang="zh-CN" sz="2400" b="1" dirty="0" smtClean="0">
                <a:latin typeface="Times New Roman" panose="02020603050405020304" pitchFamily="18" charset="0"/>
                <a:ea typeface="宋体" panose="02010600030101010101" pitchFamily="2" charset="-122"/>
              </a:rPr>
              <a:t>--</a:t>
            </a:r>
            <a:r>
              <a:rPr lang="en-US" altLang="zh-CN" sz="2400" b="1" dirty="0" smtClean="0">
                <a:latin typeface="Times New Roman" panose="02020603050405020304" pitchFamily="18" charset="0"/>
                <a:ea typeface="宋体" panose="02010600030101010101" pitchFamily="2" charset="-122"/>
                <a:sym typeface="Wingdings" panose="05000000000000000000" pitchFamily="2" charset="2"/>
              </a:rPr>
              <a:t></a:t>
            </a:r>
            <a:r>
              <a:rPr lang="zh-CN" altLang="en-US" sz="2400" b="1" dirty="0" smtClean="0">
                <a:latin typeface="Times New Roman" panose="02020603050405020304" pitchFamily="18" charset="0"/>
                <a:ea typeface="宋体" panose="02010600030101010101" pitchFamily="2" charset="-122"/>
              </a:rPr>
              <a:t>存储器     </a:t>
            </a:r>
            <a:r>
              <a:rPr lang="en-US" altLang="zh-CN" sz="2400" b="1" dirty="0" err="1" smtClean="0">
                <a:latin typeface="Times New Roman" panose="02020603050405020304" pitchFamily="18" charset="0"/>
                <a:ea typeface="宋体" panose="02010600030101010101" pitchFamily="2" charset="-122"/>
              </a:rPr>
              <a:t>Ri</a:t>
            </a:r>
            <a:r>
              <a:rPr lang="en-US" altLang="zh-CN" sz="2400" b="1" dirty="0" smtClean="0">
                <a:latin typeface="Times New Roman" panose="02020603050405020304" pitchFamily="18" charset="0"/>
                <a:ea typeface="宋体" panose="02010600030101010101" pitchFamily="2" charset="-122"/>
              </a:rPr>
              <a:t>--</a:t>
            </a:r>
            <a:r>
              <a:rPr lang="en-US" altLang="zh-CN" sz="2400" b="1" dirty="0" smtClean="0">
                <a:latin typeface="Times New Roman" panose="02020603050405020304" pitchFamily="18" charset="0"/>
                <a:ea typeface="宋体" panose="02010600030101010101" pitchFamily="2" charset="-122"/>
                <a:sym typeface="Wingdings" panose="05000000000000000000" pitchFamily="2" charset="2"/>
              </a:rPr>
              <a:t></a:t>
            </a:r>
            <a:r>
              <a:rPr lang="en-US" altLang="zh-CN" sz="2400" b="1" dirty="0" smtClean="0">
                <a:latin typeface="Times New Roman" panose="02020603050405020304" pitchFamily="18" charset="0"/>
                <a:ea typeface="宋体" panose="02010600030101010101" pitchFamily="2" charset="-122"/>
              </a:rPr>
              <a:t>DBUS--</a:t>
            </a:r>
            <a:r>
              <a:rPr lang="en-US" altLang="zh-CN" sz="2400" b="1" dirty="0" smtClean="0">
                <a:latin typeface="Times New Roman" panose="02020603050405020304" pitchFamily="18" charset="0"/>
                <a:ea typeface="宋体" panose="02010600030101010101" pitchFamily="2" charset="-122"/>
                <a:sym typeface="Wingdings" panose="05000000000000000000" pitchFamily="2" charset="2"/>
              </a:rPr>
              <a:t></a:t>
            </a:r>
            <a:r>
              <a:rPr lang="en-US" altLang="zh-CN" sz="2400" b="1" dirty="0" smtClean="0">
                <a:latin typeface="Times New Roman" panose="02020603050405020304" pitchFamily="18" charset="0"/>
                <a:ea typeface="宋体" panose="02010600030101010101" pitchFamily="2" charset="-122"/>
              </a:rPr>
              <a:t>DR--</a:t>
            </a:r>
            <a:r>
              <a:rPr lang="en-US" altLang="zh-CN" sz="2400" b="1" dirty="0" smtClean="0">
                <a:latin typeface="Times New Roman" panose="02020603050405020304" pitchFamily="18" charset="0"/>
                <a:ea typeface="宋体" panose="02010600030101010101" pitchFamily="2" charset="-122"/>
                <a:sym typeface="Wingdings" panose="05000000000000000000" pitchFamily="2" charset="2"/>
              </a:rPr>
              <a:t></a:t>
            </a:r>
            <a:r>
              <a:rPr lang="en-US" altLang="zh-CN" sz="2400" b="1" dirty="0" smtClean="0">
                <a:latin typeface="Times New Roman" panose="02020603050405020304" pitchFamily="18" charset="0"/>
                <a:ea typeface="宋体" panose="02010600030101010101" pitchFamily="2" charset="-122"/>
              </a:rPr>
              <a:t>M</a:t>
            </a:r>
            <a:endParaRPr lang="en-US" altLang="zh-CN" sz="2400" b="1" dirty="0" smtClean="0">
              <a:latin typeface="Times New Roman" panose="02020603050405020304" pitchFamily="18" charset="0"/>
              <a:ea typeface="宋体" panose="02010600030101010101" pitchFamily="2" charset="-122"/>
            </a:endParaRPr>
          </a:p>
          <a:p>
            <a:pPr lvl="2"/>
            <a:r>
              <a:rPr lang="zh-CN" altLang="en-US" sz="2400" b="1" dirty="0" smtClean="0">
                <a:latin typeface="Times New Roman" panose="02020603050405020304" pitchFamily="18" charset="0"/>
                <a:ea typeface="宋体" panose="02010600030101010101" pitchFamily="2" charset="-122"/>
              </a:rPr>
              <a:t>存储器</a:t>
            </a:r>
            <a:r>
              <a:rPr lang="en-US" altLang="zh-CN" sz="2400" b="1" dirty="0" smtClean="0">
                <a:latin typeface="Times New Roman" panose="02020603050405020304" pitchFamily="18" charset="0"/>
                <a:ea typeface="宋体" panose="02010600030101010101" pitchFamily="2" charset="-122"/>
              </a:rPr>
              <a:t>--</a:t>
            </a:r>
            <a:r>
              <a:rPr lang="en-US" altLang="zh-CN" sz="2400" b="1" dirty="0" smtClean="0">
                <a:latin typeface="Times New Roman" panose="02020603050405020304" pitchFamily="18" charset="0"/>
                <a:ea typeface="宋体" panose="02010600030101010101" pitchFamily="2" charset="-122"/>
                <a:sym typeface="Wingdings" panose="05000000000000000000" pitchFamily="2" charset="2"/>
              </a:rPr>
              <a:t></a:t>
            </a:r>
            <a:r>
              <a:rPr lang="zh-CN" altLang="en-US" sz="2400" b="1" dirty="0" smtClean="0">
                <a:latin typeface="Times New Roman" panose="02020603050405020304" pitchFamily="18" charset="0"/>
                <a:ea typeface="宋体" panose="02010600030101010101" pitchFamily="2" charset="-122"/>
              </a:rPr>
              <a:t>寄存器     </a:t>
            </a:r>
            <a:r>
              <a:rPr lang="en-US" altLang="zh-CN" sz="2400" b="1" dirty="0" smtClean="0">
                <a:latin typeface="Times New Roman" panose="02020603050405020304" pitchFamily="18" charset="0"/>
                <a:ea typeface="宋体" panose="02010600030101010101" pitchFamily="2" charset="-122"/>
              </a:rPr>
              <a:t>M--</a:t>
            </a:r>
            <a:r>
              <a:rPr lang="en-US" altLang="zh-CN" sz="2400" b="1" dirty="0" smtClean="0">
                <a:latin typeface="Times New Roman" panose="02020603050405020304" pitchFamily="18" charset="0"/>
                <a:ea typeface="宋体" panose="02010600030101010101" pitchFamily="2" charset="-122"/>
                <a:sym typeface="Wingdings" panose="05000000000000000000" pitchFamily="2" charset="2"/>
              </a:rPr>
              <a:t></a:t>
            </a:r>
            <a:r>
              <a:rPr lang="en-US" altLang="zh-CN" sz="2400" b="1" dirty="0" smtClean="0">
                <a:latin typeface="Times New Roman" panose="02020603050405020304" pitchFamily="18" charset="0"/>
                <a:ea typeface="宋体" panose="02010600030101010101" pitchFamily="2" charset="-122"/>
              </a:rPr>
              <a:t>DR--</a:t>
            </a:r>
            <a:r>
              <a:rPr lang="en-US" altLang="zh-CN" sz="2400" b="1" dirty="0" smtClean="0">
                <a:latin typeface="Times New Roman" panose="02020603050405020304" pitchFamily="18" charset="0"/>
                <a:ea typeface="宋体" panose="02010600030101010101" pitchFamily="2" charset="-122"/>
                <a:sym typeface="Wingdings" panose="05000000000000000000" pitchFamily="2" charset="2"/>
              </a:rPr>
              <a:t></a:t>
            </a:r>
            <a:r>
              <a:rPr lang="en-US" altLang="zh-CN" sz="2400" b="1" dirty="0" smtClean="0">
                <a:latin typeface="Times New Roman" panose="02020603050405020304" pitchFamily="18" charset="0"/>
                <a:ea typeface="宋体" panose="02010600030101010101" pitchFamily="2" charset="-122"/>
              </a:rPr>
              <a:t>BUS--</a:t>
            </a:r>
            <a:r>
              <a:rPr lang="en-US" altLang="zh-CN" sz="2400" b="1" dirty="0" smtClean="0">
                <a:latin typeface="Times New Roman" panose="02020603050405020304" pitchFamily="18" charset="0"/>
                <a:ea typeface="宋体" panose="02010600030101010101" pitchFamily="2" charset="-122"/>
                <a:sym typeface="Wingdings" panose="05000000000000000000" pitchFamily="2" charset="2"/>
              </a:rPr>
              <a:t></a:t>
            </a:r>
            <a:r>
              <a:rPr lang="en-US" altLang="zh-CN" sz="2400" b="1" dirty="0" err="1" smtClean="0">
                <a:latin typeface="Times New Roman" panose="02020603050405020304" pitchFamily="18" charset="0"/>
                <a:ea typeface="宋体" panose="02010600030101010101" pitchFamily="2" charset="-122"/>
              </a:rPr>
              <a:t>Ri</a:t>
            </a:r>
            <a:endParaRPr lang="en-US" altLang="zh-CN" sz="2400" b="1" dirty="0" smtClean="0">
              <a:latin typeface="Times New Roman" panose="02020603050405020304" pitchFamily="18" charset="0"/>
              <a:ea typeface="宋体" panose="02010600030101010101" pitchFamily="2" charset="-122"/>
            </a:endParaRPr>
          </a:p>
        </p:txBody>
      </p:sp>
    </p:spTree>
  </p:cSld>
  <p:clrMapOvr>
    <a:masterClrMapping/>
  </p:clrMapOvr>
  <p:transition spd="slow"/>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内容占位符 3"/>
          <p:cNvPicPr>
            <a:picLocks noGrp="1" noChangeAspect="1"/>
          </p:cNvPicPr>
          <p:nvPr>
            <p:ph idx="1"/>
          </p:nvPr>
        </p:nvPicPr>
        <p:blipFill>
          <a:blip r:embed="rId1"/>
          <a:stretch>
            <a:fillRect/>
          </a:stretch>
        </p:blipFill>
        <p:spPr>
          <a:xfrm>
            <a:off x="1383323" y="527538"/>
            <a:ext cx="9442939" cy="586739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4035" name="Group 3"/>
          <p:cNvGraphicFramePr>
            <a:graphicFrameLocks noGrp="1"/>
          </p:cNvGraphicFramePr>
          <p:nvPr/>
        </p:nvGraphicFramePr>
        <p:xfrm>
          <a:off x="1847851" y="615464"/>
          <a:ext cx="8640763" cy="5638794"/>
        </p:xfrm>
        <a:graphic>
          <a:graphicData uri="http://schemas.openxmlformats.org/drawingml/2006/table">
            <a:tbl>
              <a:tblPr/>
              <a:tblGrid>
                <a:gridCol w="576263"/>
                <a:gridCol w="1584325"/>
                <a:gridCol w="2159000"/>
                <a:gridCol w="576262"/>
                <a:gridCol w="1274763"/>
                <a:gridCol w="2470150"/>
              </a:tblGrid>
              <a:tr h="381025">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序号</a:t>
                      </a:r>
                      <a:endParaRPr kumimoji="0" lang="zh-CN" altLang="en-US"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控制信号</a:t>
                      </a:r>
                      <a:endParaRPr kumimoji="0" lang="zh-CN" altLang="en-US"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功能</a:t>
                      </a:r>
                      <a:endParaRPr kumimoji="0" lang="zh-CN" altLang="en-US" sz="14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序号</a:t>
                      </a:r>
                      <a:endParaRPr kumimoji="0" lang="zh-CN" altLang="en-US"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控制信号</a:t>
                      </a:r>
                      <a:endParaRPr kumimoji="0" lang="zh-CN" altLang="en-US"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功能</a:t>
                      </a:r>
                      <a:endParaRPr kumimoji="0" lang="zh-CN" altLang="en-US"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81025">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PC→AB</a:t>
                      </a:r>
                      <a:endPar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指令地址送地址总线</a:t>
                      </a:r>
                      <a:endParaRPr kumimoji="0" lang="zh-CN" altLang="en-US"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13</a:t>
                      </a:r>
                      <a:endPar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ALU</a:t>
                      </a:r>
                      <a:r>
                        <a:rPr kumimoji="0" lang="zh-CN" altLang="en-US"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进行加法运算</a:t>
                      </a:r>
                      <a:endParaRPr kumimoji="0" lang="zh-CN" altLang="en-US"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r>
              <a:tr h="381025">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ALU→PC</a:t>
                      </a:r>
                      <a:endPar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转移地址送</a:t>
                      </a:r>
                      <a:r>
                        <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PC</a:t>
                      </a:r>
                      <a:endPar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14</a:t>
                      </a:r>
                      <a:endPar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ALU</a:t>
                      </a:r>
                      <a:r>
                        <a:rPr kumimoji="0" lang="zh-CN" altLang="en-US"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进行减法运算</a:t>
                      </a:r>
                      <a:endParaRPr kumimoji="0" lang="zh-CN" altLang="en-US"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81025">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PC+1</a:t>
                      </a:r>
                      <a:endPar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程序计数器加</a:t>
                      </a:r>
                      <a:r>
                        <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15</a:t>
                      </a:r>
                      <a:endPar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ALU</a:t>
                      </a:r>
                      <a:r>
                        <a:rPr kumimoji="0" lang="zh-CN" altLang="en-US"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进行逻辑乘运算</a:t>
                      </a:r>
                      <a:endParaRPr kumimoji="0" lang="zh-CN" altLang="en-US"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81025">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imm(disp)→ALU</a:t>
                      </a:r>
                      <a:endPar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立即数或位移量送</a:t>
                      </a:r>
                      <a:r>
                        <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ALU</a:t>
                      </a:r>
                      <a:endPar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16</a:t>
                      </a:r>
                      <a:endPar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ALU</a:t>
                      </a:r>
                      <a:r>
                        <a:rPr kumimoji="0" lang="zh-CN" altLang="en-US"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进行逻辑加运算</a:t>
                      </a:r>
                      <a:endParaRPr kumimoji="0" lang="zh-CN" altLang="en-US"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82893">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endPar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DB→IR</a:t>
                      </a:r>
                      <a:endPar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取指到指令寄存器</a:t>
                      </a:r>
                      <a:endParaRPr kumimoji="0" lang="zh-CN" altLang="en-US"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17</a:t>
                      </a:r>
                      <a:endPar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ALU→GR</a:t>
                      </a:r>
                      <a:endPar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ALU</a:t>
                      </a:r>
                      <a:r>
                        <a:rPr kumimoji="0" lang="zh-CN" altLang="en-US"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运算结果送通用寄存器</a:t>
                      </a:r>
                      <a:endParaRPr kumimoji="0" lang="zh-CN" altLang="en-US"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76133">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a:t>
                      </a:r>
                      <a:endPar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DB→DR</a:t>
                      </a:r>
                      <a:endPar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数据总线上的数据送数据寄存器</a:t>
                      </a:r>
                      <a:endParaRPr kumimoji="0" lang="zh-CN" altLang="en-US"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18</a:t>
                      </a:r>
                      <a:endPar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ALU→DR</a:t>
                      </a:r>
                      <a:endPar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ALU</a:t>
                      </a:r>
                      <a:r>
                        <a:rPr kumimoji="0" lang="zh-CN" altLang="en-US"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运算结果送数据寄存器</a:t>
                      </a:r>
                      <a:endParaRPr kumimoji="0" lang="zh-CN" altLang="en-US"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76133">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a:t>
                      </a:r>
                      <a:endPar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DR→DB</a:t>
                      </a:r>
                      <a:endPar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数据寄存器中的数据送数据总线</a:t>
                      </a:r>
                      <a:endParaRPr kumimoji="0" lang="zh-CN" altLang="en-US"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19</a:t>
                      </a:r>
                      <a:endPar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ALU→AR</a:t>
                      </a:r>
                      <a:endPar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ALU</a:t>
                      </a:r>
                      <a:r>
                        <a:rPr kumimoji="0" lang="zh-CN" altLang="en-US"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计算得的有效地址送地址寄存器</a:t>
                      </a:r>
                      <a:endParaRPr kumimoji="0" lang="zh-CN" altLang="en-US"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9702">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a:t>
                      </a:r>
                      <a:endPar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rs1→GR</a:t>
                      </a:r>
                      <a:endPar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寄存器地址送通用寄存器</a:t>
                      </a:r>
                      <a:endParaRPr kumimoji="0" lang="zh-CN" altLang="en-US"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20</a:t>
                      </a:r>
                      <a:endPar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AR→AB</a:t>
                      </a:r>
                      <a:endPar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地址寄存器内容送地址总线</a:t>
                      </a:r>
                      <a:endParaRPr kumimoji="0" lang="zh-CN" altLang="en-US"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9702">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a:t>
                      </a:r>
                      <a:endPar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rs,rd→GR</a:t>
                      </a:r>
                      <a:endPar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寄存器地址送通用寄存器</a:t>
                      </a:r>
                      <a:endParaRPr kumimoji="0" lang="zh-CN" altLang="en-US"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21</a:t>
                      </a:r>
                      <a:endPar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ADS</a:t>
                      </a:r>
                      <a:endPar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地址总线上地址有效</a:t>
                      </a:r>
                      <a:endParaRPr kumimoji="0" lang="zh-CN" altLang="en-US"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9702">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a:t>
                      </a:r>
                      <a:endPar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(rs1)→ALU</a:t>
                      </a:r>
                      <a:endPar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寄存器内容送</a:t>
                      </a:r>
                      <a:r>
                        <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ALU</a:t>
                      </a:r>
                      <a:endPar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22</a:t>
                      </a:r>
                      <a:endPar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M/IO</a:t>
                      </a:r>
                      <a:endPar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访问存储器或</a:t>
                      </a:r>
                      <a:r>
                        <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I/O</a:t>
                      </a:r>
                      <a:endPar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9702">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11</a:t>
                      </a:r>
                      <a:endPar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(rs)→ALU</a:t>
                      </a:r>
                      <a:endPar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寄存器内容送</a:t>
                      </a:r>
                      <a:r>
                        <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ALU</a:t>
                      </a:r>
                      <a:endPar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23</a:t>
                      </a:r>
                      <a:endPar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W/R</a:t>
                      </a:r>
                      <a:endPar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写或读</a:t>
                      </a:r>
                      <a:endParaRPr kumimoji="0" lang="zh-CN" altLang="en-US"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9702">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12</a:t>
                      </a:r>
                      <a:endPar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DR→ALU</a:t>
                      </a:r>
                      <a:endPar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数据寄存器内容送</a:t>
                      </a:r>
                      <a:r>
                        <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ALU</a:t>
                      </a:r>
                      <a:endPar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en-US"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en-US" sz="16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en-US" sz="16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p:cNvSpPr>
            <a:spLocks noGrp="1" noChangeArrowheads="1"/>
          </p:cNvSpPr>
          <p:nvPr>
            <p:ph type="subTitle" idx="4294967295"/>
          </p:nvPr>
        </p:nvSpPr>
        <p:spPr bwMode="auto">
          <a:xfrm>
            <a:off x="955431" y="609600"/>
            <a:ext cx="9255369" cy="536330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87655" indent="-287655">
              <a:buNone/>
            </a:pPr>
            <a:r>
              <a:rPr lang="en-US" altLang="zh-CN" b="1" dirty="0" smtClean="0">
                <a:solidFill>
                  <a:schemeClr val="accent2"/>
                </a:solidFill>
                <a:latin typeface="Times New Roman" panose="02020603050405020304" pitchFamily="18" charset="0"/>
                <a:ea typeface="楷体" panose="02010609060101010101" pitchFamily="49" charset="-122"/>
              </a:rPr>
              <a:t>(1) </a:t>
            </a:r>
            <a:r>
              <a:rPr lang="zh-CN" altLang="en-US" b="1" dirty="0" smtClean="0">
                <a:solidFill>
                  <a:schemeClr val="accent2"/>
                </a:solidFill>
                <a:latin typeface="Times New Roman" panose="02020603050405020304" pitchFamily="18" charset="0"/>
                <a:ea typeface="楷体" panose="02010609060101010101" pitchFamily="49" charset="-122"/>
              </a:rPr>
              <a:t>取指微指令</a:t>
            </a:r>
            <a:endParaRPr lang="zh-CN" altLang="en-US" b="1" dirty="0" smtClean="0">
              <a:solidFill>
                <a:schemeClr val="accent2"/>
              </a:solidFill>
              <a:latin typeface="Times New Roman" panose="02020603050405020304" pitchFamily="18" charset="0"/>
              <a:ea typeface="楷体" panose="02010609060101010101" pitchFamily="49" charset="-122"/>
            </a:endParaRPr>
          </a:p>
          <a:p>
            <a:pPr marL="744855" lvl="1" indent="-287655"/>
            <a:r>
              <a:rPr lang="zh-CN" altLang="en-US" b="1" dirty="0" smtClean="0">
                <a:latin typeface="Times New Roman" panose="02020603050405020304" pitchFamily="18" charset="0"/>
                <a:ea typeface="楷体" panose="02010609060101010101" pitchFamily="49" charset="-122"/>
              </a:rPr>
              <a:t>指令地址送地址总线：</a:t>
            </a:r>
            <a:r>
              <a:rPr lang="en-US" altLang="zh-CN" b="1" dirty="0" smtClean="0">
                <a:latin typeface="Times New Roman" panose="02020603050405020304" pitchFamily="18" charset="0"/>
                <a:ea typeface="楷体" panose="02010609060101010101" pitchFamily="49" charset="-122"/>
              </a:rPr>
              <a:t>PC→AB(1)</a:t>
            </a:r>
            <a:r>
              <a:rPr lang="en-US" altLang="zh-CN" b="1" dirty="0" smtClean="0">
                <a:solidFill>
                  <a:srgbClr val="000000"/>
                </a:solidFill>
                <a:latin typeface="Times New Roman" panose="02020603050405020304" pitchFamily="18" charset="0"/>
                <a:ea typeface="楷体" panose="02010609060101010101" pitchFamily="49" charset="-122"/>
              </a:rPr>
              <a:t> </a:t>
            </a:r>
            <a:r>
              <a:rPr lang="en-US" altLang="zh-CN" b="1" dirty="0" smtClean="0">
                <a:solidFill>
                  <a:srgbClr val="FF0000"/>
                </a:solidFill>
                <a:latin typeface="Times New Roman" panose="02020603050405020304" pitchFamily="18" charset="0"/>
                <a:ea typeface="楷体" panose="02010609060101010101" pitchFamily="49" charset="-122"/>
              </a:rPr>
              <a:t>[→AR]</a:t>
            </a:r>
            <a:endParaRPr lang="en-US" altLang="zh-CN" b="1" dirty="0" smtClean="0">
              <a:solidFill>
                <a:srgbClr val="FF0000"/>
              </a:solidFill>
              <a:latin typeface="Times New Roman" panose="02020603050405020304" pitchFamily="18" charset="0"/>
              <a:ea typeface="楷体" panose="02010609060101010101" pitchFamily="49" charset="-122"/>
            </a:endParaRPr>
          </a:p>
          <a:p>
            <a:pPr marL="744855" lvl="1" indent="-287655"/>
            <a:r>
              <a:rPr lang="zh-CN" altLang="en-US" b="1" dirty="0" smtClean="0">
                <a:latin typeface="Times New Roman" panose="02020603050405020304" pitchFamily="18" charset="0"/>
                <a:ea typeface="楷体" panose="02010609060101010101" pitchFamily="49" charset="-122"/>
              </a:rPr>
              <a:t>发访存控制命令：</a:t>
            </a:r>
            <a:r>
              <a:rPr lang="en-US" altLang="zh-CN" b="1" dirty="0" smtClean="0">
                <a:latin typeface="Times New Roman" panose="02020603050405020304" pitchFamily="18" charset="0"/>
                <a:ea typeface="楷体" panose="02010609060101010101" pitchFamily="49" charset="-122"/>
              </a:rPr>
              <a:t>ADS(21)</a:t>
            </a:r>
            <a:r>
              <a:rPr lang="zh-CN" altLang="en-US" b="1" dirty="0" smtClean="0">
                <a:latin typeface="Times New Roman" panose="02020603050405020304" pitchFamily="18" charset="0"/>
                <a:ea typeface="楷体" panose="02010609060101010101" pitchFamily="49" charset="-122"/>
              </a:rPr>
              <a:t>，</a:t>
            </a:r>
            <a:r>
              <a:rPr lang="en-US" altLang="zh-CN" b="1" dirty="0" smtClean="0">
                <a:latin typeface="Times New Roman" panose="02020603050405020304" pitchFamily="18" charset="0"/>
                <a:ea typeface="楷体" panose="02010609060101010101" pitchFamily="49" charset="-122"/>
              </a:rPr>
              <a:t>M</a:t>
            </a:r>
            <a:r>
              <a:rPr lang="zh-CN" altLang="en-US" b="1" dirty="0" smtClean="0">
                <a:latin typeface="Times New Roman" panose="02020603050405020304" pitchFamily="18" charset="0"/>
                <a:ea typeface="楷体" panose="02010609060101010101" pitchFamily="49" charset="-122"/>
              </a:rPr>
              <a:t>／</a:t>
            </a:r>
            <a:r>
              <a:rPr lang="en-US" altLang="zh-CN" b="1" dirty="0" smtClean="0">
                <a:latin typeface="Times New Roman" panose="02020603050405020304" pitchFamily="18" charset="0"/>
                <a:ea typeface="楷体" panose="02010609060101010101" pitchFamily="49" charset="-122"/>
              </a:rPr>
              <a:t>IO</a:t>
            </a:r>
            <a:r>
              <a:rPr lang="zh-CN" altLang="en-US" b="1" dirty="0" smtClean="0">
                <a:latin typeface="Times New Roman" panose="02020603050405020304" pitchFamily="18" charset="0"/>
                <a:ea typeface="楷体" panose="02010609060101010101" pitchFamily="49" charset="-122"/>
              </a:rPr>
              <a:t>＝</a:t>
            </a:r>
            <a:r>
              <a:rPr lang="en-US" altLang="zh-CN" b="1" dirty="0" smtClean="0">
                <a:latin typeface="Times New Roman" panose="02020603050405020304" pitchFamily="18" charset="0"/>
                <a:ea typeface="楷体" panose="02010609060101010101" pitchFamily="49" charset="-122"/>
              </a:rPr>
              <a:t>1(22)</a:t>
            </a:r>
            <a:r>
              <a:rPr lang="zh-CN" altLang="en-US" b="1" dirty="0" smtClean="0">
                <a:latin typeface="Times New Roman" panose="02020603050405020304" pitchFamily="18" charset="0"/>
                <a:ea typeface="楷体" panose="02010609060101010101" pitchFamily="49" charset="-122"/>
              </a:rPr>
              <a:t>，</a:t>
            </a:r>
            <a:r>
              <a:rPr lang="en-US" altLang="zh-CN" b="1" dirty="0" smtClean="0">
                <a:latin typeface="Times New Roman" panose="02020603050405020304" pitchFamily="18" charset="0"/>
                <a:ea typeface="楷体" panose="02010609060101010101" pitchFamily="49" charset="-122"/>
              </a:rPr>
              <a:t>W</a:t>
            </a:r>
            <a:r>
              <a:rPr lang="zh-CN" altLang="en-US" b="1" dirty="0" smtClean="0">
                <a:latin typeface="Times New Roman" panose="02020603050405020304" pitchFamily="18" charset="0"/>
                <a:ea typeface="楷体" panose="02010609060101010101" pitchFamily="49" charset="-122"/>
              </a:rPr>
              <a:t>／</a:t>
            </a:r>
            <a:r>
              <a:rPr lang="en-US" altLang="zh-CN" b="1" dirty="0" smtClean="0">
                <a:latin typeface="Times New Roman" panose="02020603050405020304" pitchFamily="18" charset="0"/>
                <a:ea typeface="楷体" panose="02010609060101010101" pitchFamily="49" charset="-122"/>
              </a:rPr>
              <a:t>R</a:t>
            </a:r>
            <a:r>
              <a:rPr lang="zh-CN" altLang="en-US" b="1" dirty="0" smtClean="0">
                <a:latin typeface="Times New Roman" panose="02020603050405020304" pitchFamily="18" charset="0"/>
                <a:ea typeface="楷体" panose="02010609060101010101" pitchFamily="49" charset="-122"/>
              </a:rPr>
              <a:t>＝</a:t>
            </a:r>
            <a:r>
              <a:rPr lang="en-US" altLang="zh-CN" b="1" dirty="0" smtClean="0">
                <a:latin typeface="Times New Roman" panose="02020603050405020304" pitchFamily="18" charset="0"/>
                <a:ea typeface="楷体" panose="02010609060101010101" pitchFamily="49" charset="-122"/>
              </a:rPr>
              <a:t>0(23)</a:t>
            </a:r>
            <a:r>
              <a:rPr lang="zh-CN" altLang="en-US" b="1" dirty="0" smtClean="0">
                <a:latin typeface="Times New Roman" panose="02020603050405020304" pitchFamily="18" charset="0"/>
                <a:ea typeface="楷体" panose="02010609060101010101" pitchFamily="49" charset="-122"/>
              </a:rPr>
              <a:t>。从存储器取指令送数据总线。</a:t>
            </a:r>
            <a:endParaRPr lang="zh-CN" altLang="en-US" b="1" dirty="0" smtClean="0">
              <a:latin typeface="Times New Roman" panose="02020603050405020304" pitchFamily="18" charset="0"/>
              <a:ea typeface="楷体" panose="02010609060101010101" pitchFamily="49" charset="-122"/>
            </a:endParaRPr>
          </a:p>
          <a:p>
            <a:pPr marL="744855" lvl="1" indent="-287655"/>
            <a:r>
              <a:rPr lang="zh-CN" altLang="en-US" b="1" dirty="0" smtClean="0">
                <a:latin typeface="Times New Roman" panose="02020603050405020304" pitchFamily="18" charset="0"/>
                <a:ea typeface="楷体" panose="02010609060101010101" pitchFamily="49" charset="-122"/>
              </a:rPr>
              <a:t>指令送指令寄存器：</a:t>
            </a:r>
            <a:r>
              <a:rPr lang="en-US" altLang="zh-CN" b="1" dirty="0" smtClean="0">
                <a:latin typeface="Times New Roman" panose="02020603050405020304" pitchFamily="18" charset="0"/>
                <a:ea typeface="楷体" panose="02010609060101010101" pitchFamily="49" charset="-122"/>
              </a:rPr>
              <a:t>DB→IR(5)</a:t>
            </a:r>
            <a:endParaRPr lang="en-US" altLang="zh-CN" b="1" dirty="0" smtClean="0">
              <a:latin typeface="Times New Roman" panose="02020603050405020304" pitchFamily="18" charset="0"/>
              <a:ea typeface="楷体" panose="02010609060101010101" pitchFamily="49" charset="-122"/>
            </a:endParaRPr>
          </a:p>
          <a:p>
            <a:pPr marL="744855" lvl="1" indent="-287655"/>
            <a:r>
              <a:rPr lang="zh-CN" altLang="en-US" b="1" dirty="0" smtClean="0">
                <a:latin typeface="Times New Roman" panose="02020603050405020304" pitchFamily="18" charset="0"/>
                <a:ea typeface="楷体" panose="02010609060101010101" pitchFamily="49" charset="-122"/>
              </a:rPr>
              <a:t>程序计数器</a:t>
            </a:r>
            <a:r>
              <a:rPr lang="en-US" altLang="zh-CN" b="1" dirty="0" smtClean="0">
                <a:latin typeface="Times New Roman" panose="02020603050405020304" pitchFamily="18" charset="0"/>
                <a:ea typeface="楷体" panose="02010609060101010101" pitchFamily="49" charset="-122"/>
              </a:rPr>
              <a:t>+1</a:t>
            </a:r>
            <a:r>
              <a:rPr lang="zh-CN" altLang="en-US" b="1" dirty="0" smtClean="0">
                <a:latin typeface="Times New Roman" panose="02020603050405020304" pitchFamily="18" charset="0"/>
                <a:ea typeface="楷体" panose="02010609060101010101" pitchFamily="49" charset="-122"/>
              </a:rPr>
              <a:t>：</a:t>
            </a:r>
            <a:r>
              <a:rPr lang="en-US" altLang="zh-CN" b="1" dirty="0" smtClean="0">
                <a:latin typeface="Times New Roman" panose="02020603050405020304" pitchFamily="18" charset="0"/>
                <a:ea typeface="楷体" panose="02010609060101010101" pitchFamily="49" charset="-122"/>
              </a:rPr>
              <a:t>PC+1(3)</a:t>
            </a:r>
            <a:endParaRPr lang="en-US" altLang="zh-CN" b="1" dirty="0" smtClean="0">
              <a:latin typeface="Times New Roman" panose="02020603050405020304" pitchFamily="18" charset="0"/>
              <a:ea typeface="楷体" panose="02010609060101010101" pitchFamily="49" charset="-122"/>
            </a:endParaRPr>
          </a:p>
          <a:p>
            <a:pPr marL="287655" indent="-287655">
              <a:buNone/>
            </a:pPr>
            <a:r>
              <a:rPr lang="en-US" altLang="zh-CN" b="1" dirty="0" smtClean="0">
                <a:solidFill>
                  <a:schemeClr val="accent2"/>
                </a:solidFill>
                <a:latin typeface="Times New Roman" panose="02020603050405020304" pitchFamily="18" charset="0"/>
                <a:ea typeface="楷体" panose="02010609060101010101" pitchFamily="49" charset="-122"/>
              </a:rPr>
              <a:t>(2) </a:t>
            </a:r>
            <a:r>
              <a:rPr lang="zh-CN" altLang="en-US" b="1" dirty="0" smtClean="0">
                <a:solidFill>
                  <a:schemeClr val="accent2"/>
                </a:solidFill>
                <a:latin typeface="Times New Roman" panose="02020603050405020304" pitchFamily="18" charset="0"/>
                <a:ea typeface="楷体" panose="02010609060101010101" pitchFamily="49" charset="-122"/>
              </a:rPr>
              <a:t>计算地址微指令</a:t>
            </a:r>
            <a:endParaRPr lang="zh-CN" altLang="en-US" b="1" dirty="0" smtClean="0">
              <a:solidFill>
                <a:schemeClr val="accent2"/>
              </a:solidFill>
              <a:latin typeface="Times New Roman" panose="02020603050405020304" pitchFamily="18" charset="0"/>
              <a:ea typeface="楷体" panose="02010609060101010101" pitchFamily="49" charset="-122"/>
            </a:endParaRPr>
          </a:p>
          <a:p>
            <a:pPr marL="744855" lvl="1" indent="-287655"/>
            <a:r>
              <a:rPr lang="zh-CN" altLang="en-US" b="1" dirty="0" smtClean="0">
                <a:latin typeface="Times New Roman" panose="02020603050405020304" pitchFamily="18" charset="0"/>
                <a:ea typeface="楷体" panose="02010609060101010101" pitchFamily="49" charset="-122"/>
              </a:rPr>
              <a:t>取两个源操作数</a:t>
            </a:r>
            <a:r>
              <a:rPr lang="en-US" altLang="zh-CN" b="1" dirty="0" smtClean="0">
                <a:latin typeface="Times New Roman" panose="02020603050405020304" pitchFamily="18" charset="0"/>
                <a:ea typeface="楷体" panose="02010609060101010101" pitchFamily="49" charset="-122"/>
              </a:rPr>
              <a:t>(</a:t>
            </a:r>
            <a:r>
              <a:rPr lang="zh-CN" altLang="en-US" b="1" dirty="0" smtClean="0">
                <a:latin typeface="Times New Roman" panose="02020603050405020304" pitchFamily="18" charset="0"/>
                <a:ea typeface="楷体" panose="02010609060101010101" pitchFamily="49" charset="-122"/>
              </a:rPr>
              <a:t>计算地址用</a:t>
            </a:r>
            <a:r>
              <a:rPr lang="en-US" altLang="zh-CN" b="1" dirty="0" smtClean="0">
                <a:latin typeface="Times New Roman" panose="02020603050405020304" pitchFamily="18" charset="0"/>
                <a:ea typeface="楷体" panose="02010609060101010101" pitchFamily="49" charset="-122"/>
              </a:rPr>
              <a:t>)</a:t>
            </a:r>
            <a:r>
              <a:rPr lang="zh-CN" altLang="en-US" b="1" dirty="0" smtClean="0">
                <a:latin typeface="Times New Roman" panose="02020603050405020304" pitchFamily="18" charset="0"/>
                <a:ea typeface="楷体" panose="02010609060101010101" pitchFamily="49" charset="-122"/>
              </a:rPr>
              <a:t>：</a:t>
            </a:r>
            <a:r>
              <a:rPr lang="en-US" altLang="zh-CN" b="1" dirty="0" smtClean="0">
                <a:latin typeface="Times New Roman" panose="02020603050405020304" pitchFamily="18" charset="0"/>
                <a:ea typeface="楷体" panose="02010609060101010101" pitchFamily="49" charset="-122"/>
              </a:rPr>
              <a:t>rs1→GR(8)</a:t>
            </a:r>
            <a:r>
              <a:rPr lang="zh-CN" altLang="en-US" b="1" dirty="0" smtClean="0">
                <a:latin typeface="Times New Roman" panose="02020603050405020304" pitchFamily="18" charset="0"/>
                <a:ea typeface="楷体" panose="02010609060101010101" pitchFamily="49" charset="-122"/>
              </a:rPr>
              <a:t>，</a:t>
            </a:r>
            <a:r>
              <a:rPr lang="en-US" altLang="zh-CN" b="1" dirty="0" smtClean="0">
                <a:latin typeface="Times New Roman" panose="02020603050405020304" pitchFamily="18" charset="0"/>
                <a:ea typeface="楷体" panose="02010609060101010101" pitchFamily="49" charset="-122"/>
              </a:rPr>
              <a:t>(rs1)→ALU(10)</a:t>
            </a:r>
            <a:r>
              <a:rPr lang="zh-CN" altLang="en-US" b="1" dirty="0" smtClean="0">
                <a:latin typeface="Times New Roman" panose="02020603050405020304" pitchFamily="18" charset="0"/>
                <a:ea typeface="楷体" panose="02010609060101010101" pitchFamily="49" charset="-122"/>
              </a:rPr>
              <a:t>，</a:t>
            </a:r>
            <a:r>
              <a:rPr lang="en-US" altLang="zh-CN" b="1" dirty="0" err="1" smtClean="0">
                <a:latin typeface="Times New Roman" panose="02020603050405020304" pitchFamily="18" charset="0"/>
                <a:ea typeface="楷体" panose="02010609060101010101" pitchFamily="49" charset="-122"/>
              </a:rPr>
              <a:t>disp→ALU</a:t>
            </a:r>
            <a:r>
              <a:rPr lang="en-US" altLang="zh-CN" b="1" dirty="0" smtClean="0">
                <a:latin typeface="Times New Roman" panose="02020603050405020304" pitchFamily="18" charset="0"/>
                <a:ea typeface="楷体" panose="02010609060101010101" pitchFamily="49" charset="-122"/>
              </a:rPr>
              <a:t>(4)</a:t>
            </a:r>
            <a:r>
              <a:rPr lang="zh-CN" altLang="en-US" b="1" dirty="0" smtClean="0">
                <a:latin typeface="Times New Roman" panose="02020603050405020304" pitchFamily="18" charset="0"/>
                <a:ea typeface="楷体" panose="02010609060101010101" pitchFamily="49" charset="-122"/>
              </a:rPr>
              <a:t>。</a:t>
            </a:r>
            <a:endParaRPr lang="zh-CN" altLang="en-US" b="1" dirty="0" smtClean="0">
              <a:latin typeface="Times New Roman" panose="02020603050405020304" pitchFamily="18" charset="0"/>
              <a:ea typeface="楷体" panose="02010609060101010101" pitchFamily="49" charset="-122"/>
            </a:endParaRPr>
          </a:p>
          <a:p>
            <a:pPr marL="744855" lvl="1" indent="-287655"/>
            <a:r>
              <a:rPr lang="zh-CN" altLang="en-US" b="1" dirty="0" smtClean="0">
                <a:latin typeface="Times New Roman" panose="02020603050405020304" pitchFamily="18" charset="0"/>
                <a:ea typeface="楷体" panose="02010609060101010101" pitchFamily="49" charset="-122"/>
              </a:rPr>
              <a:t>加法运算：“</a:t>
            </a:r>
            <a:r>
              <a:rPr lang="en-US" altLang="zh-CN" b="1" dirty="0" smtClean="0">
                <a:latin typeface="Times New Roman" panose="02020603050405020304" pitchFamily="18" charset="0"/>
                <a:ea typeface="楷体" panose="02010609060101010101" pitchFamily="49" charset="-122"/>
              </a:rPr>
              <a:t>+”(13)</a:t>
            </a:r>
            <a:r>
              <a:rPr lang="zh-CN" altLang="en-US" b="1" dirty="0" smtClean="0">
                <a:latin typeface="Times New Roman" panose="02020603050405020304" pitchFamily="18" charset="0"/>
                <a:ea typeface="楷体" panose="02010609060101010101" pitchFamily="49" charset="-122"/>
              </a:rPr>
              <a:t>。</a:t>
            </a:r>
            <a:endParaRPr lang="zh-CN" altLang="en-US" b="1" dirty="0" smtClean="0">
              <a:latin typeface="Times New Roman" panose="02020603050405020304" pitchFamily="18" charset="0"/>
              <a:ea typeface="楷体" panose="02010609060101010101" pitchFamily="49" charset="-122"/>
            </a:endParaRPr>
          </a:p>
          <a:p>
            <a:pPr marL="744855" lvl="1" indent="-287655"/>
            <a:r>
              <a:rPr lang="zh-CN" altLang="en-US" b="1" dirty="0" smtClean="0">
                <a:latin typeface="Times New Roman" panose="02020603050405020304" pitchFamily="18" charset="0"/>
                <a:ea typeface="楷体" panose="02010609060101010101" pitchFamily="49" charset="-122"/>
              </a:rPr>
              <a:t>有效地址送地址寄存器：</a:t>
            </a:r>
            <a:r>
              <a:rPr lang="en-US" altLang="zh-CN" b="1" dirty="0" smtClean="0">
                <a:latin typeface="Times New Roman" panose="02020603050405020304" pitchFamily="18" charset="0"/>
                <a:ea typeface="楷体" panose="02010609060101010101" pitchFamily="49" charset="-122"/>
              </a:rPr>
              <a:t>ALU→AR(19)</a:t>
            </a:r>
            <a:r>
              <a:rPr lang="zh-CN" altLang="en-US" b="1" dirty="0" smtClean="0">
                <a:latin typeface="Times New Roman" panose="02020603050405020304" pitchFamily="18" charset="0"/>
                <a:ea typeface="楷体" panose="02010609060101010101" pitchFamily="49" charset="-122"/>
              </a:rPr>
              <a:t>。</a:t>
            </a:r>
            <a:endParaRPr lang="zh-CN" altLang="en-US" b="1" dirty="0" smtClean="0">
              <a:latin typeface="Times New Roman" panose="02020603050405020304" pitchFamily="18" charset="0"/>
              <a:ea typeface="楷体" panose="02010609060101010101" pitchFamily="49"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p:cNvSpPr>
            <a:spLocks noGrp="1" noChangeArrowheads="1"/>
          </p:cNvSpPr>
          <p:nvPr>
            <p:ph type="subTitle" idx="4294967295"/>
          </p:nvPr>
        </p:nvSpPr>
        <p:spPr bwMode="auto">
          <a:xfrm>
            <a:off x="996462" y="609600"/>
            <a:ext cx="9214338" cy="58674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87655" indent="-287655">
              <a:buNone/>
            </a:pPr>
            <a:r>
              <a:rPr lang="en-US" altLang="zh-CN" b="1" dirty="0" smtClean="0">
                <a:latin typeface="Times New Roman" panose="02020603050405020304" pitchFamily="18" charset="0"/>
                <a:ea typeface="楷体" panose="02010609060101010101" pitchFamily="49" charset="-122"/>
              </a:rPr>
              <a:t>(3) </a:t>
            </a:r>
            <a:r>
              <a:rPr lang="zh-CN" altLang="en-US" b="1" dirty="0" smtClean="0">
                <a:solidFill>
                  <a:schemeClr val="accent2"/>
                </a:solidFill>
                <a:latin typeface="Times New Roman" panose="02020603050405020304" pitchFamily="18" charset="0"/>
                <a:ea typeface="楷体" panose="02010609060101010101" pitchFamily="49" charset="-122"/>
              </a:rPr>
              <a:t>取数微指令</a:t>
            </a:r>
            <a:endParaRPr lang="zh-CN" altLang="en-US" b="1" dirty="0" smtClean="0">
              <a:solidFill>
                <a:schemeClr val="accent2"/>
              </a:solidFill>
              <a:latin typeface="Times New Roman" panose="02020603050405020304" pitchFamily="18" charset="0"/>
              <a:ea typeface="楷体" panose="02010609060101010101" pitchFamily="49" charset="-122"/>
            </a:endParaRPr>
          </a:p>
          <a:p>
            <a:pPr marL="287655" indent="-287655"/>
            <a:r>
              <a:rPr lang="zh-CN" altLang="en-US" b="1" dirty="0" smtClean="0">
                <a:latin typeface="Times New Roman" panose="02020603050405020304" pitchFamily="18" charset="0"/>
                <a:ea typeface="楷体" panose="02010609060101010101" pitchFamily="49" charset="-122"/>
              </a:rPr>
              <a:t>① 数据地址送地址总线：</a:t>
            </a:r>
            <a:r>
              <a:rPr lang="en-US" altLang="zh-CN" b="1" dirty="0" smtClean="0">
                <a:latin typeface="Times New Roman" panose="02020603050405020304" pitchFamily="18" charset="0"/>
                <a:ea typeface="楷体" panose="02010609060101010101" pitchFamily="49" charset="-122"/>
              </a:rPr>
              <a:t>AR→AB(20)</a:t>
            </a:r>
            <a:r>
              <a:rPr lang="zh-CN" altLang="en-US" b="1" dirty="0" smtClean="0">
                <a:latin typeface="Times New Roman" panose="02020603050405020304" pitchFamily="18" charset="0"/>
                <a:ea typeface="楷体" panose="02010609060101010101" pitchFamily="49" charset="-122"/>
              </a:rPr>
              <a:t>。</a:t>
            </a:r>
            <a:endParaRPr lang="zh-CN" altLang="en-US" b="1" dirty="0" smtClean="0">
              <a:latin typeface="Times New Roman" panose="02020603050405020304" pitchFamily="18" charset="0"/>
              <a:ea typeface="楷体" panose="02010609060101010101" pitchFamily="49" charset="-122"/>
            </a:endParaRPr>
          </a:p>
          <a:p>
            <a:pPr marL="287655" indent="-287655"/>
            <a:r>
              <a:rPr lang="zh-CN" altLang="en-US" b="1" dirty="0" smtClean="0">
                <a:latin typeface="Times New Roman" panose="02020603050405020304" pitchFamily="18" charset="0"/>
                <a:ea typeface="楷体" panose="02010609060101010101" pitchFamily="49" charset="-122"/>
              </a:rPr>
              <a:t>② 发访存控制命令：</a:t>
            </a:r>
            <a:r>
              <a:rPr lang="en-US" altLang="zh-CN" b="1" dirty="0" smtClean="0">
                <a:latin typeface="Times New Roman" panose="02020603050405020304" pitchFamily="18" charset="0"/>
                <a:ea typeface="楷体" panose="02010609060101010101" pitchFamily="49" charset="-122"/>
              </a:rPr>
              <a:t>ADS(21)</a:t>
            </a:r>
            <a:r>
              <a:rPr lang="zh-CN" altLang="en-US" b="1" dirty="0" smtClean="0">
                <a:latin typeface="Times New Roman" panose="02020603050405020304" pitchFamily="18" charset="0"/>
                <a:ea typeface="楷体" panose="02010609060101010101" pitchFamily="49" charset="-122"/>
              </a:rPr>
              <a:t>，</a:t>
            </a:r>
            <a:r>
              <a:rPr lang="en-US" altLang="zh-CN" b="1" dirty="0" smtClean="0">
                <a:latin typeface="Times New Roman" panose="02020603050405020304" pitchFamily="18" charset="0"/>
                <a:ea typeface="楷体" panose="02010609060101010101" pitchFamily="49" charset="-122"/>
              </a:rPr>
              <a:t>M</a:t>
            </a:r>
            <a:r>
              <a:rPr lang="zh-CN" altLang="en-US" b="1" dirty="0" smtClean="0">
                <a:latin typeface="Times New Roman" panose="02020603050405020304" pitchFamily="18" charset="0"/>
                <a:ea typeface="楷体" panose="02010609060101010101" pitchFamily="49" charset="-122"/>
              </a:rPr>
              <a:t>／</a:t>
            </a:r>
            <a:r>
              <a:rPr lang="en-US" altLang="zh-CN" b="1" dirty="0" smtClean="0">
                <a:latin typeface="Times New Roman" panose="02020603050405020304" pitchFamily="18" charset="0"/>
                <a:ea typeface="楷体" panose="02010609060101010101" pitchFamily="49" charset="-122"/>
              </a:rPr>
              <a:t>IO(22)</a:t>
            </a:r>
            <a:r>
              <a:rPr lang="zh-CN" altLang="en-US" b="1" dirty="0" smtClean="0">
                <a:latin typeface="Times New Roman" panose="02020603050405020304" pitchFamily="18" charset="0"/>
                <a:ea typeface="楷体" panose="02010609060101010101" pitchFamily="49" charset="-122"/>
              </a:rPr>
              <a:t>，</a:t>
            </a:r>
            <a:r>
              <a:rPr lang="en-US" altLang="zh-CN" b="1" dirty="0" smtClean="0">
                <a:latin typeface="Times New Roman" panose="02020603050405020304" pitchFamily="18" charset="0"/>
                <a:ea typeface="楷体" panose="02010609060101010101" pitchFamily="49" charset="-122"/>
              </a:rPr>
              <a:t>W/R(23)</a:t>
            </a:r>
            <a:r>
              <a:rPr lang="zh-CN" altLang="en-US" b="1" dirty="0" smtClean="0">
                <a:latin typeface="Times New Roman" panose="02020603050405020304" pitchFamily="18" charset="0"/>
                <a:ea typeface="楷体" panose="02010609060101010101" pitchFamily="49" charset="-122"/>
              </a:rPr>
              <a:t>。由存储器将数据送数据总线</a:t>
            </a:r>
            <a:r>
              <a:rPr lang="en-US" altLang="zh-CN" b="1" dirty="0" smtClean="0">
                <a:latin typeface="Times New Roman" panose="02020603050405020304" pitchFamily="18" charset="0"/>
                <a:ea typeface="楷体" panose="02010609060101010101" pitchFamily="49" charset="-122"/>
              </a:rPr>
              <a:t>DB</a:t>
            </a:r>
            <a:r>
              <a:rPr lang="zh-CN" altLang="en-US" b="1" dirty="0" smtClean="0">
                <a:latin typeface="Times New Roman" panose="02020603050405020304" pitchFamily="18" charset="0"/>
                <a:ea typeface="楷体" panose="02010609060101010101" pitchFamily="49" charset="-122"/>
              </a:rPr>
              <a:t>。</a:t>
            </a:r>
            <a:endParaRPr lang="zh-CN" altLang="en-US" b="1" dirty="0" smtClean="0">
              <a:latin typeface="Times New Roman" panose="02020603050405020304" pitchFamily="18" charset="0"/>
              <a:ea typeface="楷体" panose="02010609060101010101" pitchFamily="49" charset="-122"/>
            </a:endParaRPr>
          </a:p>
          <a:p>
            <a:pPr marL="287655" indent="-287655"/>
            <a:r>
              <a:rPr lang="zh-CN" altLang="en-US" b="1" dirty="0" smtClean="0">
                <a:latin typeface="Times New Roman" panose="02020603050405020304" pitchFamily="18" charset="0"/>
                <a:ea typeface="楷体" panose="02010609060101010101" pitchFamily="49" charset="-122"/>
              </a:rPr>
              <a:t>③ 数据送数据寄存器：</a:t>
            </a:r>
            <a:r>
              <a:rPr lang="en-US" altLang="zh-CN" b="1" dirty="0" smtClean="0">
                <a:latin typeface="Times New Roman" panose="02020603050405020304" pitchFamily="18" charset="0"/>
                <a:ea typeface="楷体" panose="02010609060101010101" pitchFamily="49" charset="-122"/>
              </a:rPr>
              <a:t>DB→DR(6)</a:t>
            </a:r>
            <a:endParaRPr lang="en-US" altLang="zh-CN" b="1" dirty="0" smtClean="0">
              <a:latin typeface="Times New Roman" panose="02020603050405020304" pitchFamily="18" charset="0"/>
              <a:ea typeface="楷体" panose="02010609060101010101" pitchFamily="49" charset="-122"/>
            </a:endParaRPr>
          </a:p>
          <a:p>
            <a:pPr marL="287655" indent="-287655">
              <a:buNone/>
            </a:pPr>
            <a:r>
              <a:rPr lang="en-US" altLang="zh-CN" b="1" dirty="0" smtClean="0">
                <a:latin typeface="Times New Roman" panose="02020603050405020304" pitchFamily="18" charset="0"/>
                <a:ea typeface="楷体" panose="02010609060101010101" pitchFamily="49" charset="-122"/>
              </a:rPr>
              <a:t>(4) </a:t>
            </a:r>
            <a:r>
              <a:rPr lang="zh-CN" altLang="en-US" b="1" dirty="0" smtClean="0">
                <a:solidFill>
                  <a:schemeClr val="accent2"/>
                </a:solidFill>
                <a:latin typeface="Times New Roman" panose="02020603050405020304" pitchFamily="18" charset="0"/>
                <a:ea typeface="楷体" panose="02010609060101010101" pitchFamily="49" charset="-122"/>
              </a:rPr>
              <a:t>加法运算和送结果微指令</a:t>
            </a:r>
            <a:endParaRPr lang="zh-CN" altLang="en-US" b="1" dirty="0" smtClean="0">
              <a:solidFill>
                <a:schemeClr val="accent2"/>
              </a:solidFill>
              <a:latin typeface="Times New Roman" panose="02020603050405020304" pitchFamily="18" charset="0"/>
              <a:ea typeface="楷体" panose="02010609060101010101" pitchFamily="49" charset="-122"/>
            </a:endParaRPr>
          </a:p>
          <a:p>
            <a:pPr marL="287655" indent="-287655"/>
            <a:r>
              <a:rPr lang="zh-CN" altLang="en-US" b="1" dirty="0" smtClean="0">
                <a:latin typeface="Times New Roman" panose="02020603050405020304" pitchFamily="18" charset="0"/>
                <a:ea typeface="楷体" panose="02010609060101010101" pitchFamily="49" charset="-122"/>
              </a:rPr>
              <a:t>① 两源操作数送</a:t>
            </a:r>
            <a:r>
              <a:rPr lang="en-US" altLang="zh-CN" b="1" dirty="0" smtClean="0">
                <a:latin typeface="Times New Roman" panose="02020603050405020304" pitchFamily="18" charset="0"/>
                <a:ea typeface="楷体" panose="02010609060101010101" pitchFamily="49" charset="-122"/>
              </a:rPr>
              <a:t>ALU</a:t>
            </a:r>
            <a:r>
              <a:rPr lang="zh-CN" altLang="en-US" b="1" dirty="0" smtClean="0">
                <a:latin typeface="Times New Roman" panose="02020603050405020304" pitchFamily="18" charset="0"/>
                <a:ea typeface="楷体" panose="02010609060101010101" pitchFamily="49" charset="-122"/>
              </a:rPr>
              <a:t>：</a:t>
            </a:r>
            <a:r>
              <a:rPr lang="en-US" altLang="zh-CN" b="1" dirty="0" err="1" smtClean="0">
                <a:latin typeface="Times New Roman" panose="02020603050405020304" pitchFamily="18" charset="0"/>
                <a:ea typeface="楷体" panose="02010609060101010101" pitchFamily="49" charset="-122"/>
              </a:rPr>
              <a:t>rs→GR</a:t>
            </a:r>
            <a:r>
              <a:rPr lang="en-US" altLang="zh-CN" b="1" dirty="0" smtClean="0">
                <a:latin typeface="Times New Roman" panose="02020603050405020304" pitchFamily="18" charset="0"/>
                <a:ea typeface="楷体" panose="02010609060101010101" pitchFamily="49" charset="-122"/>
              </a:rPr>
              <a:t>(9)</a:t>
            </a:r>
            <a:r>
              <a:rPr lang="zh-CN" altLang="en-US" b="1" dirty="0" smtClean="0">
                <a:latin typeface="Times New Roman" panose="02020603050405020304" pitchFamily="18" charset="0"/>
                <a:ea typeface="楷体" panose="02010609060101010101" pitchFamily="49" charset="-122"/>
              </a:rPr>
              <a:t>，</a:t>
            </a:r>
            <a:r>
              <a:rPr lang="en-US" altLang="zh-CN" b="1" dirty="0" smtClean="0">
                <a:latin typeface="Times New Roman" panose="02020603050405020304" pitchFamily="18" charset="0"/>
                <a:ea typeface="楷体" panose="02010609060101010101" pitchFamily="49" charset="-122"/>
              </a:rPr>
              <a:t>(</a:t>
            </a:r>
            <a:r>
              <a:rPr lang="en-US" altLang="zh-CN" b="1" dirty="0" err="1" smtClean="0">
                <a:latin typeface="Times New Roman" panose="02020603050405020304" pitchFamily="18" charset="0"/>
                <a:ea typeface="楷体" panose="02010609060101010101" pitchFamily="49" charset="-122"/>
              </a:rPr>
              <a:t>rs</a:t>
            </a:r>
            <a:r>
              <a:rPr lang="en-US" altLang="zh-CN" b="1" dirty="0" smtClean="0">
                <a:latin typeface="Times New Roman" panose="02020603050405020304" pitchFamily="18" charset="0"/>
                <a:ea typeface="楷体" panose="02010609060101010101" pitchFamily="49" charset="-122"/>
              </a:rPr>
              <a:t>)→ALU(11)</a:t>
            </a:r>
            <a:r>
              <a:rPr lang="zh-CN" altLang="en-US" b="1" dirty="0" smtClean="0">
                <a:latin typeface="Times New Roman" panose="02020603050405020304" pitchFamily="18" charset="0"/>
                <a:ea typeface="楷体" panose="02010609060101010101" pitchFamily="49" charset="-122"/>
              </a:rPr>
              <a:t>；</a:t>
            </a:r>
            <a:r>
              <a:rPr lang="en-US" altLang="zh-CN" b="1" dirty="0" smtClean="0">
                <a:latin typeface="Times New Roman" panose="02020603050405020304" pitchFamily="18" charset="0"/>
                <a:ea typeface="楷体" panose="02010609060101010101" pitchFamily="49" charset="-122"/>
              </a:rPr>
              <a:t>DR→ALU(12)</a:t>
            </a:r>
            <a:r>
              <a:rPr lang="zh-CN" altLang="en-US" b="1" dirty="0" smtClean="0">
                <a:latin typeface="Times New Roman" panose="02020603050405020304" pitchFamily="18" charset="0"/>
                <a:ea typeface="楷体" panose="02010609060101010101" pitchFamily="49" charset="-122"/>
              </a:rPr>
              <a:t>。</a:t>
            </a:r>
            <a:endParaRPr lang="zh-CN" altLang="en-US" b="1" dirty="0" smtClean="0">
              <a:latin typeface="Times New Roman" panose="02020603050405020304" pitchFamily="18" charset="0"/>
              <a:ea typeface="楷体" panose="02010609060101010101" pitchFamily="49" charset="-122"/>
            </a:endParaRPr>
          </a:p>
          <a:p>
            <a:pPr marL="287655" indent="-287655"/>
            <a:r>
              <a:rPr lang="zh-CN" altLang="en-US" b="1" dirty="0" smtClean="0">
                <a:latin typeface="Times New Roman" panose="02020603050405020304" pitchFamily="18" charset="0"/>
                <a:ea typeface="楷体" panose="02010609060101010101" pitchFamily="49" charset="-122"/>
              </a:rPr>
              <a:t>② 加法运算：“</a:t>
            </a:r>
            <a:r>
              <a:rPr lang="en-US" altLang="zh-CN" b="1" dirty="0" smtClean="0">
                <a:latin typeface="Times New Roman" panose="02020603050405020304" pitchFamily="18" charset="0"/>
                <a:ea typeface="楷体" panose="02010609060101010101" pitchFamily="49" charset="-122"/>
              </a:rPr>
              <a:t>+”(13)</a:t>
            </a:r>
            <a:endParaRPr lang="en-US" altLang="zh-CN" b="1" dirty="0" smtClean="0">
              <a:latin typeface="Times New Roman" panose="02020603050405020304" pitchFamily="18" charset="0"/>
              <a:ea typeface="楷体" panose="02010609060101010101" pitchFamily="49" charset="-122"/>
            </a:endParaRPr>
          </a:p>
          <a:p>
            <a:pPr marL="287655" indent="-287655"/>
            <a:r>
              <a:rPr lang="en-US" altLang="zh-CN" b="1" dirty="0" smtClean="0">
                <a:latin typeface="Times New Roman" panose="02020603050405020304" pitchFamily="18" charset="0"/>
                <a:ea typeface="楷体" panose="02010609060101010101" pitchFamily="49" charset="-122"/>
              </a:rPr>
              <a:t>③ </a:t>
            </a:r>
            <a:r>
              <a:rPr lang="zh-CN" altLang="en-US" b="1" dirty="0" smtClean="0">
                <a:latin typeface="Times New Roman" panose="02020603050405020304" pitchFamily="18" charset="0"/>
                <a:ea typeface="楷体" panose="02010609060101010101" pitchFamily="49" charset="-122"/>
              </a:rPr>
              <a:t>送结果：</a:t>
            </a:r>
            <a:r>
              <a:rPr lang="en-US" altLang="zh-CN" b="1" dirty="0" smtClean="0">
                <a:latin typeface="Times New Roman" panose="02020603050405020304" pitchFamily="18" charset="0"/>
                <a:ea typeface="楷体" panose="02010609060101010101" pitchFamily="49" charset="-122"/>
              </a:rPr>
              <a:t>ALU→GR(17)</a:t>
            </a:r>
            <a:endParaRPr lang="zh-CN" altLang="en-US" b="1" dirty="0" smtClean="0">
              <a:latin typeface="Times New Roman" panose="02020603050405020304" pitchFamily="18" charset="0"/>
              <a:ea typeface="楷体" panose="02010609060101010101" pitchFamily="49"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2802" name="内容占位符 2"/>
          <p:cNvSpPr>
            <a:spLocks noGrp="1"/>
          </p:cNvSpPr>
          <p:nvPr>
            <p:ph idx="1"/>
          </p:nvPr>
        </p:nvSpPr>
        <p:spPr bwMode="auto">
          <a:xfrm>
            <a:off x="791309" y="549276"/>
            <a:ext cx="10656276" cy="573429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normAutofit fontScale="92500" lnSpcReduction="20000"/>
          </a:bodyPr>
          <a:lstStyle/>
          <a:p>
            <a:r>
              <a:rPr lang="en-US" altLang="zh-CN" sz="1900" b="1" dirty="0">
                <a:latin typeface="楷体" panose="02010609060101010101" pitchFamily="49" charset="-122"/>
                <a:ea typeface="楷体" panose="02010609060101010101" pitchFamily="49" charset="-122"/>
              </a:rPr>
              <a:t>1.</a:t>
            </a:r>
            <a:r>
              <a:rPr lang="zh-CN" altLang="en-US" sz="1900" b="1" dirty="0">
                <a:latin typeface="楷体" panose="02010609060101010101" pitchFamily="49" charset="-122"/>
                <a:ea typeface="楷体" panose="02010609060101010101" pitchFamily="49" charset="-122"/>
              </a:rPr>
              <a:t>以下有关指令系统的说法中，错误的是（	</a:t>
            </a:r>
            <a:r>
              <a:rPr lang="en-US" altLang="zh-CN" sz="1900" b="1" dirty="0">
                <a:latin typeface="楷体" panose="02010609060101010101" pitchFamily="49" charset="-122"/>
                <a:ea typeface="楷体" panose="02010609060101010101" pitchFamily="49" charset="-122"/>
              </a:rPr>
              <a:t>D</a:t>
            </a:r>
            <a:r>
              <a:rPr lang="zh-CN" altLang="en-US" sz="1900" b="1" dirty="0">
                <a:latin typeface="楷体" panose="02010609060101010101" pitchFamily="49" charset="-122"/>
                <a:ea typeface="楷体" panose="02010609060101010101" pitchFamily="49" charset="-122"/>
              </a:rPr>
              <a:t>	）。</a:t>
            </a:r>
            <a:endParaRPr lang="zh-CN" altLang="en-US" sz="1900" b="1" dirty="0">
              <a:latin typeface="楷体" panose="02010609060101010101" pitchFamily="49" charset="-122"/>
              <a:ea typeface="楷体" panose="02010609060101010101" pitchFamily="49" charset="-122"/>
            </a:endParaRPr>
          </a:p>
          <a:p>
            <a:r>
              <a:rPr lang="en-US" altLang="zh-CN" sz="1900" b="1" dirty="0">
                <a:latin typeface="楷体" panose="02010609060101010101" pitchFamily="49" charset="-122"/>
                <a:ea typeface="楷体" panose="02010609060101010101" pitchFamily="49" charset="-122"/>
              </a:rPr>
              <a:t>A.</a:t>
            </a:r>
            <a:r>
              <a:rPr lang="zh-CN" altLang="en-US" sz="1900" b="1" dirty="0">
                <a:latin typeface="楷体" panose="02010609060101010101" pitchFamily="49" charset="-122"/>
                <a:ea typeface="楷体" panose="02010609060101010101" pitchFamily="49" charset="-122"/>
              </a:rPr>
              <a:t>指令系统是一台机器硬件能执行的指令全体</a:t>
            </a:r>
            <a:endParaRPr lang="zh-CN" altLang="en-US" sz="1900" b="1" dirty="0">
              <a:latin typeface="楷体" panose="02010609060101010101" pitchFamily="49" charset="-122"/>
              <a:ea typeface="楷体" panose="02010609060101010101" pitchFamily="49" charset="-122"/>
            </a:endParaRPr>
          </a:p>
          <a:p>
            <a:r>
              <a:rPr lang="en-US" altLang="zh-CN" sz="1900" b="1" dirty="0">
                <a:latin typeface="楷体" panose="02010609060101010101" pitchFamily="49" charset="-122"/>
                <a:ea typeface="楷体" panose="02010609060101010101" pitchFamily="49" charset="-122"/>
              </a:rPr>
              <a:t>B.</a:t>
            </a:r>
            <a:r>
              <a:rPr lang="zh-CN" altLang="en-US" sz="1900" b="1" dirty="0">
                <a:latin typeface="楷体" panose="02010609060101010101" pitchFamily="49" charset="-122"/>
                <a:ea typeface="楷体" panose="02010609060101010101" pitchFamily="49" charset="-122"/>
              </a:rPr>
              <a:t>任何程序运行前都要先转换为机器语言程序</a:t>
            </a:r>
            <a:endParaRPr lang="zh-CN" altLang="en-US" sz="1900" b="1" dirty="0">
              <a:latin typeface="楷体" panose="02010609060101010101" pitchFamily="49" charset="-122"/>
              <a:ea typeface="楷体" panose="02010609060101010101" pitchFamily="49" charset="-122"/>
            </a:endParaRPr>
          </a:p>
          <a:p>
            <a:r>
              <a:rPr lang="en-US" altLang="zh-CN" sz="1900" b="1" dirty="0">
                <a:latin typeface="楷体" panose="02010609060101010101" pitchFamily="49" charset="-122"/>
                <a:ea typeface="楷体" panose="02010609060101010101" pitchFamily="49" charset="-122"/>
              </a:rPr>
              <a:t>C.</a:t>
            </a:r>
            <a:r>
              <a:rPr lang="zh-CN" altLang="en-US" sz="1900" b="1" dirty="0">
                <a:latin typeface="楷体" panose="02010609060101010101" pitchFamily="49" charset="-122"/>
                <a:ea typeface="楷体" panose="02010609060101010101" pitchFamily="49" charset="-122"/>
              </a:rPr>
              <a:t>指令系统是计算机软</a:t>
            </a:r>
            <a:r>
              <a:rPr lang="en-US" altLang="zh-CN" sz="1900" b="1" dirty="0">
                <a:latin typeface="楷体" panose="02010609060101010101" pitchFamily="49" charset="-122"/>
                <a:ea typeface="楷体" panose="02010609060101010101" pitchFamily="49" charset="-122"/>
              </a:rPr>
              <a:t>/</a:t>
            </a:r>
            <a:r>
              <a:rPr lang="zh-CN" altLang="en-US" sz="1900" b="1" dirty="0">
                <a:latin typeface="楷体" panose="02010609060101010101" pitchFamily="49" charset="-122"/>
                <a:ea typeface="楷体" panose="02010609060101010101" pitchFamily="49" charset="-122"/>
              </a:rPr>
              <a:t>硬件的界面</a:t>
            </a:r>
            <a:endParaRPr lang="zh-CN" altLang="en-US" sz="1900" b="1" dirty="0">
              <a:latin typeface="楷体" panose="02010609060101010101" pitchFamily="49" charset="-122"/>
              <a:ea typeface="楷体" panose="02010609060101010101" pitchFamily="49" charset="-122"/>
            </a:endParaRPr>
          </a:p>
          <a:p>
            <a:r>
              <a:rPr lang="en-US" altLang="zh-CN" sz="1900" b="1" dirty="0">
                <a:latin typeface="楷体" panose="02010609060101010101" pitchFamily="49" charset="-122"/>
                <a:ea typeface="楷体" panose="02010609060101010101" pitchFamily="49" charset="-122"/>
              </a:rPr>
              <a:t>D.</a:t>
            </a:r>
            <a:r>
              <a:rPr lang="zh-CN" altLang="en-US" sz="1900" b="1" dirty="0">
                <a:latin typeface="楷体" panose="02010609060101010101" pitchFamily="49" charset="-122"/>
                <a:ea typeface="楷体" panose="02010609060101010101" pitchFamily="49" charset="-122"/>
              </a:rPr>
              <a:t>指令系统和机器语言是无关的</a:t>
            </a:r>
            <a:r>
              <a:rPr lang="en-US" altLang="zh-CN" sz="1900" b="1" dirty="0">
                <a:latin typeface="楷体" panose="02010609060101010101" pitchFamily="49" charset="-122"/>
                <a:ea typeface="楷体" panose="02010609060101010101" pitchFamily="49" charset="-122"/>
              </a:rPr>
              <a:t>   </a:t>
            </a:r>
            <a:r>
              <a:rPr lang="zh-CN" altLang="en-US" sz="1900" b="1" dirty="0">
                <a:latin typeface="楷体" panose="02010609060101010101" pitchFamily="49" charset="-122"/>
                <a:ea typeface="楷体" panose="02010609060101010101" pitchFamily="49" charset="-122"/>
              </a:rPr>
              <a:t>【指令系统本质上就是机器语言的实现集合，机器语言是指令系统具体的编码表示形式】</a:t>
            </a:r>
            <a:endParaRPr lang="zh-CN" altLang="en-US" sz="1900" b="1" dirty="0">
              <a:latin typeface="楷体" panose="02010609060101010101" pitchFamily="49" charset="-122"/>
              <a:ea typeface="楷体" panose="02010609060101010101" pitchFamily="49" charset="-122"/>
            </a:endParaRPr>
          </a:p>
          <a:p>
            <a:r>
              <a:rPr lang="en-US" altLang="zh-CN" sz="1900" b="1" dirty="0">
                <a:latin typeface="楷体" panose="02010609060101010101" pitchFamily="49" charset="-122"/>
                <a:ea typeface="楷体" panose="02010609060101010101" pitchFamily="49" charset="-122"/>
              </a:rPr>
              <a:t>2.</a:t>
            </a:r>
            <a:r>
              <a:rPr lang="zh-CN" altLang="en-US" sz="1900" b="1" dirty="0">
                <a:latin typeface="楷体" panose="02010609060101010101" pitchFamily="49" charset="-122"/>
                <a:ea typeface="楷体" panose="02010609060101010101" pitchFamily="49" charset="-122"/>
              </a:rPr>
              <a:t>在</a:t>
            </a:r>
            <a:r>
              <a:rPr lang="en-US" altLang="zh-CN" sz="1900" b="1" dirty="0">
                <a:latin typeface="楷体" panose="02010609060101010101" pitchFamily="49" charset="-122"/>
                <a:ea typeface="楷体" panose="02010609060101010101" pitchFamily="49" charset="-122"/>
              </a:rPr>
              <a:t>CPU </a:t>
            </a:r>
            <a:r>
              <a:rPr lang="zh-CN" altLang="en-US" sz="1900" b="1" dirty="0">
                <a:latin typeface="楷体" panose="02010609060101010101" pitchFamily="49" charset="-122"/>
                <a:ea typeface="楷体" panose="02010609060101010101" pitchFamily="49" charset="-122"/>
              </a:rPr>
              <a:t>执行指令的过程中，指令的地址由（		）给出。</a:t>
            </a:r>
            <a:endParaRPr lang="zh-CN" altLang="en-US" sz="1900" b="1" dirty="0">
              <a:latin typeface="楷体" panose="02010609060101010101" pitchFamily="49" charset="-122"/>
              <a:ea typeface="楷体" panose="02010609060101010101" pitchFamily="49" charset="-122"/>
            </a:endParaRPr>
          </a:p>
          <a:p>
            <a:r>
              <a:rPr lang="en-US" altLang="zh-CN" sz="1900" b="1" dirty="0">
                <a:latin typeface="楷体" panose="02010609060101010101" pitchFamily="49" charset="-122"/>
                <a:ea typeface="楷体" panose="02010609060101010101" pitchFamily="49" charset="-122"/>
              </a:rPr>
              <a:t>A.</a:t>
            </a:r>
            <a:r>
              <a:rPr lang="zh-CN" altLang="en-US" sz="1900" b="1" dirty="0">
                <a:latin typeface="楷体" panose="02010609060101010101" pitchFamily="49" charset="-122"/>
                <a:ea typeface="楷体" panose="02010609060101010101" pitchFamily="49" charset="-122"/>
              </a:rPr>
              <a:t>程序计数器（</a:t>
            </a:r>
            <a:r>
              <a:rPr lang="en-US" altLang="zh-CN" sz="1900" b="1" dirty="0">
                <a:latin typeface="楷体" panose="02010609060101010101" pitchFamily="49" charset="-122"/>
                <a:ea typeface="楷体" panose="02010609060101010101" pitchFamily="49" charset="-122"/>
              </a:rPr>
              <a:t>PC</a:t>
            </a:r>
            <a:r>
              <a:rPr lang="zh-CN" altLang="en-US" sz="1900" b="1" dirty="0">
                <a:latin typeface="楷体" panose="02010609060101010101" pitchFamily="49" charset="-122"/>
                <a:ea typeface="楷体" panose="02010609060101010101" pitchFamily="49" charset="-122"/>
              </a:rPr>
              <a:t>）		</a:t>
            </a:r>
            <a:r>
              <a:rPr lang="en-US" altLang="zh-CN" sz="1900" b="1" dirty="0" smtClean="0">
                <a:latin typeface="楷体" panose="02010609060101010101" pitchFamily="49" charset="-122"/>
                <a:ea typeface="楷体" panose="02010609060101010101" pitchFamily="49" charset="-122"/>
              </a:rPr>
              <a:t>B</a:t>
            </a:r>
            <a:r>
              <a:rPr lang="en-US" altLang="zh-CN" sz="1900" b="1" dirty="0">
                <a:latin typeface="楷体" panose="02010609060101010101" pitchFamily="49" charset="-122"/>
                <a:ea typeface="楷体" panose="02010609060101010101" pitchFamily="49" charset="-122"/>
              </a:rPr>
              <a:t>.</a:t>
            </a:r>
            <a:r>
              <a:rPr lang="zh-CN" altLang="en-US" sz="1900" b="1" dirty="0">
                <a:latin typeface="楷体" panose="02010609060101010101" pitchFamily="49" charset="-122"/>
                <a:ea typeface="楷体" panose="02010609060101010101" pitchFamily="49" charset="-122"/>
              </a:rPr>
              <a:t>指令的地址码字</a:t>
            </a:r>
            <a:r>
              <a:rPr lang="zh-CN" altLang="en-US" sz="1900" b="1" dirty="0" smtClean="0">
                <a:latin typeface="楷体" panose="02010609060101010101" pitchFamily="49" charset="-122"/>
                <a:ea typeface="楷体" panose="02010609060101010101" pitchFamily="49" charset="-122"/>
              </a:rPr>
              <a:t>段</a:t>
            </a:r>
            <a:r>
              <a:rPr lang="en-US" altLang="zh-CN" sz="1900" b="1" dirty="0" smtClean="0">
                <a:latin typeface="楷体" panose="02010609060101010101" pitchFamily="49" charset="-122"/>
                <a:ea typeface="楷体" panose="02010609060101010101" pitchFamily="49" charset="-122"/>
              </a:rPr>
              <a:t>		C</a:t>
            </a:r>
            <a:r>
              <a:rPr lang="en-US" altLang="zh-CN" sz="1900" b="1" dirty="0">
                <a:latin typeface="楷体" panose="02010609060101010101" pitchFamily="49" charset="-122"/>
                <a:ea typeface="楷体" panose="02010609060101010101" pitchFamily="49" charset="-122"/>
              </a:rPr>
              <a:t>.</a:t>
            </a:r>
            <a:r>
              <a:rPr lang="zh-CN" altLang="en-US" sz="1900" b="1" dirty="0">
                <a:latin typeface="楷体" panose="02010609060101010101" pitchFamily="49" charset="-122"/>
                <a:ea typeface="楷体" panose="02010609060101010101" pitchFamily="49" charset="-122"/>
              </a:rPr>
              <a:t>操作系统		</a:t>
            </a:r>
            <a:r>
              <a:rPr lang="en-US" altLang="zh-CN" sz="1900" b="1" dirty="0" smtClean="0">
                <a:latin typeface="楷体" panose="02010609060101010101" pitchFamily="49" charset="-122"/>
                <a:ea typeface="楷体" panose="02010609060101010101" pitchFamily="49" charset="-122"/>
              </a:rPr>
              <a:t>D</a:t>
            </a:r>
            <a:r>
              <a:rPr lang="en-US" altLang="zh-CN" sz="1900" b="1" dirty="0">
                <a:latin typeface="楷体" panose="02010609060101010101" pitchFamily="49" charset="-122"/>
                <a:ea typeface="楷体" panose="02010609060101010101" pitchFamily="49" charset="-122"/>
              </a:rPr>
              <a:t>.</a:t>
            </a:r>
            <a:r>
              <a:rPr lang="zh-CN" altLang="en-US" sz="1900" b="1" dirty="0">
                <a:latin typeface="楷体" panose="02010609060101010101" pitchFamily="49" charset="-122"/>
                <a:ea typeface="楷体" panose="02010609060101010101" pitchFamily="49" charset="-122"/>
              </a:rPr>
              <a:t>程序员</a:t>
            </a:r>
            <a:endParaRPr lang="zh-CN" altLang="en-US" sz="1900" b="1" dirty="0">
              <a:latin typeface="楷体" panose="02010609060101010101" pitchFamily="49" charset="-122"/>
              <a:ea typeface="楷体" panose="02010609060101010101" pitchFamily="49" charset="-122"/>
            </a:endParaRPr>
          </a:p>
          <a:p>
            <a:r>
              <a:rPr lang="en-US" altLang="zh-CN" sz="1900" b="1" dirty="0">
                <a:latin typeface="楷体" panose="02010609060101010101" pitchFamily="49" charset="-122"/>
                <a:ea typeface="楷体" panose="02010609060101010101" pitchFamily="49" charset="-122"/>
              </a:rPr>
              <a:t>3.</a:t>
            </a:r>
            <a:r>
              <a:rPr lang="zh-CN" altLang="en-US" sz="1900" b="1" dirty="0">
                <a:latin typeface="楷体" panose="02010609060101010101" pitchFamily="49" charset="-122"/>
                <a:ea typeface="楷体" panose="02010609060101010101" pitchFamily="49" charset="-122"/>
              </a:rPr>
              <a:t>运算型指令的寻址与转移型指令的寻址的不同点在于（	）。</a:t>
            </a:r>
            <a:endParaRPr lang="zh-CN" altLang="en-US" sz="1900" b="1" dirty="0">
              <a:latin typeface="楷体" panose="02010609060101010101" pitchFamily="49" charset="-122"/>
              <a:ea typeface="楷体" panose="02010609060101010101" pitchFamily="49" charset="-122"/>
            </a:endParaRPr>
          </a:p>
          <a:p>
            <a:r>
              <a:rPr lang="en-US" altLang="zh-CN" sz="1900" b="1" dirty="0">
                <a:latin typeface="楷体" panose="02010609060101010101" pitchFamily="49" charset="-122"/>
                <a:ea typeface="楷体" panose="02010609060101010101" pitchFamily="49" charset="-122"/>
              </a:rPr>
              <a:t>A.</a:t>
            </a:r>
            <a:r>
              <a:rPr lang="zh-CN" altLang="en-US" sz="1900" b="1" dirty="0">
                <a:latin typeface="楷体" panose="02010609060101010101" pitchFamily="49" charset="-122"/>
                <a:ea typeface="楷体" panose="02010609060101010101" pitchFamily="49" charset="-122"/>
              </a:rPr>
              <a:t>前者取操作数，后者决定程序转移</a:t>
            </a:r>
            <a:r>
              <a:rPr lang="zh-CN" altLang="en-US" sz="1900" b="1" dirty="0" smtClean="0">
                <a:latin typeface="楷体" panose="02010609060101010101" pitchFamily="49" charset="-122"/>
                <a:ea typeface="楷体" panose="02010609060101010101" pitchFamily="49" charset="-122"/>
              </a:rPr>
              <a:t>地址</a:t>
            </a:r>
            <a:r>
              <a:rPr lang="en-US" altLang="zh-CN" sz="1900" b="1" dirty="0" smtClean="0">
                <a:latin typeface="楷体" panose="02010609060101010101" pitchFamily="49" charset="-122"/>
                <a:ea typeface="楷体" panose="02010609060101010101" pitchFamily="49" charset="-122"/>
              </a:rPr>
              <a:t>		B</a:t>
            </a:r>
            <a:r>
              <a:rPr lang="en-US" altLang="zh-CN" sz="1900" b="1" dirty="0">
                <a:latin typeface="楷体" panose="02010609060101010101" pitchFamily="49" charset="-122"/>
                <a:ea typeface="楷体" panose="02010609060101010101" pitchFamily="49" charset="-122"/>
              </a:rPr>
              <a:t>.</a:t>
            </a:r>
            <a:r>
              <a:rPr lang="zh-CN" altLang="en-US" sz="1900" b="1" dirty="0">
                <a:latin typeface="楷体" panose="02010609060101010101" pitchFamily="49" charset="-122"/>
                <a:ea typeface="楷体" panose="02010609060101010101" pitchFamily="49" charset="-122"/>
              </a:rPr>
              <a:t>后者取操作数，前者决定程序转移地址</a:t>
            </a:r>
            <a:endParaRPr lang="zh-CN" altLang="en-US" sz="1900" b="1" dirty="0">
              <a:latin typeface="楷体" panose="02010609060101010101" pitchFamily="49" charset="-122"/>
              <a:ea typeface="楷体" panose="02010609060101010101" pitchFamily="49" charset="-122"/>
            </a:endParaRPr>
          </a:p>
          <a:p>
            <a:r>
              <a:rPr lang="en-US" altLang="zh-CN" sz="1900" b="1" dirty="0">
                <a:latin typeface="楷体" panose="02010609060101010101" pitchFamily="49" charset="-122"/>
                <a:ea typeface="楷体" panose="02010609060101010101" pitchFamily="49" charset="-122"/>
              </a:rPr>
              <a:t>C.</a:t>
            </a:r>
            <a:r>
              <a:rPr lang="zh-CN" altLang="en-US" sz="1900" b="1" dirty="0">
                <a:latin typeface="楷体" panose="02010609060101010101" pitchFamily="49" charset="-122"/>
                <a:ea typeface="楷体" panose="02010609060101010101" pitchFamily="49" charset="-122"/>
              </a:rPr>
              <a:t>前者是短指令，后者是长指令</a:t>
            </a:r>
            <a:r>
              <a:rPr lang="en-US" altLang="zh-CN" sz="1900" b="1" dirty="0">
                <a:latin typeface="楷体" panose="02010609060101010101" pitchFamily="49" charset="-122"/>
                <a:ea typeface="楷体" panose="02010609060101010101" pitchFamily="49" charset="-122"/>
              </a:rPr>
              <a:t>	</a:t>
            </a:r>
            <a:r>
              <a:rPr lang="en-US" altLang="zh-CN" sz="1900" b="1" dirty="0" smtClean="0">
                <a:latin typeface="楷体" panose="02010609060101010101" pitchFamily="49" charset="-122"/>
                <a:ea typeface="楷体" panose="02010609060101010101" pitchFamily="49" charset="-122"/>
              </a:rPr>
              <a:t>			D</a:t>
            </a:r>
            <a:r>
              <a:rPr lang="en-US" altLang="zh-CN" sz="1900" b="1" dirty="0">
                <a:latin typeface="楷体" panose="02010609060101010101" pitchFamily="49" charset="-122"/>
                <a:ea typeface="楷体" panose="02010609060101010101" pitchFamily="49" charset="-122"/>
              </a:rPr>
              <a:t>.</a:t>
            </a:r>
            <a:r>
              <a:rPr lang="zh-CN" altLang="en-US" sz="1900" b="1" dirty="0">
                <a:latin typeface="楷体" panose="02010609060101010101" pitchFamily="49" charset="-122"/>
                <a:ea typeface="楷体" panose="02010609060101010101" pitchFamily="49" charset="-122"/>
              </a:rPr>
              <a:t>前者是长指令，后者是短指令</a:t>
            </a:r>
            <a:endParaRPr lang="zh-CN" altLang="en-US" sz="1900" b="1" dirty="0">
              <a:latin typeface="楷体" panose="02010609060101010101" pitchFamily="49" charset="-122"/>
              <a:ea typeface="楷体" panose="02010609060101010101" pitchFamily="49" charset="-122"/>
            </a:endParaRPr>
          </a:p>
          <a:p>
            <a:r>
              <a:rPr lang="en-US" altLang="zh-CN" sz="1900" b="1" dirty="0">
                <a:latin typeface="楷体" panose="02010609060101010101" pitchFamily="49" charset="-122"/>
                <a:ea typeface="楷体" panose="02010609060101010101" pitchFamily="49" charset="-122"/>
              </a:rPr>
              <a:t>4.</a:t>
            </a:r>
            <a:r>
              <a:rPr lang="zh-CN" altLang="en-US" sz="1900" b="1" dirty="0">
                <a:latin typeface="楷体" panose="02010609060101010101" pitchFamily="49" charset="-122"/>
                <a:ea typeface="楷体" panose="02010609060101010101" pitchFamily="49" charset="-122"/>
              </a:rPr>
              <a:t>程序控制类指令的功能是（		）。</a:t>
            </a:r>
            <a:endParaRPr lang="zh-CN" altLang="en-US" sz="1900" b="1" dirty="0">
              <a:latin typeface="楷体" panose="02010609060101010101" pitchFamily="49" charset="-122"/>
              <a:ea typeface="楷体" panose="02010609060101010101" pitchFamily="49" charset="-122"/>
            </a:endParaRPr>
          </a:p>
          <a:p>
            <a:r>
              <a:rPr lang="en-US" altLang="zh-CN" sz="1900" b="1" dirty="0">
                <a:latin typeface="楷体" panose="02010609060101010101" pitchFamily="49" charset="-122"/>
                <a:ea typeface="楷体" panose="02010609060101010101" pitchFamily="49" charset="-122"/>
              </a:rPr>
              <a:t>A.</a:t>
            </a:r>
            <a:r>
              <a:rPr lang="zh-CN" altLang="en-US" sz="1900" b="1" dirty="0">
                <a:latin typeface="楷体" panose="02010609060101010101" pitchFamily="49" charset="-122"/>
                <a:ea typeface="楷体" panose="02010609060101010101" pitchFamily="49" charset="-122"/>
              </a:rPr>
              <a:t>进行算术运算和逻辑运算</a:t>
            </a:r>
            <a:endParaRPr lang="zh-CN" altLang="en-US" sz="1900" b="1" dirty="0">
              <a:latin typeface="楷体" panose="02010609060101010101" pitchFamily="49" charset="-122"/>
              <a:ea typeface="楷体" panose="02010609060101010101" pitchFamily="49" charset="-122"/>
            </a:endParaRPr>
          </a:p>
          <a:p>
            <a:r>
              <a:rPr lang="en-US" altLang="zh-CN" sz="1900" b="1" dirty="0">
                <a:latin typeface="楷体" panose="02010609060101010101" pitchFamily="49" charset="-122"/>
                <a:ea typeface="楷体" panose="02010609060101010101" pitchFamily="49" charset="-122"/>
              </a:rPr>
              <a:t>B.</a:t>
            </a:r>
            <a:r>
              <a:rPr lang="zh-CN" altLang="en-US" sz="1900" b="1" dirty="0">
                <a:latin typeface="楷体" panose="02010609060101010101" pitchFamily="49" charset="-122"/>
                <a:ea typeface="楷体" panose="02010609060101010101" pitchFamily="49" charset="-122"/>
              </a:rPr>
              <a:t>进行主存与 </a:t>
            </a:r>
            <a:r>
              <a:rPr lang="en-US" altLang="zh-CN" sz="1900" b="1" dirty="0">
                <a:latin typeface="楷体" panose="02010609060101010101" pitchFamily="49" charset="-122"/>
                <a:ea typeface="楷体" panose="02010609060101010101" pitchFamily="49" charset="-122"/>
              </a:rPr>
              <a:t>CPU </a:t>
            </a:r>
            <a:r>
              <a:rPr lang="zh-CN" altLang="en-US" sz="1900" b="1" dirty="0">
                <a:latin typeface="楷体" panose="02010609060101010101" pitchFamily="49" charset="-122"/>
                <a:ea typeface="楷体" panose="02010609060101010101" pitchFamily="49" charset="-122"/>
              </a:rPr>
              <a:t>之间的数据传送</a:t>
            </a:r>
            <a:endParaRPr lang="zh-CN" altLang="en-US" sz="1900" b="1" dirty="0">
              <a:latin typeface="楷体" panose="02010609060101010101" pitchFamily="49" charset="-122"/>
              <a:ea typeface="楷体" panose="02010609060101010101" pitchFamily="49" charset="-122"/>
            </a:endParaRPr>
          </a:p>
          <a:p>
            <a:r>
              <a:rPr lang="en-US" altLang="zh-CN" sz="1900" b="1" dirty="0">
                <a:latin typeface="楷体" panose="02010609060101010101" pitchFamily="49" charset="-122"/>
                <a:ea typeface="楷体" panose="02010609060101010101" pitchFamily="49" charset="-122"/>
              </a:rPr>
              <a:t>C.</a:t>
            </a:r>
            <a:r>
              <a:rPr lang="zh-CN" altLang="en-US" sz="1900" b="1" dirty="0">
                <a:latin typeface="楷体" panose="02010609060101010101" pitchFamily="49" charset="-122"/>
                <a:ea typeface="楷体" panose="02010609060101010101" pitchFamily="49" charset="-122"/>
              </a:rPr>
              <a:t>进行 </a:t>
            </a:r>
            <a:r>
              <a:rPr lang="en-US" altLang="zh-CN" sz="1900" b="1" dirty="0">
                <a:latin typeface="楷体" panose="02010609060101010101" pitchFamily="49" charset="-122"/>
                <a:ea typeface="楷体" panose="02010609060101010101" pitchFamily="49" charset="-122"/>
              </a:rPr>
              <a:t>CPU</a:t>
            </a:r>
            <a:r>
              <a:rPr lang="zh-CN" altLang="en-US" sz="1900" b="1" dirty="0">
                <a:latin typeface="楷体" panose="02010609060101010101" pitchFamily="49" charset="-122"/>
                <a:ea typeface="楷体" panose="02010609060101010101" pitchFamily="49" charset="-122"/>
              </a:rPr>
              <a:t>和 </a:t>
            </a:r>
            <a:r>
              <a:rPr lang="en-US" altLang="zh-CN" sz="1900" b="1" dirty="0">
                <a:latin typeface="楷体" panose="02010609060101010101" pitchFamily="49" charset="-122"/>
                <a:ea typeface="楷体" panose="02010609060101010101" pitchFamily="49" charset="-122"/>
              </a:rPr>
              <a:t>I/O</a:t>
            </a:r>
            <a:r>
              <a:rPr lang="zh-CN" altLang="en-US" sz="1900" b="1" dirty="0">
                <a:latin typeface="楷体" panose="02010609060101010101" pitchFamily="49" charset="-122"/>
                <a:ea typeface="楷体" panose="02010609060101010101" pitchFamily="49" charset="-122"/>
              </a:rPr>
              <a:t>设备之间的数据传送</a:t>
            </a:r>
            <a:endParaRPr lang="zh-CN" altLang="en-US" sz="1900" b="1" dirty="0">
              <a:latin typeface="楷体" panose="02010609060101010101" pitchFamily="49" charset="-122"/>
              <a:ea typeface="楷体" panose="02010609060101010101" pitchFamily="49" charset="-122"/>
            </a:endParaRPr>
          </a:p>
          <a:p>
            <a:r>
              <a:rPr lang="en-US" altLang="zh-CN" sz="1900" b="1" dirty="0">
                <a:latin typeface="楷体" panose="02010609060101010101" pitchFamily="49" charset="-122"/>
                <a:ea typeface="楷体" panose="02010609060101010101" pitchFamily="49" charset="-122"/>
              </a:rPr>
              <a:t>D.</a:t>
            </a:r>
            <a:r>
              <a:rPr lang="zh-CN" altLang="en-US" sz="1900" b="1" dirty="0">
                <a:latin typeface="楷体" panose="02010609060101010101" pitchFamily="49" charset="-122"/>
                <a:ea typeface="楷体" panose="02010609060101010101" pitchFamily="49" charset="-122"/>
              </a:rPr>
              <a:t>改变程序执行的顺序</a:t>
            </a:r>
            <a:endParaRPr lang="zh-CN" altLang="en-US" sz="1900" b="1" dirty="0">
              <a:latin typeface="楷体" panose="02010609060101010101" pitchFamily="49" charset="-122"/>
              <a:ea typeface="楷体" panose="02010609060101010101" pitchFamily="49" charset="-122"/>
            </a:endParaRPr>
          </a:p>
          <a:p>
            <a:endParaRPr lang="zh-CN" altLang="en-US" dirty="0" smtClean="0"/>
          </a:p>
        </p:txBody>
      </p:sp>
      <mc:AlternateContent xmlns:mc="http://schemas.openxmlformats.org/markup-compatibility/2006" xmlns:p14="http://schemas.microsoft.com/office/powerpoint/2010/main">
        <mc:Choice Requires="p14">
          <p:contentPart r:id="rId1" p14:bwMode="auto">
            <p14:nvContentPartPr>
              <p14:cNvPr id="2" name="墨迹 1"/>
              <p14:cNvContentPartPr/>
              <p14:nvPr/>
            </p14:nvContentPartPr>
            <p14:xfrm>
              <a:off x="3967480" y="2834005"/>
              <a:ext cx="425450" cy="387350"/>
            </p14:xfrm>
          </p:contentPart>
        </mc:Choice>
        <mc:Fallback xmlns="">
          <p:pic>
            <p:nvPicPr>
              <p:cNvPr id="2" name="墨迹 1"/>
            </p:nvPicPr>
            <p:blipFill>
              <a:blip r:embed="rId2"/>
            </p:blipFill>
            <p:spPr>
              <a:xfrm>
                <a:off x="3967480" y="2834005"/>
                <a:ext cx="425450" cy="38735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3" name="墨迹 2"/>
              <p14:cNvContentPartPr/>
              <p14:nvPr/>
            </p14:nvContentPartPr>
            <p14:xfrm>
              <a:off x="6019165" y="2331085"/>
              <a:ext cx="133985" cy="464185"/>
            </p14:xfrm>
          </p:contentPart>
        </mc:Choice>
        <mc:Fallback xmlns="">
          <p:pic>
            <p:nvPicPr>
              <p:cNvPr id="3" name="墨迹 2"/>
            </p:nvPicPr>
            <p:blipFill>
              <a:blip r:embed="rId4"/>
            </p:blipFill>
            <p:spPr>
              <a:xfrm>
                <a:off x="6019165" y="2331085"/>
                <a:ext cx="133985" cy="464185"/>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4" name="墨迹 3"/>
              <p14:cNvContentPartPr/>
              <p14:nvPr/>
            </p14:nvContentPartPr>
            <p14:xfrm>
              <a:off x="6047105" y="2344420"/>
              <a:ext cx="397510" cy="505460"/>
            </p14:xfrm>
          </p:contentPart>
        </mc:Choice>
        <mc:Fallback xmlns="">
          <p:pic>
            <p:nvPicPr>
              <p:cNvPr id="4" name="墨迹 3"/>
            </p:nvPicPr>
            <p:blipFill>
              <a:blip r:embed="rId6"/>
            </p:blipFill>
            <p:spPr>
              <a:xfrm>
                <a:off x="6047105" y="2344420"/>
                <a:ext cx="397510" cy="50546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5" name="墨迹 4"/>
              <p14:cNvContentPartPr/>
              <p14:nvPr/>
            </p14:nvContentPartPr>
            <p14:xfrm>
              <a:off x="1391285" y="3486785"/>
              <a:ext cx="1815465" cy="18415"/>
            </p14:xfrm>
          </p:contentPart>
        </mc:Choice>
        <mc:Fallback xmlns="">
          <p:pic>
            <p:nvPicPr>
              <p:cNvPr id="5" name="墨迹 4"/>
            </p:nvPicPr>
            <p:blipFill>
              <a:blip r:embed="rId8"/>
            </p:blipFill>
            <p:spPr>
              <a:xfrm>
                <a:off x="1391285" y="3486785"/>
                <a:ext cx="1815465" cy="18415"/>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6" name="墨迹 5"/>
              <p14:cNvContentPartPr/>
              <p14:nvPr/>
            </p14:nvContentPartPr>
            <p14:xfrm>
              <a:off x="3258185" y="3256280"/>
              <a:ext cx="266065" cy="275590"/>
            </p14:xfrm>
          </p:contentPart>
        </mc:Choice>
        <mc:Fallback xmlns="">
          <p:pic>
            <p:nvPicPr>
              <p:cNvPr id="6" name="墨迹 5"/>
            </p:nvPicPr>
            <p:blipFill>
              <a:blip r:embed="rId10"/>
            </p:blipFill>
            <p:spPr>
              <a:xfrm>
                <a:off x="3258185" y="3256280"/>
                <a:ext cx="266065" cy="275590"/>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7" name="墨迹 6"/>
              <p14:cNvContentPartPr/>
              <p14:nvPr/>
            </p14:nvContentPartPr>
            <p14:xfrm>
              <a:off x="3639185" y="3459480"/>
              <a:ext cx="2715895" cy="45085"/>
            </p14:xfrm>
          </p:contentPart>
        </mc:Choice>
        <mc:Fallback xmlns="">
          <p:pic>
            <p:nvPicPr>
              <p:cNvPr id="7" name="墨迹 6"/>
            </p:nvPicPr>
            <p:blipFill>
              <a:blip r:embed="rId12"/>
            </p:blipFill>
            <p:spPr>
              <a:xfrm>
                <a:off x="3639185" y="3459480"/>
                <a:ext cx="2715895" cy="45085"/>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8" name="墨迹 7"/>
              <p14:cNvContentPartPr/>
              <p14:nvPr/>
            </p14:nvContentPartPr>
            <p14:xfrm>
              <a:off x="1074420" y="3680460"/>
              <a:ext cx="567055" cy="285750"/>
            </p14:xfrm>
          </p:contentPart>
        </mc:Choice>
        <mc:Fallback xmlns="">
          <p:pic>
            <p:nvPicPr>
              <p:cNvPr id="8" name="墨迹 7"/>
            </p:nvPicPr>
            <p:blipFill>
              <a:blip r:embed="rId14"/>
            </p:blipFill>
            <p:spPr>
              <a:xfrm>
                <a:off x="1074420" y="3680460"/>
                <a:ext cx="567055" cy="285750"/>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9" name="墨迹 8"/>
              <p14:cNvContentPartPr/>
              <p14:nvPr/>
            </p14:nvContentPartPr>
            <p14:xfrm>
              <a:off x="6948805" y="3125470"/>
              <a:ext cx="576580" cy="608965"/>
            </p14:xfrm>
          </p:contentPart>
        </mc:Choice>
        <mc:Fallback xmlns="">
          <p:pic>
            <p:nvPicPr>
              <p:cNvPr id="9" name="墨迹 8"/>
            </p:nvPicPr>
            <p:blipFill>
              <a:blip r:embed="rId16"/>
            </p:blipFill>
            <p:spPr>
              <a:xfrm>
                <a:off x="6948805" y="3125470"/>
                <a:ext cx="576580" cy="608965"/>
              </a:xfrm>
              <a:prstGeom prst="rect"/>
            </p:spPr>
          </p:pic>
        </mc:Fallback>
      </mc:AlternateContent>
      <mc:AlternateContent xmlns:mc="http://schemas.openxmlformats.org/markup-compatibility/2006" xmlns:p14="http://schemas.microsoft.com/office/powerpoint/2010/main">
        <mc:Choice Requires="p14">
          <p:contentPart r:id="rId17" p14:bwMode="auto">
            <p14:nvContentPartPr>
              <p14:cNvPr id="10" name="墨迹 9"/>
              <p14:cNvContentPartPr/>
              <p14:nvPr/>
            </p14:nvContentPartPr>
            <p14:xfrm>
              <a:off x="7205345" y="3503930"/>
              <a:ext cx="113665" cy="9525"/>
            </p14:xfrm>
          </p:contentPart>
        </mc:Choice>
        <mc:Fallback xmlns="">
          <p:pic>
            <p:nvPicPr>
              <p:cNvPr id="10" name="墨迹 9"/>
            </p:nvPicPr>
            <p:blipFill>
              <a:blip r:embed="rId18"/>
            </p:blipFill>
            <p:spPr>
              <a:xfrm>
                <a:off x="7205345" y="3503930"/>
                <a:ext cx="113665" cy="9525"/>
              </a:xfrm>
              <a:prstGeom prst="rect"/>
            </p:spPr>
          </p:pic>
        </mc:Fallback>
      </mc:AlternateContent>
      <mc:AlternateContent xmlns:mc="http://schemas.openxmlformats.org/markup-compatibility/2006" xmlns:p14="http://schemas.microsoft.com/office/powerpoint/2010/main">
        <mc:Choice Requires="p14">
          <p:contentPart r:id="rId19" p14:bwMode="auto">
            <p14:nvContentPartPr>
              <p14:cNvPr id="11" name="墨迹 10"/>
              <p14:cNvContentPartPr/>
              <p14:nvPr/>
            </p14:nvContentPartPr>
            <p14:xfrm>
              <a:off x="1356360" y="4584065"/>
              <a:ext cx="2258695" cy="62230"/>
            </p14:xfrm>
          </p:contentPart>
        </mc:Choice>
        <mc:Fallback xmlns="">
          <p:pic>
            <p:nvPicPr>
              <p:cNvPr id="11" name="墨迹 10"/>
            </p:nvPicPr>
            <p:blipFill>
              <a:blip r:embed="rId20"/>
            </p:blipFill>
            <p:spPr>
              <a:xfrm>
                <a:off x="1356360" y="4584065"/>
                <a:ext cx="2258695" cy="62230"/>
              </a:xfrm>
              <a:prstGeom prst="rect"/>
            </p:spPr>
          </p:pic>
        </mc:Fallback>
      </mc:AlternateContent>
      <mc:AlternateContent xmlns:mc="http://schemas.openxmlformats.org/markup-compatibility/2006" xmlns:p14="http://schemas.microsoft.com/office/powerpoint/2010/main">
        <mc:Choice Requires="p14">
          <p:contentPart r:id="rId21" p14:bwMode="auto">
            <p14:nvContentPartPr>
              <p14:cNvPr id="12" name="墨迹 11"/>
              <p14:cNvContentPartPr/>
              <p14:nvPr/>
            </p14:nvContentPartPr>
            <p14:xfrm>
              <a:off x="1143635" y="5775325"/>
              <a:ext cx="756920" cy="454660"/>
            </p14:xfrm>
          </p:contentPart>
        </mc:Choice>
        <mc:Fallback xmlns="">
          <p:pic>
            <p:nvPicPr>
              <p:cNvPr id="12" name="墨迹 11"/>
            </p:nvPicPr>
            <p:blipFill>
              <a:blip r:embed="rId22"/>
            </p:blipFill>
            <p:spPr>
              <a:xfrm>
                <a:off x="1143635" y="5775325"/>
                <a:ext cx="756920" cy="454660"/>
              </a:xfrm>
              <a:prstGeom prst="rect"/>
            </p:spPr>
          </p:pic>
        </mc:Fallback>
      </mc:AlternateContent>
      <mc:AlternateContent xmlns:mc="http://schemas.openxmlformats.org/markup-compatibility/2006" xmlns:p14="http://schemas.microsoft.com/office/powerpoint/2010/main">
        <mc:Choice Requires="p14">
          <p:contentPart r:id="rId23" p14:bwMode="auto">
            <p14:nvContentPartPr>
              <p14:cNvPr id="13" name="墨迹 12"/>
              <p14:cNvContentPartPr/>
              <p14:nvPr/>
            </p14:nvContentPartPr>
            <p14:xfrm>
              <a:off x="4251325" y="4348480"/>
              <a:ext cx="182880" cy="601345"/>
            </p14:xfrm>
          </p:contentPart>
        </mc:Choice>
        <mc:Fallback xmlns="">
          <p:pic>
            <p:nvPicPr>
              <p:cNvPr id="13" name="墨迹 12"/>
            </p:nvPicPr>
            <p:blipFill>
              <a:blip r:embed="rId24"/>
            </p:blipFill>
            <p:spPr>
              <a:xfrm>
                <a:off x="4251325" y="4348480"/>
                <a:ext cx="182880" cy="601345"/>
              </a:xfrm>
              <a:prstGeom prst="rect"/>
            </p:spPr>
          </p:pic>
        </mc:Fallback>
      </mc:AlternateContent>
      <mc:AlternateContent xmlns:mc="http://schemas.openxmlformats.org/markup-compatibility/2006" xmlns:p14="http://schemas.microsoft.com/office/powerpoint/2010/main">
        <mc:Choice Requires="p14">
          <p:contentPart r:id="rId25" p14:bwMode="auto">
            <p14:nvContentPartPr>
              <p14:cNvPr id="14" name="墨迹 13"/>
              <p14:cNvContentPartPr/>
              <p14:nvPr/>
            </p14:nvContentPartPr>
            <p14:xfrm>
              <a:off x="4432300" y="4451350"/>
              <a:ext cx="676910" cy="450850"/>
            </p14:xfrm>
          </p:contentPart>
        </mc:Choice>
        <mc:Fallback xmlns="">
          <p:pic>
            <p:nvPicPr>
              <p:cNvPr id="14" name="墨迹 13"/>
            </p:nvPicPr>
            <p:blipFill>
              <a:blip r:embed="rId26"/>
            </p:blipFill>
            <p:spPr>
              <a:xfrm>
                <a:off x="4432300" y="4451350"/>
                <a:ext cx="676910" cy="450850"/>
              </a:xfrm>
              <a:prstGeom prst="rect"/>
            </p:spPr>
          </p:pic>
        </mc:Fallback>
      </mc:AlternateContent>
      <mc:AlternateContent xmlns:mc="http://schemas.openxmlformats.org/markup-compatibility/2006" xmlns:p14="http://schemas.microsoft.com/office/powerpoint/2010/main">
        <mc:Choice Requires="p14">
          <p:contentPart r:id="rId27" p14:bwMode="auto">
            <p14:nvContentPartPr>
              <p14:cNvPr id="15" name="墨迹 14"/>
              <p14:cNvContentPartPr/>
              <p14:nvPr/>
            </p14:nvContentPartPr>
            <p14:xfrm>
              <a:off x="1003935" y="1929130"/>
              <a:ext cx="3486785" cy="422275"/>
            </p14:xfrm>
          </p:contentPart>
        </mc:Choice>
        <mc:Fallback xmlns="">
          <p:pic>
            <p:nvPicPr>
              <p:cNvPr id="15" name="墨迹 14"/>
            </p:nvPicPr>
            <p:blipFill>
              <a:blip r:embed="rId28"/>
            </p:blipFill>
            <p:spPr>
              <a:xfrm>
                <a:off x="1003935" y="1929130"/>
                <a:ext cx="3486785" cy="422275"/>
              </a:xfrm>
              <a:prstGeom prst="rect"/>
            </p:spPr>
          </p:pic>
        </mc:Fallback>
      </mc:AlternateContent>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3826" name="内容占位符 2"/>
          <p:cNvSpPr>
            <a:spLocks noGrp="1"/>
          </p:cNvSpPr>
          <p:nvPr>
            <p:ph idx="1"/>
          </p:nvPr>
        </p:nvSpPr>
        <p:spPr bwMode="auto">
          <a:xfrm>
            <a:off x="773723" y="549275"/>
            <a:ext cx="10556631" cy="55768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normAutofit lnSpcReduction="10000"/>
          </a:bodyPr>
          <a:lstStyle/>
          <a:p>
            <a:r>
              <a:rPr lang="en-US" altLang="zh-CN" sz="2000" b="1" dirty="0">
                <a:latin typeface="Times New Roman" panose="02020603050405020304" pitchFamily="18" charset="0"/>
                <a:ea typeface="楷体" panose="02010609060101010101" pitchFamily="49" charset="-122"/>
              </a:rPr>
              <a:t>5.</a:t>
            </a:r>
            <a:r>
              <a:rPr lang="zh-CN" altLang="en-US" sz="2000" b="1" dirty="0">
                <a:latin typeface="Times New Roman" panose="02020603050405020304" pitchFamily="18" charset="0"/>
                <a:ea typeface="楷体" panose="02010609060101010101" pitchFamily="49" charset="-122"/>
              </a:rPr>
              <a:t>下列指令中不属于程序控制指令的是（	</a:t>
            </a:r>
            <a:r>
              <a:rPr lang="en-US" altLang="zh-CN" sz="2000" b="1" dirty="0">
                <a:latin typeface="Times New Roman" panose="02020603050405020304" pitchFamily="18" charset="0"/>
                <a:ea typeface="楷体" panose="02010609060101010101" pitchFamily="49" charset="-122"/>
              </a:rPr>
              <a:t>	</a:t>
            </a:r>
            <a:r>
              <a:rPr lang="zh-CN" altLang="en-US" sz="2000" b="1" dirty="0">
                <a:latin typeface="Times New Roman" panose="02020603050405020304" pitchFamily="18" charset="0"/>
                <a:ea typeface="楷体" panose="02010609060101010101" pitchFamily="49" charset="-122"/>
              </a:rPr>
              <a:t>）。</a:t>
            </a:r>
            <a:endParaRPr lang="zh-CN" altLang="en-US" sz="2000" b="1" dirty="0">
              <a:latin typeface="Times New Roman" panose="02020603050405020304" pitchFamily="18" charset="0"/>
              <a:ea typeface="楷体" panose="02010609060101010101" pitchFamily="49" charset="-122"/>
            </a:endParaRPr>
          </a:p>
          <a:p>
            <a:r>
              <a:rPr lang="en-US" altLang="zh-CN" sz="2000" b="1" dirty="0">
                <a:latin typeface="Times New Roman" panose="02020603050405020304" pitchFamily="18" charset="0"/>
                <a:ea typeface="楷体" panose="02010609060101010101" pitchFamily="49" charset="-122"/>
              </a:rPr>
              <a:t>A.</a:t>
            </a:r>
            <a:r>
              <a:rPr lang="zh-CN" altLang="en-US" sz="2000" b="1" dirty="0">
                <a:latin typeface="Times New Roman" panose="02020603050405020304" pitchFamily="18" charset="0"/>
                <a:ea typeface="楷体" panose="02010609060101010101" pitchFamily="49" charset="-122"/>
              </a:rPr>
              <a:t>无条件转移指令	</a:t>
            </a:r>
            <a:r>
              <a:rPr lang="en-US" altLang="zh-CN" sz="2000" b="1" dirty="0" smtClean="0">
                <a:latin typeface="Times New Roman" panose="02020603050405020304" pitchFamily="18" charset="0"/>
                <a:ea typeface="楷体" panose="02010609060101010101" pitchFamily="49" charset="-122"/>
              </a:rPr>
              <a:t>	B</a:t>
            </a:r>
            <a:r>
              <a:rPr lang="en-US" altLang="zh-CN" sz="2000" b="1" dirty="0">
                <a:latin typeface="Times New Roman" panose="02020603050405020304" pitchFamily="18" charset="0"/>
                <a:ea typeface="楷体" panose="02010609060101010101" pitchFamily="49" charset="-122"/>
              </a:rPr>
              <a:t>.</a:t>
            </a:r>
            <a:r>
              <a:rPr lang="zh-CN" altLang="en-US" sz="2000" b="1" dirty="0">
                <a:latin typeface="Times New Roman" panose="02020603050405020304" pitchFamily="18" charset="0"/>
                <a:ea typeface="楷体" panose="02010609060101010101" pitchFamily="49" charset="-122"/>
              </a:rPr>
              <a:t>条件转移指令	</a:t>
            </a:r>
            <a:r>
              <a:rPr lang="en-US" altLang="zh-CN" sz="2000" b="1" dirty="0">
                <a:latin typeface="Times New Roman" panose="02020603050405020304" pitchFamily="18" charset="0"/>
                <a:ea typeface="楷体" panose="02010609060101010101" pitchFamily="49" charset="-122"/>
              </a:rPr>
              <a:t>	C.</a:t>
            </a:r>
            <a:r>
              <a:rPr lang="zh-CN" altLang="en-US" sz="2000" b="1" dirty="0">
                <a:latin typeface="Times New Roman" panose="02020603050405020304" pitchFamily="18" charset="0"/>
                <a:ea typeface="楷体" panose="02010609060101010101" pitchFamily="49" charset="-122"/>
              </a:rPr>
              <a:t>中断指令	</a:t>
            </a:r>
            <a:r>
              <a:rPr lang="en-US" altLang="zh-CN" sz="2000" b="1" dirty="0" smtClean="0">
                <a:latin typeface="Times New Roman" panose="02020603050405020304" pitchFamily="18" charset="0"/>
                <a:ea typeface="楷体" panose="02010609060101010101" pitchFamily="49" charset="-122"/>
              </a:rPr>
              <a:t>	D</a:t>
            </a:r>
            <a:r>
              <a:rPr lang="en-US" altLang="zh-CN" sz="2000" b="1" dirty="0">
                <a:latin typeface="Times New Roman" panose="02020603050405020304" pitchFamily="18" charset="0"/>
                <a:ea typeface="楷体" panose="02010609060101010101" pitchFamily="49" charset="-122"/>
              </a:rPr>
              <a:t>.</a:t>
            </a:r>
            <a:r>
              <a:rPr lang="zh-CN" altLang="en-US" sz="2000" b="1" dirty="0">
                <a:latin typeface="Times New Roman" panose="02020603050405020304" pitchFamily="18" charset="0"/>
                <a:ea typeface="楷体" panose="02010609060101010101" pitchFamily="49" charset="-122"/>
              </a:rPr>
              <a:t>循环指令</a:t>
            </a:r>
            <a:endParaRPr lang="zh-CN" altLang="en-US" sz="2000" b="1" dirty="0">
              <a:latin typeface="Times New Roman" panose="02020603050405020304" pitchFamily="18" charset="0"/>
              <a:ea typeface="楷体" panose="02010609060101010101" pitchFamily="49" charset="-122"/>
            </a:endParaRPr>
          </a:p>
          <a:p>
            <a:r>
              <a:rPr lang="en-US" altLang="zh-CN" sz="2000" b="1" dirty="0">
                <a:latin typeface="Times New Roman" panose="02020603050405020304" pitchFamily="18" charset="0"/>
                <a:ea typeface="楷体" panose="02010609060101010101" pitchFamily="49" charset="-122"/>
              </a:rPr>
              <a:t>6.</a:t>
            </a:r>
            <a:r>
              <a:rPr lang="zh-CN" altLang="en-US" sz="2000" b="1" dirty="0">
                <a:latin typeface="Times New Roman" panose="02020603050405020304" pitchFamily="18" charset="0"/>
                <a:ea typeface="楷体" panose="02010609060101010101" pitchFamily="49" charset="-122"/>
              </a:rPr>
              <a:t>下列指令中应用程序不准使用的指令是（		）。</a:t>
            </a:r>
            <a:endParaRPr lang="zh-CN" altLang="en-US" sz="2000" b="1" dirty="0">
              <a:latin typeface="Times New Roman" panose="02020603050405020304" pitchFamily="18" charset="0"/>
              <a:ea typeface="楷体" panose="02010609060101010101" pitchFamily="49" charset="-122"/>
            </a:endParaRPr>
          </a:p>
          <a:p>
            <a:r>
              <a:rPr lang="en-US" altLang="zh-CN" sz="2000" b="1" dirty="0">
                <a:latin typeface="Times New Roman" panose="02020603050405020304" pitchFamily="18" charset="0"/>
                <a:ea typeface="楷体" panose="02010609060101010101" pitchFamily="49" charset="-122"/>
              </a:rPr>
              <a:t>A.</a:t>
            </a:r>
            <a:r>
              <a:rPr lang="zh-CN" altLang="en-US" sz="2000" b="1" dirty="0">
                <a:latin typeface="Times New Roman" panose="02020603050405020304" pitchFamily="18" charset="0"/>
                <a:ea typeface="楷体" panose="02010609060101010101" pitchFamily="49" charset="-122"/>
              </a:rPr>
              <a:t>循环指令</a:t>
            </a:r>
            <a:r>
              <a:rPr lang="en-US" altLang="zh-CN" sz="2000" b="1" dirty="0">
                <a:latin typeface="Times New Roman" panose="02020603050405020304" pitchFamily="18" charset="0"/>
                <a:ea typeface="楷体" panose="02010609060101010101" pitchFamily="49" charset="-122"/>
              </a:rPr>
              <a:t>	B.</a:t>
            </a:r>
            <a:r>
              <a:rPr lang="zh-CN" altLang="en-US" sz="2000" b="1" dirty="0">
                <a:latin typeface="Times New Roman" panose="02020603050405020304" pitchFamily="18" charset="0"/>
                <a:ea typeface="楷体" panose="02010609060101010101" pitchFamily="49" charset="-122"/>
              </a:rPr>
              <a:t>转换指令	</a:t>
            </a:r>
            <a:r>
              <a:rPr lang="en-US" altLang="zh-CN" sz="2000" b="1" dirty="0">
                <a:latin typeface="Times New Roman" panose="02020603050405020304" pitchFamily="18" charset="0"/>
                <a:ea typeface="楷体" panose="02010609060101010101" pitchFamily="49" charset="-122"/>
              </a:rPr>
              <a:t>C.</a:t>
            </a:r>
            <a:r>
              <a:rPr lang="zh-CN" altLang="en-US" sz="2000" b="1" dirty="0">
                <a:latin typeface="Times New Roman" panose="02020603050405020304" pitchFamily="18" charset="0"/>
                <a:ea typeface="楷体" panose="02010609060101010101" pitchFamily="49" charset="-122"/>
              </a:rPr>
              <a:t>特权指令	</a:t>
            </a:r>
            <a:r>
              <a:rPr lang="en-US" altLang="zh-CN" sz="2000" b="1" dirty="0">
                <a:latin typeface="Times New Roman" panose="02020603050405020304" pitchFamily="18" charset="0"/>
                <a:ea typeface="楷体" panose="02010609060101010101" pitchFamily="49" charset="-122"/>
              </a:rPr>
              <a:t>D.</a:t>
            </a:r>
            <a:r>
              <a:rPr lang="zh-CN" altLang="en-US" sz="2000" b="1" dirty="0">
                <a:latin typeface="Times New Roman" panose="02020603050405020304" pitchFamily="18" charset="0"/>
                <a:ea typeface="楷体" panose="02010609060101010101" pitchFamily="49" charset="-122"/>
              </a:rPr>
              <a:t>条件转移</a:t>
            </a:r>
            <a:endParaRPr lang="zh-CN" altLang="en-US" sz="2000" b="1" dirty="0">
              <a:latin typeface="Times New Roman" panose="02020603050405020304" pitchFamily="18" charset="0"/>
              <a:ea typeface="楷体" panose="02010609060101010101" pitchFamily="49" charset="-122"/>
            </a:endParaRPr>
          </a:p>
          <a:p>
            <a:r>
              <a:rPr lang="en-US" altLang="zh-CN" sz="2000" b="1" dirty="0">
                <a:latin typeface="Times New Roman" panose="02020603050405020304" pitchFamily="18" charset="0"/>
                <a:ea typeface="楷体" panose="02010609060101010101" pitchFamily="49" charset="-122"/>
              </a:rPr>
              <a:t>7.</a:t>
            </a:r>
            <a:r>
              <a:rPr lang="zh-CN" altLang="en-US" sz="2000" b="1" dirty="0">
                <a:latin typeface="Times New Roman" panose="02020603050405020304" pitchFamily="18" charset="0"/>
                <a:ea typeface="楷体" panose="02010609060101010101" pitchFamily="49" charset="-122"/>
              </a:rPr>
              <a:t>堆栈计算机中，有些堆栈零地址的运算类指令在指令格式中不给出操作数的地址，则两个操作数来自（		）。</a:t>
            </a:r>
            <a:endParaRPr lang="zh-CN" altLang="en-US" sz="2000" b="1" dirty="0">
              <a:latin typeface="Times New Roman" panose="02020603050405020304" pitchFamily="18" charset="0"/>
              <a:ea typeface="楷体" panose="02010609060101010101" pitchFamily="49" charset="-122"/>
            </a:endParaRPr>
          </a:p>
          <a:p>
            <a:r>
              <a:rPr lang="en-US" altLang="zh-CN" sz="2000" b="1" dirty="0">
                <a:latin typeface="Times New Roman" panose="02020603050405020304" pitchFamily="18" charset="0"/>
                <a:ea typeface="楷体" panose="02010609060101010101" pitchFamily="49" charset="-122"/>
              </a:rPr>
              <a:t>A.</a:t>
            </a:r>
            <a:r>
              <a:rPr lang="zh-CN" altLang="en-US" sz="2000" b="1" dirty="0">
                <a:latin typeface="Times New Roman" panose="02020603050405020304" pitchFamily="18" charset="0"/>
                <a:ea typeface="楷体" panose="02010609060101010101" pitchFamily="49" charset="-122"/>
              </a:rPr>
              <a:t>累加器和寄存器				</a:t>
            </a:r>
            <a:r>
              <a:rPr lang="en-US" altLang="zh-CN" sz="2000" b="1" dirty="0">
                <a:latin typeface="Times New Roman" panose="02020603050405020304" pitchFamily="18" charset="0"/>
                <a:ea typeface="楷体" panose="02010609060101010101" pitchFamily="49" charset="-122"/>
              </a:rPr>
              <a:t>B.</a:t>
            </a:r>
            <a:r>
              <a:rPr lang="zh-CN" altLang="en-US" sz="2000" b="1" dirty="0">
                <a:latin typeface="Times New Roman" panose="02020603050405020304" pitchFamily="18" charset="0"/>
                <a:ea typeface="楷体" panose="02010609060101010101" pitchFamily="49" charset="-122"/>
              </a:rPr>
              <a:t>累加器和暂存器</a:t>
            </a:r>
            <a:endParaRPr lang="zh-CN" altLang="en-US" sz="2000" b="1" dirty="0">
              <a:latin typeface="Times New Roman" panose="02020603050405020304" pitchFamily="18" charset="0"/>
              <a:ea typeface="楷体" panose="02010609060101010101" pitchFamily="49" charset="-122"/>
            </a:endParaRPr>
          </a:p>
          <a:p>
            <a:r>
              <a:rPr lang="en-US" altLang="zh-CN" sz="2000" b="1" dirty="0">
                <a:latin typeface="Times New Roman" panose="02020603050405020304" pitchFamily="18" charset="0"/>
                <a:ea typeface="楷体" panose="02010609060101010101" pitchFamily="49" charset="-122"/>
              </a:rPr>
              <a:t>C.</a:t>
            </a:r>
            <a:r>
              <a:rPr lang="zh-CN" altLang="en-US" sz="2000" b="1" dirty="0">
                <a:latin typeface="Times New Roman" panose="02020603050405020304" pitchFamily="18" charset="0"/>
                <a:ea typeface="楷体" panose="02010609060101010101" pitchFamily="49" charset="-122"/>
              </a:rPr>
              <a:t>堆栈的栈顶和次栈顶单元		</a:t>
            </a:r>
            <a:r>
              <a:rPr lang="en-US" altLang="zh-CN" sz="2000" b="1" dirty="0">
                <a:latin typeface="Times New Roman" panose="02020603050405020304" pitchFamily="18" charset="0"/>
                <a:ea typeface="楷体" panose="02010609060101010101" pitchFamily="49" charset="-122"/>
              </a:rPr>
              <a:t>D</a:t>
            </a:r>
            <a:r>
              <a:rPr lang="zh-CN" altLang="en-US" sz="2000" b="1" dirty="0">
                <a:latin typeface="Times New Roman" panose="02020603050405020304" pitchFamily="18" charset="0"/>
                <a:ea typeface="楷体" panose="02010609060101010101" pitchFamily="49" charset="-122"/>
              </a:rPr>
              <a:t>、堆栈的栈顶单元和暂存器</a:t>
            </a:r>
            <a:endParaRPr lang="zh-CN" altLang="en-US" sz="2000" b="1" dirty="0">
              <a:latin typeface="Times New Roman" panose="02020603050405020304" pitchFamily="18" charset="0"/>
              <a:ea typeface="楷体" panose="02010609060101010101" pitchFamily="49" charset="-122"/>
            </a:endParaRPr>
          </a:p>
          <a:p>
            <a:r>
              <a:rPr lang="en-US" altLang="zh-CN" sz="2000" b="1" dirty="0">
                <a:latin typeface="Times New Roman" panose="02020603050405020304" pitchFamily="18" charset="0"/>
                <a:ea typeface="楷体" panose="02010609060101010101" pitchFamily="49" charset="-122"/>
              </a:rPr>
              <a:t>8.</a:t>
            </a:r>
            <a:r>
              <a:rPr lang="zh-CN" altLang="en-US" sz="2000" b="1" dirty="0">
                <a:latin typeface="Times New Roman" panose="02020603050405020304" pitchFamily="18" charset="0"/>
                <a:ea typeface="楷体" panose="02010609060101010101" pitchFamily="49" charset="-122"/>
              </a:rPr>
              <a:t>一个计算机系统采用 </a:t>
            </a:r>
            <a:r>
              <a:rPr lang="en-US" altLang="zh-CN" sz="2000" b="1" dirty="0">
                <a:latin typeface="Times New Roman" panose="02020603050405020304" pitchFamily="18" charset="0"/>
                <a:ea typeface="楷体" panose="02010609060101010101" pitchFamily="49" charset="-122"/>
              </a:rPr>
              <a:t>32 </a:t>
            </a:r>
            <a:r>
              <a:rPr lang="zh-CN" altLang="en-US" sz="2000" b="1" dirty="0">
                <a:latin typeface="Times New Roman" panose="02020603050405020304" pitchFamily="18" charset="0"/>
                <a:ea typeface="楷体" panose="02010609060101010101" pitchFamily="49" charset="-122"/>
              </a:rPr>
              <a:t>位单字长指令，地址码为 </a:t>
            </a:r>
            <a:r>
              <a:rPr lang="en-US" altLang="zh-CN" sz="2000" b="1" dirty="0">
                <a:latin typeface="Times New Roman" panose="02020603050405020304" pitchFamily="18" charset="0"/>
                <a:ea typeface="楷体" panose="02010609060101010101" pitchFamily="49" charset="-122"/>
              </a:rPr>
              <a:t>12 </a:t>
            </a:r>
            <a:r>
              <a:rPr lang="zh-CN" altLang="en-US" sz="2000" b="1" dirty="0">
                <a:latin typeface="Times New Roman" panose="02020603050405020304" pitchFamily="18" charset="0"/>
                <a:ea typeface="楷体" panose="02010609060101010101" pitchFamily="49" charset="-122"/>
              </a:rPr>
              <a:t>位，若定义了</a:t>
            </a:r>
            <a:r>
              <a:rPr lang="en-US" altLang="zh-CN" sz="2000" b="1" dirty="0">
                <a:latin typeface="Times New Roman" panose="02020603050405020304" pitchFamily="18" charset="0"/>
                <a:ea typeface="楷体" panose="02010609060101010101" pitchFamily="49" charset="-122"/>
              </a:rPr>
              <a:t>250</a:t>
            </a:r>
            <a:r>
              <a:rPr lang="zh-CN" altLang="en-US" sz="2000" b="1" dirty="0">
                <a:latin typeface="Times New Roman" panose="02020603050405020304" pitchFamily="18" charset="0"/>
                <a:ea typeface="楷体" panose="02010609060101010101" pitchFamily="49" charset="-122"/>
              </a:rPr>
              <a:t>条二地址指令，则还可以有（	</a:t>
            </a:r>
            <a:r>
              <a:rPr lang="en-US" altLang="zh-CN" sz="2000" b="1" dirty="0" smtClean="0">
                <a:latin typeface="Times New Roman" panose="02020603050405020304" pitchFamily="18" charset="0"/>
                <a:ea typeface="楷体" panose="02010609060101010101" pitchFamily="49" charset="-122"/>
              </a:rPr>
              <a:t>	</a:t>
            </a:r>
            <a:r>
              <a:rPr lang="zh-CN" altLang="en-US" sz="2000" b="1" dirty="0" smtClean="0">
                <a:latin typeface="Times New Roman" panose="02020603050405020304" pitchFamily="18" charset="0"/>
                <a:ea typeface="楷体" panose="02010609060101010101" pitchFamily="49" charset="-122"/>
              </a:rPr>
              <a:t>）</a:t>
            </a:r>
            <a:r>
              <a:rPr lang="zh-CN" altLang="en-US" sz="2000" b="1" dirty="0">
                <a:latin typeface="Times New Roman" panose="02020603050405020304" pitchFamily="18" charset="0"/>
                <a:ea typeface="楷体" panose="02010609060101010101" pitchFamily="49" charset="-122"/>
              </a:rPr>
              <a:t>条单地址指令。</a:t>
            </a:r>
            <a:endParaRPr lang="zh-CN" altLang="en-US" sz="2000" b="1" dirty="0">
              <a:latin typeface="Times New Roman" panose="02020603050405020304" pitchFamily="18" charset="0"/>
              <a:ea typeface="楷体" panose="02010609060101010101" pitchFamily="49" charset="-122"/>
            </a:endParaRPr>
          </a:p>
          <a:p>
            <a:r>
              <a:rPr lang="en-US" altLang="zh-CN" sz="2000" b="1" dirty="0">
                <a:latin typeface="Times New Roman" panose="02020603050405020304" pitchFamily="18" charset="0"/>
                <a:ea typeface="楷体" panose="02010609060101010101" pitchFamily="49" charset="-122"/>
              </a:rPr>
              <a:t>A.4K 	</a:t>
            </a:r>
            <a:r>
              <a:rPr lang="en-US" altLang="zh-CN" sz="2000" b="1" dirty="0" smtClean="0">
                <a:latin typeface="Times New Roman" panose="02020603050405020304" pitchFamily="18" charset="0"/>
                <a:ea typeface="楷体" panose="02010609060101010101" pitchFamily="49" charset="-122"/>
              </a:rPr>
              <a:t>		B.8K</a:t>
            </a:r>
            <a:r>
              <a:rPr lang="en-US" altLang="zh-CN" sz="2000" b="1" dirty="0">
                <a:latin typeface="Times New Roman" panose="02020603050405020304" pitchFamily="18" charset="0"/>
                <a:ea typeface="楷体" panose="02010609060101010101" pitchFamily="49" charset="-122"/>
              </a:rPr>
              <a:t>		C.16K		D.24K</a:t>
            </a:r>
            <a:endParaRPr lang="en-US" altLang="zh-CN" sz="2000" b="1" dirty="0">
              <a:latin typeface="Times New Roman" panose="02020603050405020304" pitchFamily="18" charset="0"/>
              <a:ea typeface="楷体" panose="02010609060101010101" pitchFamily="49" charset="-122"/>
            </a:endParaRPr>
          </a:p>
          <a:p>
            <a:r>
              <a:rPr lang="en-US" altLang="zh-CN" sz="2000" b="1" dirty="0">
                <a:latin typeface="Times New Roman" panose="02020603050405020304" pitchFamily="18" charset="0"/>
                <a:ea typeface="楷体" panose="02010609060101010101" pitchFamily="49" charset="-122"/>
              </a:rPr>
              <a:t>9.【2017</a:t>
            </a:r>
            <a:r>
              <a:rPr lang="zh-CN" altLang="en-US" sz="2000" b="1" dirty="0">
                <a:latin typeface="Times New Roman" panose="02020603050405020304" pitchFamily="18" charset="0"/>
                <a:ea typeface="楷体" panose="02010609060101010101" pitchFamily="49" charset="-122"/>
              </a:rPr>
              <a:t>统考真题</a:t>
            </a:r>
            <a:r>
              <a:rPr lang="en-US" altLang="zh-CN" sz="2000" b="1" dirty="0">
                <a:latin typeface="Times New Roman" panose="02020603050405020304" pitchFamily="18" charset="0"/>
                <a:ea typeface="楷体" panose="02010609060101010101" pitchFamily="49" charset="-122"/>
              </a:rPr>
              <a:t>】</a:t>
            </a:r>
            <a:r>
              <a:rPr lang="zh-CN" altLang="en-US" sz="2000" b="1" dirty="0">
                <a:latin typeface="Times New Roman" panose="02020603050405020304" pitchFamily="18" charset="0"/>
                <a:ea typeface="楷体" panose="02010609060101010101" pitchFamily="49" charset="-122"/>
              </a:rPr>
              <a:t>某计算机按字节编址，指令字定长固定且只有</a:t>
            </a:r>
            <a:r>
              <a:rPr lang="en-US" altLang="zh-CN" sz="2000" b="1" dirty="0">
                <a:latin typeface="Times New Roman" panose="02020603050405020304" pitchFamily="18" charset="0"/>
                <a:ea typeface="楷体" panose="02010609060101010101" pitchFamily="49" charset="-122"/>
              </a:rPr>
              <a:t>2</a:t>
            </a:r>
            <a:r>
              <a:rPr lang="zh-CN" altLang="en-US" sz="2000" b="1" dirty="0">
                <a:latin typeface="Times New Roman" panose="02020603050405020304" pitchFamily="18" charset="0"/>
                <a:ea typeface="楷体" panose="02010609060101010101" pitchFamily="49" charset="-122"/>
              </a:rPr>
              <a:t>种指令格式，其中三地址指令 </a:t>
            </a:r>
            <a:r>
              <a:rPr lang="en-US" altLang="zh-CN" sz="2000" b="1" dirty="0">
                <a:latin typeface="Times New Roman" panose="02020603050405020304" pitchFamily="18" charset="0"/>
                <a:ea typeface="楷体" panose="02010609060101010101" pitchFamily="49" charset="-122"/>
              </a:rPr>
              <a:t>29 </a:t>
            </a:r>
            <a:r>
              <a:rPr lang="zh-CN" altLang="en-US" sz="2000" b="1" dirty="0">
                <a:latin typeface="Times New Roman" panose="02020603050405020304" pitchFamily="18" charset="0"/>
                <a:ea typeface="楷体" panose="02010609060101010101" pitchFamily="49" charset="-122"/>
              </a:rPr>
              <a:t>条、二地址指令 </a:t>
            </a:r>
            <a:r>
              <a:rPr lang="en-US" altLang="zh-CN" sz="2000" b="1" dirty="0">
                <a:latin typeface="Times New Roman" panose="02020603050405020304" pitchFamily="18" charset="0"/>
                <a:ea typeface="楷体" panose="02010609060101010101" pitchFamily="49" charset="-122"/>
              </a:rPr>
              <a:t>107 </a:t>
            </a:r>
            <a:r>
              <a:rPr lang="zh-CN" altLang="en-US" sz="2000" b="1" dirty="0">
                <a:latin typeface="Times New Roman" panose="02020603050405020304" pitchFamily="18" charset="0"/>
                <a:ea typeface="楷体" panose="02010609060101010101" pitchFamily="49" charset="-122"/>
              </a:rPr>
              <a:t>条，每个地址字段为 </a:t>
            </a:r>
            <a:r>
              <a:rPr lang="en-US" altLang="zh-CN" sz="2000" b="1" dirty="0">
                <a:latin typeface="Times New Roman" panose="02020603050405020304" pitchFamily="18" charset="0"/>
                <a:ea typeface="楷体" panose="02010609060101010101" pitchFamily="49" charset="-122"/>
              </a:rPr>
              <a:t>6 </a:t>
            </a:r>
            <a:r>
              <a:rPr lang="zh-CN" altLang="en-US" sz="2000" b="1" dirty="0">
                <a:latin typeface="Times New Roman" panose="02020603050405020304" pitchFamily="18" charset="0"/>
                <a:ea typeface="楷体" panose="02010609060101010101" pitchFamily="49" charset="-122"/>
              </a:rPr>
              <a:t>位，则指令字长至少应该是</a:t>
            </a:r>
            <a:r>
              <a:rPr lang="en-US" altLang="zh-CN" sz="2000" b="1" dirty="0">
                <a:latin typeface="Times New Roman" panose="02020603050405020304" pitchFamily="18" charset="0"/>
                <a:ea typeface="楷体" panose="02010609060101010101" pitchFamily="49" charset="-122"/>
              </a:rPr>
              <a:t>(		)</a:t>
            </a:r>
            <a:r>
              <a:rPr lang="zh-CN" altLang="en-US" sz="2000" b="1" dirty="0">
                <a:latin typeface="Times New Roman" panose="02020603050405020304" pitchFamily="18" charset="0"/>
                <a:ea typeface="楷体" panose="02010609060101010101" pitchFamily="49" charset="-122"/>
              </a:rPr>
              <a:t>。</a:t>
            </a:r>
            <a:endParaRPr lang="zh-CN" altLang="en-US" sz="2000" b="1" dirty="0">
              <a:latin typeface="Times New Roman" panose="02020603050405020304" pitchFamily="18" charset="0"/>
              <a:ea typeface="楷体" panose="02010609060101010101" pitchFamily="49" charset="-122"/>
            </a:endParaRPr>
          </a:p>
          <a:p>
            <a:r>
              <a:rPr lang="en-US" altLang="zh-CN" sz="2000" b="1" dirty="0">
                <a:latin typeface="Times New Roman" panose="02020603050405020304" pitchFamily="18" charset="0"/>
                <a:ea typeface="楷体" panose="02010609060101010101" pitchFamily="49" charset="-122"/>
              </a:rPr>
              <a:t>A.24</a:t>
            </a:r>
            <a:r>
              <a:rPr lang="zh-CN" altLang="en-US" sz="2000" b="1" dirty="0">
                <a:latin typeface="Times New Roman" panose="02020603050405020304" pitchFamily="18" charset="0"/>
                <a:ea typeface="楷体" panose="02010609060101010101" pitchFamily="49" charset="-122"/>
              </a:rPr>
              <a:t>位		</a:t>
            </a:r>
            <a:r>
              <a:rPr lang="en-US" altLang="zh-CN" sz="2000" b="1" dirty="0">
                <a:latin typeface="Times New Roman" panose="02020603050405020304" pitchFamily="18" charset="0"/>
                <a:ea typeface="楷体" panose="02010609060101010101" pitchFamily="49" charset="-122"/>
              </a:rPr>
              <a:t>B.26</a:t>
            </a:r>
            <a:r>
              <a:rPr lang="zh-CN" altLang="en-US" sz="2000" b="1" dirty="0">
                <a:latin typeface="Times New Roman" panose="02020603050405020304" pitchFamily="18" charset="0"/>
                <a:ea typeface="楷体" panose="02010609060101010101" pitchFamily="49" charset="-122"/>
              </a:rPr>
              <a:t>位		</a:t>
            </a:r>
            <a:r>
              <a:rPr lang="en-US" altLang="zh-CN" sz="2000" b="1" dirty="0">
                <a:latin typeface="Times New Roman" panose="02020603050405020304" pitchFamily="18" charset="0"/>
                <a:ea typeface="楷体" panose="02010609060101010101" pitchFamily="49" charset="-122"/>
              </a:rPr>
              <a:t>C. 28</a:t>
            </a:r>
            <a:r>
              <a:rPr lang="zh-CN" altLang="en-US" sz="2000" b="1" dirty="0">
                <a:latin typeface="Times New Roman" panose="02020603050405020304" pitchFamily="18" charset="0"/>
                <a:ea typeface="楷体" panose="02010609060101010101" pitchFamily="49" charset="-122"/>
              </a:rPr>
              <a:t>位		</a:t>
            </a:r>
            <a:r>
              <a:rPr lang="en-US" altLang="zh-CN" sz="2000" b="1" dirty="0">
                <a:latin typeface="Times New Roman" panose="02020603050405020304" pitchFamily="18" charset="0"/>
                <a:ea typeface="楷体" panose="02010609060101010101" pitchFamily="49" charset="-122"/>
              </a:rPr>
              <a:t>D.32</a:t>
            </a:r>
            <a:r>
              <a:rPr lang="zh-CN" altLang="en-US" sz="2000" b="1" dirty="0">
                <a:latin typeface="Times New Roman" panose="02020603050405020304" pitchFamily="18" charset="0"/>
                <a:ea typeface="楷体" panose="02010609060101010101" pitchFamily="49" charset="-122"/>
              </a:rPr>
              <a:t>位</a:t>
            </a:r>
            <a:endParaRPr lang="zh-CN" altLang="en-US" sz="2000" b="1" dirty="0">
              <a:latin typeface="Times New Roman" panose="02020603050405020304" pitchFamily="18" charset="0"/>
              <a:ea typeface="楷体" panose="02010609060101010101" pitchFamily="49" charset="-122"/>
            </a:endParaRPr>
          </a:p>
          <a:p>
            <a:endParaRPr lang="zh-CN" altLang="en-US" dirty="0" smtClean="0"/>
          </a:p>
        </p:txBody>
      </p:sp>
      <mc:AlternateContent xmlns:mc="http://schemas.openxmlformats.org/markup-compatibility/2006" xmlns:p14="http://schemas.microsoft.com/office/powerpoint/2010/main">
        <mc:Choice Requires="p14">
          <p:contentPart r:id="rId1" p14:bwMode="auto">
            <p14:nvContentPartPr>
              <p14:cNvPr id="2" name="墨迹 1"/>
              <p14:cNvContentPartPr/>
              <p14:nvPr/>
            </p14:nvContentPartPr>
            <p14:xfrm>
              <a:off x="5928360" y="475615"/>
              <a:ext cx="480060" cy="455930"/>
            </p14:xfrm>
          </p:contentPart>
        </mc:Choice>
        <mc:Fallback xmlns="">
          <p:pic>
            <p:nvPicPr>
              <p:cNvPr id="2" name="墨迹 1"/>
            </p:nvPicPr>
            <p:blipFill>
              <a:blip r:embed="rId2"/>
            </p:blipFill>
            <p:spPr>
              <a:xfrm>
                <a:off x="5928360" y="475615"/>
                <a:ext cx="480060" cy="45593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3" name="墨迹 2"/>
              <p14:cNvContentPartPr/>
              <p14:nvPr/>
            </p14:nvContentPartPr>
            <p14:xfrm>
              <a:off x="1134745" y="894080"/>
              <a:ext cx="999490" cy="444500"/>
            </p14:xfrm>
          </p:contentPart>
        </mc:Choice>
        <mc:Fallback xmlns="">
          <p:pic>
            <p:nvPicPr>
              <p:cNvPr id="3" name="墨迹 2"/>
            </p:nvPicPr>
            <p:blipFill>
              <a:blip r:embed="rId4"/>
            </p:blipFill>
            <p:spPr>
              <a:xfrm>
                <a:off x="1134745" y="894080"/>
                <a:ext cx="999490" cy="44450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4" name="墨迹 3"/>
              <p14:cNvContentPartPr/>
              <p14:nvPr/>
            </p14:nvContentPartPr>
            <p14:xfrm>
              <a:off x="3692525" y="1082675"/>
              <a:ext cx="1193800" cy="247650"/>
            </p14:xfrm>
          </p:contentPart>
        </mc:Choice>
        <mc:Fallback xmlns="">
          <p:pic>
            <p:nvPicPr>
              <p:cNvPr id="4" name="墨迹 3"/>
            </p:nvPicPr>
            <p:blipFill>
              <a:blip r:embed="rId6"/>
            </p:blipFill>
            <p:spPr>
              <a:xfrm>
                <a:off x="3692525" y="1082675"/>
                <a:ext cx="1193800" cy="24765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5" name="墨迹 4"/>
              <p14:cNvContentPartPr/>
              <p14:nvPr/>
            </p14:nvContentPartPr>
            <p14:xfrm>
              <a:off x="8140700" y="895350"/>
              <a:ext cx="1216025" cy="405765"/>
            </p14:xfrm>
          </p:contentPart>
        </mc:Choice>
        <mc:Fallback xmlns="">
          <p:pic>
            <p:nvPicPr>
              <p:cNvPr id="5" name="墨迹 4"/>
            </p:nvPicPr>
            <p:blipFill>
              <a:blip r:embed="rId8"/>
            </p:blipFill>
            <p:spPr>
              <a:xfrm>
                <a:off x="8140700" y="895350"/>
                <a:ext cx="1216025" cy="405765"/>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6" name="墨迹 5"/>
              <p14:cNvContentPartPr/>
              <p14:nvPr/>
            </p14:nvContentPartPr>
            <p14:xfrm>
              <a:off x="1019810" y="1826895"/>
              <a:ext cx="1281430" cy="333375"/>
            </p14:xfrm>
          </p:contentPart>
        </mc:Choice>
        <mc:Fallback xmlns="">
          <p:pic>
            <p:nvPicPr>
              <p:cNvPr id="6" name="墨迹 5"/>
            </p:nvPicPr>
            <p:blipFill>
              <a:blip r:embed="rId10"/>
            </p:blipFill>
            <p:spPr>
              <a:xfrm>
                <a:off x="1019810" y="1826895"/>
                <a:ext cx="1281430" cy="333375"/>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7" name="墨迹 6"/>
              <p14:cNvContentPartPr/>
              <p14:nvPr/>
            </p14:nvContentPartPr>
            <p14:xfrm>
              <a:off x="2418080" y="1912620"/>
              <a:ext cx="1202690" cy="176530"/>
            </p14:xfrm>
          </p:contentPart>
        </mc:Choice>
        <mc:Fallback xmlns="">
          <p:pic>
            <p:nvPicPr>
              <p:cNvPr id="7" name="墨迹 6"/>
            </p:nvPicPr>
            <p:blipFill>
              <a:blip r:embed="rId12"/>
            </p:blipFill>
            <p:spPr>
              <a:xfrm>
                <a:off x="2418080" y="1912620"/>
                <a:ext cx="1202690" cy="176530"/>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8" name="墨迹 7"/>
              <p14:cNvContentPartPr/>
              <p14:nvPr/>
            </p14:nvContentPartPr>
            <p14:xfrm>
              <a:off x="5329555" y="1664970"/>
              <a:ext cx="1078865" cy="542925"/>
            </p14:xfrm>
          </p:contentPart>
        </mc:Choice>
        <mc:Fallback xmlns="">
          <p:pic>
            <p:nvPicPr>
              <p:cNvPr id="8" name="墨迹 7"/>
            </p:nvPicPr>
            <p:blipFill>
              <a:blip r:embed="rId14"/>
            </p:blipFill>
            <p:spPr>
              <a:xfrm>
                <a:off x="5329555" y="1664970"/>
                <a:ext cx="1078865" cy="542925"/>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9" name="墨迹 8"/>
              <p14:cNvContentPartPr/>
              <p14:nvPr/>
            </p14:nvContentPartPr>
            <p14:xfrm>
              <a:off x="6087110" y="1147445"/>
              <a:ext cx="1005840" cy="640715"/>
            </p14:xfrm>
          </p:contentPart>
        </mc:Choice>
        <mc:Fallback xmlns="">
          <p:pic>
            <p:nvPicPr>
              <p:cNvPr id="9" name="墨迹 8"/>
            </p:nvPicPr>
            <p:blipFill>
              <a:blip r:embed="rId16"/>
            </p:blipFill>
            <p:spPr>
              <a:xfrm>
                <a:off x="6087110" y="1147445"/>
                <a:ext cx="1005840" cy="640715"/>
              </a:xfrm>
              <a:prstGeom prst="rect"/>
            </p:spPr>
          </p:pic>
        </mc:Fallback>
      </mc:AlternateContent>
      <mc:AlternateContent xmlns:mc="http://schemas.openxmlformats.org/markup-compatibility/2006" xmlns:p14="http://schemas.microsoft.com/office/powerpoint/2010/main">
        <mc:Choice Requires="p14">
          <p:contentPart r:id="rId17" p14:bwMode="auto">
            <p14:nvContentPartPr>
              <p14:cNvPr id="10" name="墨迹 9"/>
              <p14:cNvContentPartPr/>
              <p14:nvPr/>
            </p14:nvContentPartPr>
            <p14:xfrm>
              <a:off x="1435735" y="2468245"/>
              <a:ext cx="1365250" cy="45720"/>
            </p14:xfrm>
          </p:contentPart>
        </mc:Choice>
        <mc:Fallback xmlns="">
          <p:pic>
            <p:nvPicPr>
              <p:cNvPr id="10" name="墨迹 9"/>
            </p:nvPicPr>
            <p:blipFill>
              <a:blip r:embed="rId18"/>
            </p:blipFill>
            <p:spPr>
              <a:xfrm>
                <a:off x="1435735" y="2468245"/>
                <a:ext cx="1365250" cy="45720"/>
              </a:xfrm>
              <a:prstGeom prst="rect"/>
            </p:spPr>
          </p:pic>
        </mc:Fallback>
      </mc:AlternateContent>
      <mc:AlternateContent xmlns:mc="http://schemas.openxmlformats.org/markup-compatibility/2006" xmlns:p14="http://schemas.microsoft.com/office/powerpoint/2010/main">
        <mc:Choice Requires="p14">
          <p:contentPart r:id="rId19" p14:bwMode="auto">
            <p14:nvContentPartPr>
              <p14:cNvPr id="11" name="墨迹 10"/>
              <p14:cNvContentPartPr/>
              <p14:nvPr/>
            </p14:nvContentPartPr>
            <p14:xfrm>
              <a:off x="3302635" y="2289810"/>
              <a:ext cx="2728595" cy="153035"/>
            </p14:xfrm>
          </p:contentPart>
        </mc:Choice>
        <mc:Fallback xmlns="">
          <p:pic>
            <p:nvPicPr>
              <p:cNvPr id="11" name="墨迹 10"/>
            </p:nvPicPr>
            <p:blipFill>
              <a:blip r:embed="rId20"/>
            </p:blipFill>
            <p:spPr>
              <a:xfrm>
                <a:off x="3302635" y="2289810"/>
                <a:ext cx="2728595" cy="153035"/>
              </a:xfrm>
              <a:prstGeom prst="rect"/>
            </p:spPr>
          </p:pic>
        </mc:Fallback>
      </mc:AlternateContent>
      <mc:AlternateContent xmlns:mc="http://schemas.openxmlformats.org/markup-compatibility/2006" xmlns:p14="http://schemas.microsoft.com/office/powerpoint/2010/main">
        <mc:Choice Requires="p14">
          <p:contentPart r:id="rId21" p14:bwMode="auto">
            <p14:nvContentPartPr>
              <p14:cNvPr id="12" name="墨迹 11"/>
              <p14:cNvContentPartPr/>
              <p14:nvPr/>
            </p14:nvContentPartPr>
            <p14:xfrm>
              <a:off x="3745230" y="2139315"/>
              <a:ext cx="1566545" cy="541020"/>
            </p14:xfrm>
          </p:contentPart>
        </mc:Choice>
        <mc:Fallback xmlns="">
          <p:pic>
            <p:nvPicPr>
              <p:cNvPr id="12" name="墨迹 11"/>
            </p:nvPicPr>
            <p:blipFill>
              <a:blip r:embed="rId22"/>
            </p:blipFill>
            <p:spPr>
              <a:xfrm>
                <a:off x="3745230" y="2139315"/>
                <a:ext cx="1566545" cy="541020"/>
              </a:xfrm>
              <a:prstGeom prst="rect"/>
            </p:spPr>
          </p:pic>
        </mc:Fallback>
      </mc:AlternateContent>
      <mc:AlternateContent xmlns:mc="http://schemas.openxmlformats.org/markup-compatibility/2006" xmlns:p14="http://schemas.microsoft.com/office/powerpoint/2010/main">
        <mc:Choice Requires="p14">
          <p:contentPart r:id="rId23" p14:bwMode="auto">
            <p14:nvContentPartPr>
              <p14:cNvPr id="13" name="墨迹 12"/>
              <p14:cNvContentPartPr/>
              <p14:nvPr/>
            </p14:nvContentPartPr>
            <p14:xfrm>
              <a:off x="5400040" y="2324735"/>
              <a:ext cx="4597400" cy="278130"/>
            </p14:xfrm>
          </p:contentPart>
        </mc:Choice>
        <mc:Fallback xmlns="">
          <p:pic>
            <p:nvPicPr>
              <p:cNvPr id="13" name="墨迹 12"/>
            </p:nvPicPr>
            <p:blipFill>
              <a:blip r:embed="rId24"/>
            </p:blipFill>
            <p:spPr>
              <a:xfrm>
                <a:off x="5400040" y="2324735"/>
                <a:ext cx="4597400" cy="278130"/>
              </a:xfrm>
              <a:prstGeom prst="rect"/>
            </p:spPr>
          </p:pic>
        </mc:Fallback>
      </mc:AlternateContent>
      <mc:AlternateContent xmlns:mc="http://schemas.openxmlformats.org/markup-compatibility/2006" xmlns:p14="http://schemas.microsoft.com/office/powerpoint/2010/main">
        <mc:Choice Requires="p14">
          <p:contentPart r:id="rId25" p14:bwMode="auto">
            <p14:nvContentPartPr>
              <p14:cNvPr id="14" name="墨迹 13"/>
              <p14:cNvContentPartPr/>
              <p14:nvPr/>
            </p14:nvContentPartPr>
            <p14:xfrm>
              <a:off x="10276205" y="2680970"/>
              <a:ext cx="845185" cy="46355"/>
            </p14:xfrm>
          </p:contentPart>
        </mc:Choice>
        <mc:Fallback xmlns="">
          <p:pic>
            <p:nvPicPr>
              <p:cNvPr id="14" name="墨迹 13"/>
            </p:nvPicPr>
            <p:blipFill>
              <a:blip r:embed="rId26"/>
            </p:blipFill>
            <p:spPr>
              <a:xfrm>
                <a:off x="10276205" y="2680970"/>
                <a:ext cx="845185" cy="46355"/>
              </a:xfrm>
              <a:prstGeom prst="rect"/>
            </p:spPr>
          </p:pic>
        </mc:Fallback>
      </mc:AlternateContent>
      <mc:AlternateContent xmlns:mc="http://schemas.openxmlformats.org/markup-compatibility/2006" xmlns:p14="http://schemas.microsoft.com/office/powerpoint/2010/main">
        <mc:Choice Requires="p14">
          <p:contentPart r:id="rId27" p14:bwMode="auto">
            <p14:nvContentPartPr>
              <p14:cNvPr id="15" name="墨迹 14"/>
              <p14:cNvContentPartPr/>
              <p14:nvPr/>
            </p14:nvContentPartPr>
            <p14:xfrm>
              <a:off x="1205865" y="2847975"/>
              <a:ext cx="1447165" cy="46355"/>
            </p14:xfrm>
          </p:contentPart>
        </mc:Choice>
        <mc:Fallback xmlns="">
          <p:pic>
            <p:nvPicPr>
              <p:cNvPr id="15" name="墨迹 14"/>
            </p:nvPicPr>
            <p:blipFill>
              <a:blip r:embed="rId28"/>
            </p:blipFill>
            <p:spPr>
              <a:xfrm>
                <a:off x="1205865" y="2847975"/>
                <a:ext cx="1447165" cy="46355"/>
              </a:xfrm>
              <a:prstGeom prst="rect"/>
            </p:spPr>
          </p:pic>
        </mc:Fallback>
      </mc:AlternateContent>
      <mc:AlternateContent xmlns:mc="http://schemas.openxmlformats.org/markup-compatibility/2006" xmlns:p14="http://schemas.microsoft.com/office/powerpoint/2010/main">
        <mc:Choice Requires="p14">
          <p:contentPart r:id="rId29" p14:bwMode="auto">
            <p14:nvContentPartPr>
              <p14:cNvPr id="16" name="墨迹 15"/>
              <p14:cNvContentPartPr/>
              <p14:nvPr/>
            </p14:nvContentPartPr>
            <p14:xfrm>
              <a:off x="4556760" y="2929255"/>
              <a:ext cx="800735" cy="266700"/>
            </p14:xfrm>
          </p:contentPart>
        </mc:Choice>
        <mc:Fallback xmlns="">
          <p:pic>
            <p:nvPicPr>
              <p:cNvPr id="16" name="墨迹 15"/>
            </p:nvPicPr>
            <p:blipFill>
              <a:blip r:embed="rId30"/>
            </p:blipFill>
            <p:spPr>
              <a:xfrm>
                <a:off x="4556760" y="2929255"/>
                <a:ext cx="800735" cy="266700"/>
              </a:xfrm>
              <a:prstGeom prst="rect"/>
            </p:spPr>
          </p:pic>
        </mc:Fallback>
      </mc:AlternateContent>
      <mc:AlternateContent xmlns:mc="http://schemas.openxmlformats.org/markup-compatibility/2006" xmlns:p14="http://schemas.microsoft.com/office/powerpoint/2010/main">
        <mc:Choice Requires="p14">
          <p:contentPart r:id="rId31" p14:bwMode="auto">
            <p14:nvContentPartPr>
              <p14:cNvPr id="17" name="墨迹 16"/>
              <p14:cNvContentPartPr/>
              <p14:nvPr/>
            </p14:nvContentPartPr>
            <p14:xfrm>
              <a:off x="3427730" y="2044065"/>
              <a:ext cx="1351280" cy="602615"/>
            </p14:xfrm>
          </p:contentPart>
        </mc:Choice>
        <mc:Fallback xmlns="">
          <p:pic>
            <p:nvPicPr>
              <p:cNvPr id="17" name="墨迹 16"/>
            </p:nvPicPr>
            <p:blipFill>
              <a:blip r:embed="rId32"/>
            </p:blipFill>
            <p:spPr>
              <a:xfrm>
                <a:off x="3427730" y="2044065"/>
                <a:ext cx="1351280" cy="602615"/>
              </a:xfrm>
              <a:prstGeom prst="rect"/>
            </p:spPr>
          </p:pic>
        </mc:Fallback>
      </mc:AlternateContent>
      <mc:AlternateContent xmlns:mc="http://schemas.openxmlformats.org/markup-compatibility/2006" xmlns:p14="http://schemas.microsoft.com/office/powerpoint/2010/main">
        <mc:Choice Requires="p14">
          <p:contentPart r:id="rId33" p14:bwMode="auto">
            <p14:nvContentPartPr>
              <p14:cNvPr id="18" name="墨迹 17"/>
              <p14:cNvContentPartPr/>
              <p14:nvPr/>
            </p14:nvContentPartPr>
            <p14:xfrm>
              <a:off x="1179195" y="3289300"/>
              <a:ext cx="2921000" cy="420370"/>
            </p14:xfrm>
          </p:contentPart>
        </mc:Choice>
        <mc:Fallback xmlns="">
          <p:pic>
            <p:nvPicPr>
              <p:cNvPr id="18" name="墨迹 17"/>
            </p:nvPicPr>
            <p:blipFill>
              <a:blip r:embed="rId34"/>
            </p:blipFill>
            <p:spPr>
              <a:xfrm>
                <a:off x="1179195" y="3289300"/>
                <a:ext cx="2921000" cy="420370"/>
              </a:xfrm>
              <a:prstGeom prst="rect"/>
            </p:spPr>
          </p:pic>
        </mc:Fallback>
      </mc:AlternateContent>
      <mc:AlternateContent xmlns:mc="http://schemas.openxmlformats.org/markup-compatibility/2006" xmlns:p14="http://schemas.microsoft.com/office/powerpoint/2010/main">
        <mc:Choice Requires="p14">
          <p:contentPart r:id="rId35" p14:bwMode="auto">
            <p14:nvContentPartPr>
              <p14:cNvPr id="19" name="墨迹 18"/>
              <p14:cNvContentPartPr/>
              <p14:nvPr/>
            </p14:nvContentPartPr>
            <p14:xfrm>
              <a:off x="2894965" y="2494915"/>
              <a:ext cx="1010285" cy="506730"/>
            </p14:xfrm>
          </p:contentPart>
        </mc:Choice>
        <mc:Fallback xmlns="">
          <p:pic>
            <p:nvPicPr>
              <p:cNvPr id="19" name="墨迹 18"/>
            </p:nvPicPr>
            <p:blipFill>
              <a:blip r:embed="rId36"/>
            </p:blipFill>
            <p:spPr>
              <a:xfrm>
                <a:off x="2894965" y="2494915"/>
                <a:ext cx="1010285" cy="506730"/>
              </a:xfrm>
              <a:prstGeom prst="rect"/>
            </p:spPr>
          </p:pic>
        </mc:Fallback>
      </mc:AlternateContent>
      <mc:AlternateContent xmlns:mc="http://schemas.openxmlformats.org/markup-compatibility/2006" xmlns:p14="http://schemas.microsoft.com/office/powerpoint/2010/main">
        <mc:Choice Requires="p14">
          <p:contentPart r:id="rId37" p14:bwMode="auto">
            <p14:nvContentPartPr>
              <p14:cNvPr id="20" name="墨迹 19"/>
              <p14:cNvContentPartPr/>
              <p14:nvPr/>
            </p14:nvContentPartPr>
            <p14:xfrm>
              <a:off x="3630295" y="4035425"/>
              <a:ext cx="1811020" cy="63500"/>
            </p14:xfrm>
          </p:contentPart>
        </mc:Choice>
        <mc:Fallback xmlns="">
          <p:pic>
            <p:nvPicPr>
              <p:cNvPr id="20" name="墨迹 19"/>
            </p:nvPicPr>
            <p:blipFill>
              <a:blip r:embed="rId38"/>
            </p:blipFill>
            <p:spPr>
              <a:xfrm>
                <a:off x="3630295" y="4035425"/>
                <a:ext cx="1811020" cy="63500"/>
              </a:xfrm>
              <a:prstGeom prst="rect"/>
            </p:spPr>
          </p:pic>
        </mc:Fallback>
      </mc:AlternateContent>
      <mc:AlternateContent xmlns:mc="http://schemas.openxmlformats.org/markup-compatibility/2006" xmlns:p14="http://schemas.microsoft.com/office/powerpoint/2010/main">
        <mc:Choice Requires="p14">
          <p:contentPart r:id="rId39" p14:bwMode="auto">
            <p14:nvContentPartPr>
              <p14:cNvPr id="21" name="墨迹 20"/>
              <p14:cNvContentPartPr/>
              <p14:nvPr/>
            </p14:nvContentPartPr>
            <p14:xfrm>
              <a:off x="5895340" y="4050665"/>
              <a:ext cx="1565910" cy="82550"/>
            </p14:xfrm>
          </p:contentPart>
        </mc:Choice>
        <mc:Fallback xmlns="">
          <p:pic>
            <p:nvPicPr>
              <p:cNvPr id="21" name="墨迹 20"/>
            </p:nvPicPr>
            <p:blipFill>
              <a:blip r:embed="rId40"/>
            </p:blipFill>
            <p:spPr>
              <a:xfrm>
                <a:off x="5895340" y="4050665"/>
                <a:ext cx="1565910" cy="82550"/>
              </a:xfrm>
              <a:prstGeom prst="rect"/>
            </p:spPr>
          </p:pic>
        </mc:Fallback>
      </mc:AlternateContent>
      <mc:AlternateContent xmlns:mc="http://schemas.openxmlformats.org/markup-compatibility/2006" xmlns:p14="http://schemas.microsoft.com/office/powerpoint/2010/main">
        <mc:Choice Requires="p14">
          <p:contentPart r:id="rId41" p14:bwMode="auto">
            <p14:nvContentPartPr>
              <p14:cNvPr id="22" name="墨迹 21"/>
              <p14:cNvContentPartPr/>
              <p14:nvPr/>
            </p14:nvContentPartPr>
            <p14:xfrm>
              <a:off x="8283575" y="4159250"/>
              <a:ext cx="259080" cy="543560"/>
            </p14:xfrm>
          </p:contentPart>
        </mc:Choice>
        <mc:Fallback xmlns="">
          <p:pic>
            <p:nvPicPr>
              <p:cNvPr id="22" name="墨迹 21"/>
            </p:nvPicPr>
            <p:blipFill>
              <a:blip r:embed="rId42"/>
            </p:blipFill>
            <p:spPr>
              <a:xfrm>
                <a:off x="8283575" y="4159250"/>
                <a:ext cx="259080" cy="543560"/>
              </a:xfrm>
              <a:prstGeom prst="rect"/>
            </p:spPr>
          </p:pic>
        </mc:Fallback>
      </mc:AlternateContent>
      <mc:AlternateContent xmlns:mc="http://schemas.openxmlformats.org/markup-compatibility/2006" xmlns:p14="http://schemas.microsoft.com/office/powerpoint/2010/main">
        <mc:Choice Requires="p14">
          <p:contentPart r:id="rId43" p14:bwMode="auto">
            <p14:nvContentPartPr>
              <p14:cNvPr id="23" name="墨迹 22"/>
              <p14:cNvContentPartPr/>
              <p14:nvPr/>
            </p14:nvContentPartPr>
            <p14:xfrm>
              <a:off x="8833485" y="4211955"/>
              <a:ext cx="247015" cy="239395"/>
            </p14:xfrm>
          </p:contentPart>
        </mc:Choice>
        <mc:Fallback xmlns="">
          <p:pic>
            <p:nvPicPr>
              <p:cNvPr id="23" name="墨迹 22"/>
            </p:nvPicPr>
            <p:blipFill>
              <a:blip r:embed="rId44"/>
            </p:blipFill>
            <p:spPr>
              <a:xfrm>
                <a:off x="8833485" y="4211955"/>
                <a:ext cx="247015" cy="239395"/>
              </a:xfrm>
              <a:prstGeom prst="rect"/>
            </p:spPr>
          </p:pic>
        </mc:Fallback>
      </mc:AlternateContent>
      <mc:AlternateContent xmlns:mc="http://schemas.openxmlformats.org/markup-compatibility/2006" xmlns:p14="http://schemas.microsoft.com/office/powerpoint/2010/main">
        <mc:Choice Requires="p14">
          <p:contentPart r:id="rId45" p14:bwMode="auto">
            <p14:nvContentPartPr>
              <p14:cNvPr id="24" name="墨迹 23"/>
              <p14:cNvContentPartPr/>
              <p14:nvPr/>
            </p14:nvContentPartPr>
            <p14:xfrm>
              <a:off x="8843010" y="4220845"/>
              <a:ext cx="177165" cy="214630"/>
            </p14:xfrm>
          </p:contentPart>
        </mc:Choice>
        <mc:Fallback xmlns="">
          <p:pic>
            <p:nvPicPr>
              <p:cNvPr id="24" name="墨迹 23"/>
            </p:nvPicPr>
            <p:blipFill>
              <a:blip r:embed="rId46"/>
            </p:blipFill>
            <p:spPr>
              <a:xfrm>
                <a:off x="8843010" y="4220845"/>
                <a:ext cx="177165" cy="214630"/>
              </a:xfrm>
              <a:prstGeom prst="rect"/>
            </p:spPr>
          </p:pic>
        </mc:Fallback>
      </mc:AlternateContent>
      <mc:AlternateContent xmlns:mc="http://schemas.openxmlformats.org/markup-compatibility/2006" xmlns:p14="http://schemas.microsoft.com/office/powerpoint/2010/main">
        <mc:Choice Requires="p14">
          <p:contentPart r:id="rId47" p14:bwMode="auto">
            <p14:nvContentPartPr>
              <p14:cNvPr id="25" name="墨迹 24"/>
              <p14:cNvContentPartPr/>
              <p14:nvPr/>
            </p14:nvContentPartPr>
            <p14:xfrm>
              <a:off x="9361805" y="4222750"/>
              <a:ext cx="434975" cy="354330"/>
            </p14:xfrm>
          </p:contentPart>
        </mc:Choice>
        <mc:Fallback xmlns="">
          <p:pic>
            <p:nvPicPr>
              <p:cNvPr id="25" name="墨迹 24"/>
            </p:nvPicPr>
            <p:blipFill>
              <a:blip r:embed="rId48"/>
            </p:blipFill>
            <p:spPr>
              <a:xfrm>
                <a:off x="9361805" y="4222750"/>
                <a:ext cx="434975" cy="354330"/>
              </a:xfrm>
              <a:prstGeom prst="rect"/>
            </p:spPr>
          </p:pic>
        </mc:Fallback>
      </mc:AlternateContent>
      <mc:AlternateContent xmlns:mc="http://schemas.openxmlformats.org/markup-compatibility/2006" xmlns:p14="http://schemas.microsoft.com/office/powerpoint/2010/main">
        <mc:Choice Requires="p14">
          <p:contentPart r:id="rId49" p14:bwMode="auto">
            <p14:nvContentPartPr>
              <p14:cNvPr id="26" name="墨迹 25"/>
              <p14:cNvContentPartPr/>
              <p14:nvPr/>
            </p14:nvContentPartPr>
            <p14:xfrm>
              <a:off x="10036810" y="4097020"/>
              <a:ext cx="18415" cy="161290"/>
            </p14:xfrm>
          </p:contentPart>
        </mc:Choice>
        <mc:Fallback xmlns="">
          <p:pic>
            <p:nvPicPr>
              <p:cNvPr id="26" name="墨迹 25"/>
            </p:nvPicPr>
            <p:blipFill>
              <a:blip r:embed="rId50"/>
            </p:blipFill>
            <p:spPr>
              <a:xfrm>
                <a:off x="10036810" y="4097020"/>
                <a:ext cx="18415" cy="161290"/>
              </a:xfrm>
              <a:prstGeom prst="rect"/>
            </p:spPr>
          </p:pic>
        </mc:Fallback>
      </mc:AlternateContent>
      <mc:AlternateContent xmlns:mc="http://schemas.openxmlformats.org/markup-compatibility/2006" xmlns:p14="http://schemas.microsoft.com/office/powerpoint/2010/main">
        <mc:Choice Requires="p14">
          <p:contentPart r:id="rId51" p14:bwMode="auto">
            <p14:nvContentPartPr>
              <p14:cNvPr id="27" name="墨迹 26"/>
              <p14:cNvContentPartPr/>
              <p14:nvPr/>
            </p14:nvContentPartPr>
            <p14:xfrm>
              <a:off x="10205085" y="4158615"/>
              <a:ext cx="247650" cy="127000"/>
            </p14:xfrm>
          </p:contentPart>
        </mc:Choice>
        <mc:Fallback xmlns="">
          <p:pic>
            <p:nvPicPr>
              <p:cNvPr id="27" name="墨迹 26"/>
            </p:nvPicPr>
            <p:blipFill>
              <a:blip r:embed="rId52"/>
            </p:blipFill>
            <p:spPr>
              <a:xfrm>
                <a:off x="10205085" y="4158615"/>
                <a:ext cx="247650" cy="127000"/>
              </a:xfrm>
              <a:prstGeom prst="rect"/>
            </p:spPr>
          </p:pic>
        </mc:Fallback>
      </mc:AlternateContent>
      <mc:AlternateContent xmlns:mc="http://schemas.openxmlformats.org/markup-compatibility/2006" xmlns:p14="http://schemas.microsoft.com/office/powerpoint/2010/main">
        <mc:Choice Requires="p14">
          <p:contentPart r:id="rId53" p14:bwMode="auto">
            <p14:nvContentPartPr>
              <p14:cNvPr id="28" name="墨迹 27"/>
              <p14:cNvContentPartPr/>
              <p14:nvPr/>
            </p14:nvContentPartPr>
            <p14:xfrm>
              <a:off x="5762625" y="4157980"/>
              <a:ext cx="1102995" cy="490220"/>
            </p14:xfrm>
          </p:contentPart>
        </mc:Choice>
        <mc:Fallback xmlns="">
          <p:pic>
            <p:nvPicPr>
              <p:cNvPr id="28" name="墨迹 27"/>
            </p:nvPicPr>
            <p:blipFill>
              <a:blip r:embed="rId54"/>
            </p:blipFill>
            <p:spPr>
              <a:xfrm>
                <a:off x="5762625" y="4157980"/>
                <a:ext cx="1102995" cy="490220"/>
              </a:xfrm>
              <a:prstGeom prst="rect"/>
            </p:spPr>
          </p:pic>
        </mc:Fallback>
      </mc:AlternateContent>
      <mc:AlternateContent xmlns:mc="http://schemas.openxmlformats.org/markup-compatibility/2006" xmlns:p14="http://schemas.microsoft.com/office/powerpoint/2010/main">
        <mc:Choice Requires="p14">
          <p:contentPart r:id="rId55" p14:bwMode="auto">
            <p14:nvContentPartPr>
              <p14:cNvPr id="29" name="墨迹 28"/>
              <p14:cNvContentPartPr/>
              <p14:nvPr/>
            </p14:nvContentPartPr>
            <p14:xfrm>
              <a:off x="2859405" y="4114800"/>
              <a:ext cx="54610" cy="374650"/>
            </p14:xfrm>
          </p:contentPart>
        </mc:Choice>
        <mc:Fallback xmlns="">
          <p:pic>
            <p:nvPicPr>
              <p:cNvPr id="29" name="墨迹 28"/>
            </p:nvPicPr>
            <p:blipFill>
              <a:blip r:embed="rId56"/>
            </p:blipFill>
            <p:spPr>
              <a:xfrm>
                <a:off x="2859405" y="4114800"/>
                <a:ext cx="54610" cy="374650"/>
              </a:xfrm>
              <a:prstGeom prst="rect"/>
            </p:spPr>
          </p:pic>
        </mc:Fallback>
      </mc:AlternateContent>
      <mc:AlternateContent xmlns:mc="http://schemas.openxmlformats.org/markup-compatibility/2006" xmlns:p14="http://schemas.microsoft.com/office/powerpoint/2010/main">
        <mc:Choice Requires="p14">
          <p:contentPart r:id="rId57" p14:bwMode="auto">
            <p14:nvContentPartPr>
              <p14:cNvPr id="30" name="墨迹 29"/>
              <p14:cNvContentPartPr/>
              <p14:nvPr/>
            </p14:nvContentPartPr>
            <p14:xfrm>
              <a:off x="2931160" y="4078605"/>
              <a:ext cx="302895" cy="248285"/>
            </p14:xfrm>
          </p:contentPart>
        </mc:Choice>
        <mc:Fallback xmlns="">
          <p:pic>
            <p:nvPicPr>
              <p:cNvPr id="30" name="墨迹 29"/>
            </p:nvPicPr>
            <p:blipFill>
              <a:blip r:embed="rId58"/>
            </p:blipFill>
            <p:spPr>
              <a:xfrm>
                <a:off x="2931160" y="4078605"/>
                <a:ext cx="302895" cy="248285"/>
              </a:xfrm>
              <a:prstGeom prst="rect"/>
            </p:spPr>
          </p:pic>
        </mc:Fallback>
      </mc:AlternateContent>
      <mc:AlternateContent xmlns:mc="http://schemas.openxmlformats.org/markup-compatibility/2006" xmlns:p14="http://schemas.microsoft.com/office/powerpoint/2010/main">
        <mc:Choice Requires="p14">
          <p:contentPart r:id="rId59" p14:bwMode="auto">
            <p14:nvContentPartPr>
              <p14:cNvPr id="31" name="墨迹 30"/>
              <p14:cNvContentPartPr/>
              <p14:nvPr/>
            </p14:nvContentPartPr>
            <p14:xfrm>
              <a:off x="2931160" y="4159250"/>
              <a:ext cx="241300" cy="239395"/>
            </p14:xfrm>
          </p:contentPart>
        </mc:Choice>
        <mc:Fallback xmlns="">
          <p:pic>
            <p:nvPicPr>
              <p:cNvPr id="31" name="墨迹 30"/>
            </p:nvPicPr>
            <p:blipFill>
              <a:blip r:embed="rId60"/>
            </p:blipFill>
            <p:spPr>
              <a:xfrm>
                <a:off x="2931160" y="4159250"/>
                <a:ext cx="241300" cy="239395"/>
              </a:xfrm>
              <a:prstGeom prst="rect"/>
            </p:spPr>
          </p:pic>
        </mc:Fallback>
      </mc:AlternateContent>
      <mc:AlternateContent xmlns:mc="http://schemas.openxmlformats.org/markup-compatibility/2006" xmlns:p14="http://schemas.microsoft.com/office/powerpoint/2010/main">
        <mc:Choice Requires="p14">
          <p:contentPart r:id="rId61" p14:bwMode="auto">
            <p14:nvContentPartPr>
              <p14:cNvPr id="32" name="墨迹 31"/>
              <p14:cNvContentPartPr/>
              <p14:nvPr/>
            </p14:nvContentPartPr>
            <p14:xfrm>
              <a:off x="5878195" y="5096510"/>
              <a:ext cx="3909695" cy="64770"/>
            </p14:xfrm>
          </p:contentPart>
        </mc:Choice>
        <mc:Fallback xmlns="">
          <p:pic>
            <p:nvPicPr>
              <p:cNvPr id="32" name="墨迹 31"/>
            </p:nvPicPr>
            <p:blipFill>
              <a:blip r:embed="rId62"/>
            </p:blipFill>
            <p:spPr>
              <a:xfrm>
                <a:off x="5878195" y="5096510"/>
                <a:ext cx="3909695" cy="64770"/>
              </a:xfrm>
              <a:prstGeom prst="rect"/>
            </p:spPr>
          </p:pic>
        </mc:Fallback>
      </mc:AlternateContent>
      <mc:AlternateContent xmlns:mc="http://schemas.openxmlformats.org/markup-compatibility/2006" xmlns:p14="http://schemas.microsoft.com/office/powerpoint/2010/main">
        <mc:Choice Requires="p14">
          <p:contentPart r:id="rId63" p14:bwMode="auto">
            <p14:nvContentPartPr>
              <p14:cNvPr id="33" name="墨迹 32"/>
              <p14:cNvContentPartPr/>
              <p14:nvPr/>
            </p14:nvContentPartPr>
            <p14:xfrm>
              <a:off x="6751955" y="6203315"/>
              <a:ext cx="422910" cy="478790"/>
            </p14:xfrm>
          </p:contentPart>
        </mc:Choice>
        <mc:Fallback xmlns="">
          <p:pic>
            <p:nvPicPr>
              <p:cNvPr id="33" name="墨迹 32"/>
            </p:nvPicPr>
            <p:blipFill>
              <a:blip r:embed="rId64"/>
            </p:blipFill>
            <p:spPr>
              <a:xfrm>
                <a:off x="6751955" y="6203315"/>
                <a:ext cx="422910" cy="478790"/>
              </a:xfrm>
              <a:prstGeom prst="rect"/>
            </p:spPr>
          </p:pic>
        </mc:Fallback>
      </mc:AlternateContent>
      <mc:AlternateContent xmlns:mc="http://schemas.openxmlformats.org/markup-compatibility/2006" xmlns:p14="http://schemas.microsoft.com/office/powerpoint/2010/main">
        <mc:Choice Requires="p14">
          <p:contentPart r:id="rId65" p14:bwMode="auto">
            <p14:nvContentPartPr>
              <p14:cNvPr id="34" name="墨迹 33"/>
              <p14:cNvContentPartPr/>
              <p14:nvPr/>
            </p14:nvContentPartPr>
            <p14:xfrm>
              <a:off x="6851650" y="6218555"/>
              <a:ext cx="530860" cy="161925"/>
            </p14:xfrm>
          </p:contentPart>
        </mc:Choice>
        <mc:Fallback xmlns="">
          <p:pic>
            <p:nvPicPr>
              <p:cNvPr id="34" name="墨迹 33"/>
            </p:nvPicPr>
            <p:blipFill>
              <a:blip r:embed="rId66"/>
            </p:blipFill>
            <p:spPr>
              <a:xfrm>
                <a:off x="6851650" y="6218555"/>
                <a:ext cx="530860" cy="161925"/>
              </a:xfrm>
              <a:prstGeom prst="rect"/>
            </p:spPr>
          </p:pic>
        </mc:Fallback>
      </mc:AlternateContent>
      <mc:AlternateContent xmlns:mc="http://schemas.openxmlformats.org/markup-compatibility/2006" xmlns:p14="http://schemas.microsoft.com/office/powerpoint/2010/main">
        <mc:Choice Requires="p14">
          <p:contentPart r:id="rId67" p14:bwMode="auto">
            <p14:nvContentPartPr>
              <p14:cNvPr id="35" name="墨迹 34"/>
              <p14:cNvContentPartPr/>
              <p14:nvPr/>
            </p14:nvContentPartPr>
            <p14:xfrm>
              <a:off x="7435215" y="6185535"/>
              <a:ext cx="307340" cy="9525"/>
            </p14:xfrm>
          </p:contentPart>
        </mc:Choice>
        <mc:Fallback xmlns="">
          <p:pic>
            <p:nvPicPr>
              <p:cNvPr id="35" name="墨迹 34"/>
            </p:nvPicPr>
            <p:blipFill>
              <a:blip r:embed="rId68"/>
            </p:blipFill>
            <p:spPr>
              <a:xfrm>
                <a:off x="7435215" y="6185535"/>
                <a:ext cx="307340" cy="9525"/>
              </a:xfrm>
              <a:prstGeom prst="rect"/>
            </p:spPr>
          </p:pic>
        </mc:Fallback>
      </mc:AlternateContent>
      <mc:AlternateContent xmlns:mc="http://schemas.openxmlformats.org/markup-compatibility/2006" xmlns:p14="http://schemas.microsoft.com/office/powerpoint/2010/main">
        <mc:Choice Requires="p14">
          <p:contentPart r:id="rId69" p14:bwMode="auto">
            <p14:nvContentPartPr>
              <p14:cNvPr id="36" name="墨迹 35"/>
              <p14:cNvContentPartPr/>
              <p14:nvPr/>
            </p14:nvContentPartPr>
            <p14:xfrm>
              <a:off x="7660640" y="6221095"/>
              <a:ext cx="67310" cy="483870"/>
            </p14:xfrm>
          </p:contentPart>
        </mc:Choice>
        <mc:Fallback xmlns="">
          <p:pic>
            <p:nvPicPr>
              <p:cNvPr id="36" name="墨迹 35"/>
            </p:nvPicPr>
            <p:blipFill>
              <a:blip r:embed="rId70"/>
            </p:blipFill>
            <p:spPr>
              <a:xfrm>
                <a:off x="7660640" y="6221095"/>
                <a:ext cx="67310" cy="483870"/>
              </a:xfrm>
              <a:prstGeom prst="rect"/>
            </p:spPr>
          </p:pic>
        </mc:Fallback>
      </mc:AlternateContent>
      <mc:AlternateContent xmlns:mc="http://schemas.openxmlformats.org/markup-compatibility/2006" xmlns:p14="http://schemas.microsoft.com/office/powerpoint/2010/main">
        <mc:Choice Requires="p14">
          <p:contentPart r:id="rId71" p14:bwMode="auto">
            <p14:nvContentPartPr>
              <p14:cNvPr id="37" name="墨迹 36"/>
              <p14:cNvContentPartPr/>
              <p14:nvPr/>
            </p14:nvContentPartPr>
            <p14:xfrm>
              <a:off x="8146415" y="6256020"/>
              <a:ext cx="33020" cy="34290"/>
            </p14:xfrm>
          </p:contentPart>
        </mc:Choice>
        <mc:Fallback xmlns="">
          <p:pic>
            <p:nvPicPr>
              <p:cNvPr id="37" name="墨迹 36"/>
            </p:nvPicPr>
            <p:blipFill>
              <a:blip r:embed="rId72"/>
            </p:blipFill>
            <p:spPr>
              <a:xfrm>
                <a:off x="8146415" y="6256020"/>
                <a:ext cx="33020" cy="34290"/>
              </a:xfrm>
              <a:prstGeom prst="rect"/>
            </p:spPr>
          </p:pic>
        </mc:Fallback>
      </mc:AlternateContent>
      <mc:AlternateContent xmlns:mc="http://schemas.openxmlformats.org/markup-compatibility/2006" xmlns:p14="http://schemas.microsoft.com/office/powerpoint/2010/main">
        <mc:Choice Requires="p14">
          <p:contentPart r:id="rId73" p14:bwMode="auto">
            <p14:nvContentPartPr>
              <p14:cNvPr id="38" name="墨迹 37"/>
              <p14:cNvContentPartPr/>
              <p14:nvPr/>
            </p14:nvContentPartPr>
            <p14:xfrm>
              <a:off x="8089900" y="6291580"/>
              <a:ext cx="202565" cy="635"/>
            </p14:xfrm>
          </p:contentPart>
        </mc:Choice>
        <mc:Fallback xmlns="">
          <p:pic>
            <p:nvPicPr>
              <p:cNvPr id="38" name="墨迹 37"/>
            </p:nvPicPr>
            <p:blipFill>
              <a:blip r:embed="rId74"/>
            </p:blipFill>
            <p:spPr>
              <a:xfrm>
                <a:off x="8089900" y="6291580"/>
                <a:ext cx="202565" cy="635"/>
              </a:xfrm>
              <a:prstGeom prst="rect"/>
            </p:spPr>
          </p:pic>
        </mc:Fallback>
      </mc:AlternateContent>
      <mc:AlternateContent xmlns:mc="http://schemas.openxmlformats.org/markup-compatibility/2006" xmlns:p14="http://schemas.microsoft.com/office/powerpoint/2010/main">
        <mc:Choice Requires="p14">
          <p:contentPart r:id="rId75" p14:bwMode="auto">
            <p14:nvContentPartPr>
              <p14:cNvPr id="39" name="墨迹 38"/>
              <p14:cNvContentPartPr/>
              <p14:nvPr/>
            </p14:nvContentPartPr>
            <p14:xfrm>
              <a:off x="8028305" y="6424295"/>
              <a:ext cx="150495" cy="80645"/>
            </p14:xfrm>
          </p:contentPart>
        </mc:Choice>
        <mc:Fallback xmlns="">
          <p:pic>
            <p:nvPicPr>
              <p:cNvPr id="39" name="墨迹 38"/>
            </p:nvPicPr>
            <p:blipFill>
              <a:blip r:embed="rId76"/>
            </p:blipFill>
            <p:spPr>
              <a:xfrm>
                <a:off x="8028305" y="6424295"/>
                <a:ext cx="150495" cy="80645"/>
              </a:xfrm>
              <a:prstGeom prst="rect"/>
            </p:spPr>
          </p:pic>
        </mc:Fallback>
      </mc:AlternateContent>
      <mc:AlternateContent xmlns:mc="http://schemas.openxmlformats.org/markup-compatibility/2006" xmlns:p14="http://schemas.microsoft.com/office/powerpoint/2010/main">
        <mc:Choice Requires="p14">
          <p:contentPart r:id="rId77" p14:bwMode="auto">
            <p14:nvContentPartPr>
              <p14:cNvPr id="40" name="墨迹 39"/>
              <p14:cNvContentPartPr/>
              <p14:nvPr/>
            </p14:nvContentPartPr>
            <p14:xfrm>
              <a:off x="8197215" y="6486525"/>
              <a:ext cx="88265" cy="42545"/>
            </p14:xfrm>
          </p:contentPart>
        </mc:Choice>
        <mc:Fallback xmlns="">
          <p:pic>
            <p:nvPicPr>
              <p:cNvPr id="40" name="墨迹 39"/>
            </p:nvPicPr>
            <p:blipFill>
              <a:blip r:embed="rId78"/>
            </p:blipFill>
            <p:spPr>
              <a:xfrm>
                <a:off x="8197215" y="6486525"/>
                <a:ext cx="88265" cy="42545"/>
              </a:xfrm>
              <a:prstGeom prst="rect"/>
            </p:spPr>
          </p:pic>
        </mc:Fallback>
      </mc:AlternateContent>
      <mc:AlternateContent xmlns:mc="http://schemas.openxmlformats.org/markup-compatibility/2006" xmlns:p14="http://schemas.microsoft.com/office/powerpoint/2010/main">
        <mc:Choice Requires="p14">
          <p:contentPart r:id="rId79" p14:bwMode="auto">
            <p14:nvContentPartPr>
              <p14:cNvPr id="41" name="墨迹 40"/>
              <p14:cNvContentPartPr/>
              <p14:nvPr/>
            </p14:nvContentPartPr>
            <p14:xfrm>
              <a:off x="7913370" y="6680835"/>
              <a:ext cx="1672590" cy="74295"/>
            </p14:xfrm>
          </p:contentPart>
        </mc:Choice>
        <mc:Fallback xmlns="">
          <p:pic>
            <p:nvPicPr>
              <p:cNvPr id="41" name="墨迹 40"/>
            </p:nvPicPr>
            <p:blipFill>
              <a:blip r:embed="rId80"/>
            </p:blipFill>
            <p:spPr>
              <a:xfrm>
                <a:off x="7913370" y="6680835"/>
                <a:ext cx="1672590" cy="74295"/>
              </a:xfrm>
              <a:prstGeom prst="rect"/>
            </p:spPr>
          </p:pic>
        </mc:Fallback>
      </mc:AlternateContent>
      <mc:AlternateContent xmlns:mc="http://schemas.openxmlformats.org/markup-compatibility/2006" xmlns:p14="http://schemas.microsoft.com/office/powerpoint/2010/main">
        <mc:Choice Requires="p14">
          <p:contentPart r:id="rId81" p14:bwMode="auto">
            <p14:nvContentPartPr>
              <p14:cNvPr id="42" name="墨迹 41"/>
              <p14:cNvContentPartPr/>
              <p14:nvPr/>
            </p14:nvContentPartPr>
            <p14:xfrm>
              <a:off x="4324350" y="4636135"/>
              <a:ext cx="1771650" cy="596265"/>
            </p14:xfrm>
          </p:contentPart>
        </mc:Choice>
        <mc:Fallback xmlns="">
          <p:pic>
            <p:nvPicPr>
              <p:cNvPr id="42" name="墨迹 41"/>
            </p:nvPicPr>
            <p:blipFill>
              <a:blip r:embed="rId82"/>
            </p:blipFill>
            <p:spPr>
              <a:xfrm>
                <a:off x="4324350" y="4636135"/>
                <a:ext cx="1771650" cy="596265"/>
              </a:xfrm>
              <a:prstGeom prst="rect"/>
            </p:spPr>
          </p:pic>
        </mc:Fallback>
      </mc:AlternateContent>
      <mc:AlternateContent xmlns:mc="http://schemas.openxmlformats.org/markup-compatibility/2006" xmlns:p14="http://schemas.microsoft.com/office/powerpoint/2010/main">
        <mc:Choice Requires="p14">
          <p:contentPart r:id="rId83" p14:bwMode="auto">
            <p14:nvContentPartPr>
              <p14:cNvPr id="43" name="墨迹 42"/>
              <p14:cNvContentPartPr/>
              <p14:nvPr/>
            </p14:nvContentPartPr>
            <p14:xfrm>
              <a:off x="7603490" y="5397500"/>
              <a:ext cx="2595880" cy="45085"/>
            </p14:xfrm>
          </p:contentPart>
        </mc:Choice>
        <mc:Fallback xmlns="">
          <p:pic>
            <p:nvPicPr>
              <p:cNvPr id="43" name="墨迹 42"/>
            </p:nvPicPr>
            <p:blipFill>
              <a:blip r:embed="rId84"/>
            </p:blipFill>
            <p:spPr>
              <a:xfrm>
                <a:off x="7603490" y="5397500"/>
                <a:ext cx="2595880" cy="45085"/>
              </a:xfrm>
              <a:prstGeom prst="rect"/>
            </p:spPr>
          </p:pic>
        </mc:Fallback>
      </mc:AlternateContent>
      <mc:AlternateContent xmlns:mc="http://schemas.openxmlformats.org/markup-compatibility/2006" xmlns:p14="http://schemas.microsoft.com/office/powerpoint/2010/main">
        <mc:Choice Requires="p14">
          <p:contentPart r:id="rId85" p14:bwMode="auto">
            <p14:nvContentPartPr>
              <p14:cNvPr id="44" name="墨迹 43"/>
              <p14:cNvContentPartPr/>
              <p14:nvPr/>
            </p14:nvContentPartPr>
            <p14:xfrm>
              <a:off x="7603490" y="5583555"/>
              <a:ext cx="2700020" cy="635"/>
            </p14:xfrm>
          </p:contentPart>
        </mc:Choice>
        <mc:Fallback xmlns="">
          <p:pic>
            <p:nvPicPr>
              <p:cNvPr id="44" name="墨迹 43"/>
            </p:nvPicPr>
            <p:blipFill>
              <a:blip r:embed="rId86"/>
            </p:blipFill>
            <p:spPr>
              <a:xfrm>
                <a:off x="7603490" y="5583555"/>
                <a:ext cx="2700020" cy="635"/>
              </a:xfrm>
              <a:prstGeom prst="rect"/>
            </p:spPr>
          </p:pic>
        </mc:Fallback>
      </mc:AlternateContent>
      <mc:AlternateContent xmlns:mc="http://schemas.openxmlformats.org/markup-compatibility/2006" xmlns:p14="http://schemas.microsoft.com/office/powerpoint/2010/main">
        <mc:Choice Requires="p14">
          <p:contentPart r:id="rId87" p14:bwMode="auto">
            <p14:nvContentPartPr>
              <p14:cNvPr id="45" name="墨迹 44"/>
              <p14:cNvContentPartPr/>
              <p14:nvPr/>
            </p14:nvContentPartPr>
            <p14:xfrm>
              <a:off x="10594340" y="4649470"/>
              <a:ext cx="922655" cy="1359535"/>
            </p14:xfrm>
          </p:contentPart>
        </mc:Choice>
        <mc:Fallback xmlns="">
          <p:pic>
            <p:nvPicPr>
              <p:cNvPr id="45" name="墨迹 44"/>
            </p:nvPicPr>
            <p:blipFill>
              <a:blip r:embed="rId88"/>
            </p:blipFill>
            <p:spPr>
              <a:xfrm>
                <a:off x="10594340" y="4649470"/>
                <a:ext cx="922655" cy="1359535"/>
              </a:xfrm>
              <a:prstGeom prst="rect"/>
            </p:spPr>
          </p:pic>
        </mc:Fallback>
      </mc:AlternateContent>
      <mc:AlternateContent xmlns:mc="http://schemas.openxmlformats.org/markup-compatibility/2006" xmlns:p14="http://schemas.microsoft.com/office/powerpoint/2010/main">
        <mc:Choice Requires="p14">
          <p:contentPart r:id="rId89" p14:bwMode="auto">
            <p14:nvContentPartPr>
              <p14:cNvPr id="46" name="墨迹 45"/>
              <p14:cNvContentPartPr/>
              <p14:nvPr/>
            </p14:nvContentPartPr>
            <p14:xfrm>
              <a:off x="10824845" y="5591810"/>
              <a:ext cx="538480" cy="63500"/>
            </p14:xfrm>
          </p:contentPart>
        </mc:Choice>
        <mc:Fallback xmlns="">
          <p:pic>
            <p:nvPicPr>
              <p:cNvPr id="46" name="墨迹 45"/>
            </p:nvPicPr>
            <p:blipFill>
              <a:blip r:embed="rId90"/>
            </p:blipFill>
            <p:spPr>
              <a:xfrm>
                <a:off x="10824845" y="5591810"/>
                <a:ext cx="538480" cy="63500"/>
              </a:xfrm>
              <a:prstGeom prst="rect"/>
            </p:spPr>
          </p:pic>
        </mc:Fallback>
      </mc:AlternateContent>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4850" name="内容占位符 2"/>
          <p:cNvSpPr>
            <a:spLocks noGrp="1"/>
          </p:cNvSpPr>
          <p:nvPr>
            <p:ph idx="1"/>
          </p:nvPr>
        </p:nvSpPr>
        <p:spPr bwMode="auto">
          <a:xfrm>
            <a:off x="767861" y="765175"/>
            <a:ext cx="10679723" cy="53609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normAutofit lnSpcReduction="10000"/>
          </a:bodyPr>
          <a:lstStyle/>
          <a:p>
            <a:r>
              <a:rPr lang="en-US" altLang="zh-CN" sz="2000" b="1" dirty="0">
                <a:latin typeface="Times New Roman" panose="02020603050405020304" pitchFamily="18" charset="0"/>
                <a:ea typeface="楷体" panose="02010609060101010101" pitchFamily="49" charset="-122"/>
              </a:rPr>
              <a:t>10.</a:t>
            </a:r>
            <a:r>
              <a:rPr lang="zh-CN" altLang="zh-CN" sz="2000" b="1" dirty="0">
                <a:latin typeface="Times New Roman" panose="02020603050405020304" pitchFamily="18" charset="0"/>
                <a:ea typeface="楷体" panose="02010609060101010101" pitchFamily="49" charset="-122"/>
              </a:rPr>
              <a:t>【</a:t>
            </a:r>
            <a:r>
              <a:rPr lang="en-US" altLang="zh-CN" sz="2000" b="1" dirty="0">
                <a:latin typeface="Times New Roman" panose="02020603050405020304" pitchFamily="18" charset="0"/>
                <a:ea typeface="楷体" panose="02010609060101010101" pitchFamily="49" charset="-122"/>
              </a:rPr>
              <a:t>2011 </a:t>
            </a:r>
            <a:r>
              <a:rPr lang="zh-CN" altLang="zh-CN" sz="2000" b="1" dirty="0">
                <a:latin typeface="Times New Roman" panose="02020603050405020304" pitchFamily="18" charset="0"/>
                <a:ea typeface="楷体" panose="02010609060101010101" pitchFamily="49" charset="-122"/>
              </a:rPr>
              <a:t>统考真题】偏移寻址通过将某个寄存器的内容与一个形式地址相加来生成有效地址。下列寻址方式中，不属于偏移寻址方式的是（</a:t>
            </a:r>
            <a:r>
              <a:rPr lang="en-US" altLang="zh-CN" sz="2000" b="1" dirty="0">
                <a:latin typeface="Times New Roman" panose="02020603050405020304" pitchFamily="18" charset="0"/>
                <a:ea typeface="楷体" panose="02010609060101010101" pitchFamily="49" charset="-122"/>
              </a:rPr>
              <a:t>	</a:t>
            </a:r>
            <a:r>
              <a:rPr lang="zh-CN" altLang="zh-CN" sz="2000" b="1" dirty="0">
                <a:latin typeface="Times New Roman" panose="02020603050405020304" pitchFamily="18" charset="0"/>
                <a:ea typeface="楷体" panose="02010609060101010101" pitchFamily="49" charset="-122"/>
              </a:rPr>
              <a:t>）。</a:t>
            </a:r>
            <a:endParaRPr lang="zh-CN" altLang="zh-CN" sz="2000" b="1" dirty="0">
              <a:latin typeface="Times New Roman" panose="02020603050405020304" pitchFamily="18" charset="0"/>
              <a:ea typeface="楷体" panose="02010609060101010101" pitchFamily="49" charset="-122"/>
            </a:endParaRPr>
          </a:p>
          <a:p>
            <a:r>
              <a:rPr lang="en-US" altLang="zh-CN" sz="2000" b="1" dirty="0">
                <a:latin typeface="Times New Roman" panose="02020603050405020304" pitchFamily="18" charset="0"/>
                <a:ea typeface="楷体" panose="02010609060101010101" pitchFamily="49" charset="-122"/>
              </a:rPr>
              <a:t>A.</a:t>
            </a:r>
            <a:r>
              <a:rPr lang="zh-CN" altLang="zh-CN" sz="2000" b="1" dirty="0">
                <a:latin typeface="Times New Roman" panose="02020603050405020304" pitchFamily="18" charset="0"/>
                <a:ea typeface="楷体" panose="02010609060101010101" pitchFamily="49" charset="-122"/>
              </a:rPr>
              <a:t>间接寻址</a:t>
            </a:r>
            <a:r>
              <a:rPr lang="en-US" altLang="zh-CN" sz="2000" b="1" dirty="0">
                <a:latin typeface="Times New Roman" panose="02020603050405020304" pitchFamily="18" charset="0"/>
                <a:ea typeface="楷体" panose="02010609060101010101" pitchFamily="49" charset="-122"/>
              </a:rPr>
              <a:t>	B.</a:t>
            </a:r>
            <a:r>
              <a:rPr lang="zh-CN" altLang="zh-CN" sz="2000" b="1" dirty="0">
                <a:latin typeface="Times New Roman" panose="02020603050405020304" pitchFamily="18" charset="0"/>
                <a:ea typeface="楷体" panose="02010609060101010101" pitchFamily="49" charset="-122"/>
              </a:rPr>
              <a:t>基址寻址</a:t>
            </a:r>
            <a:r>
              <a:rPr lang="en-US" altLang="zh-CN" sz="2000" b="1" dirty="0">
                <a:latin typeface="Times New Roman" panose="02020603050405020304" pitchFamily="18" charset="0"/>
                <a:ea typeface="楷体" panose="02010609060101010101" pitchFamily="49" charset="-122"/>
              </a:rPr>
              <a:t>	C.</a:t>
            </a:r>
            <a:r>
              <a:rPr lang="zh-CN" altLang="zh-CN" sz="2000" b="1" dirty="0">
                <a:latin typeface="Times New Roman" panose="02020603050405020304" pitchFamily="18" charset="0"/>
                <a:ea typeface="楷体" panose="02010609060101010101" pitchFamily="49" charset="-122"/>
              </a:rPr>
              <a:t>相对寻址</a:t>
            </a:r>
            <a:r>
              <a:rPr lang="en-US" altLang="zh-CN" sz="2000" b="1" dirty="0">
                <a:latin typeface="Times New Roman" panose="02020603050405020304" pitchFamily="18" charset="0"/>
                <a:ea typeface="楷体" panose="02010609060101010101" pitchFamily="49" charset="-122"/>
              </a:rPr>
              <a:t>	D.</a:t>
            </a:r>
            <a:r>
              <a:rPr lang="zh-CN" altLang="zh-CN" sz="2000" b="1" dirty="0">
                <a:latin typeface="Times New Roman" panose="02020603050405020304" pitchFamily="18" charset="0"/>
                <a:ea typeface="楷体" panose="02010609060101010101" pitchFamily="49" charset="-122"/>
              </a:rPr>
              <a:t>变址寻址</a:t>
            </a:r>
            <a:endParaRPr lang="zh-CN" altLang="zh-CN" sz="2000" b="1" dirty="0">
              <a:latin typeface="Times New Roman" panose="02020603050405020304" pitchFamily="18" charset="0"/>
              <a:ea typeface="楷体" panose="02010609060101010101" pitchFamily="49" charset="-122"/>
            </a:endParaRPr>
          </a:p>
          <a:p>
            <a:r>
              <a:rPr lang="en-US" altLang="zh-CN" sz="2000" b="1" dirty="0">
                <a:latin typeface="Times New Roman" panose="02020603050405020304" pitchFamily="18" charset="0"/>
                <a:ea typeface="楷体" panose="02010609060101010101" pitchFamily="49" charset="-122"/>
              </a:rPr>
              <a:t>11</a:t>
            </a:r>
            <a:r>
              <a:rPr lang="zh-CN" altLang="zh-CN" sz="2000" b="1" dirty="0">
                <a:latin typeface="Times New Roman" panose="02020603050405020304" pitchFamily="18" charset="0"/>
                <a:ea typeface="楷体" panose="02010609060101010101" pitchFamily="49" charset="-122"/>
              </a:rPr>
              <a:t>【</a:t>
            </a:r>
            <a:r>
              <a:rPr lang="en-US" altLang="zh-CN" sz="2000" b="1" dirty="0">
                <a:latin typeface="Times New Roman" panose="02020603050405020304" pitchFamily="18" charset="0"/>
                <a:ea typeface="楷体" panose="02010609060101010101" pitchFamily="49" charset="-122"/>
              </a:rPr>
              <a:t>2017</a:t>
            </a:r>
            <a:r>
              <a:rPr lang="zh-CN" altLang="zh-CN" sz="2000" b="1" dirty="0">
                <a:latin typeface="Times New Roman" panose="02020603050405020304" pitchFamily="18" charset="0"/>
                <a:ea typeface="楷体" panose="02010609060101010101" pitchFamily="49" charset="-122"/>
              </a:rPr>
              <a:t>统考真题】下列寻址方式中，最适合按下标顺序访问一维数组元素的是（</a:t>
            </a:r>
            <a:r>
              <a:rPr lang="en-US" altLang="zh-CN" sz="2000" b="1" dirty="0">
                <a:latin typeface="Times New Roman" panose="02020603050405020304" pitchFamily="18" charset="0"/>
                <a:ea typeface="楷体" panose="02010609060101010101" pitchFamily="49" charset="-122"/>
              </a:rPr>
              <a:t>	</a:t>
            </a:r>
            <a:r>
              <a:rPr lang="zh-CN" altLang="zh-CN" sz="2000" b="1" dirty="0">
                <a:latin typeface="Times New Roman" panose="02020603050405020304" pitchFamily="18" charset="0"/>
                <a:ea typeface="楷体" panose="02010609060101010101" pitchFamily="49" charset="-122"/>
              </a:rPr>
              <a:t>）。</a:t>
            </a:r>
            <a:endParaRPr lang="zh-CN" altLang="zh-CN" sz="2000" b="1" dirty="0">
              <a:latin typeface="Times New Roman" panose="02020603050405020304" pitchFamily="18" charset="0"/>
              <a:ea typeface="楷体" panose="02010609060101010101" pitchFamily="49" charset="-122"/>
            </a:endParaRPr>
          </a:p>
          <a:p>
            <a:r>
              <a:rPr lang="en-US" altLang="zh-CN" sz="2000" b="1" dirty="0">
                <a:latin typeface="Times New Roman" panose="02020603050405020304" pitchFamily="18" charset="0"/>
                <a:ea typeface="楷体" panose="02010609060101010101" pitchFamily="49" charset="-122"/>
              </a:rPr>
              <a:t>A.</a:t>
            </a:r>
            <a:r>
              <a:rPr lang="zh-CN" altLang="zh-CN" sz="2000" b="1" dirty="0">
                <a:latin typeface="Times New Roman" panose="02020603050405020304" pitchFamily="18" charset="0"/>
                <a:ea typeface="楷体" panose="02010609060101010101" pitchFamily="49" charset="-122"/>
              </a:rPr>
              <a:t>相对寻址</a:t>
            </a:r>
            <a:r>
              <a:rPr lang="en-US" altLang="zh-CN" sz="2000" b="1" dirty="0">
                <a:latin typeface="Times New Roman" panose="02020603050405020304" pitchFamily="18" charset="0"/>
                <a:ea typeface="楷体" panose="02010609060101010101" pitchFamily="49" charset="-122"/>
              </a:rPr>
              <a:t>	B.</a:t>
            </a:r>
            <a:r>
              <a:rPr lang="zh-CN" altLang="zh-CN" sz="2000" b="1" dirty="0">
                <a:latin typeface="Times New Roman" panose="02020603050405020304" pitchFamily="18" charset="0"/>
                <a:ea typeface="楷体" panose="02010609060101010101" pitchFamily="49" charset="-122"/>
              </a:rPr>
              <a:t>寄存器寻址</a:t>
            </a:r>
            <a:r>
              <a:rPr lang="en-US" altLang="zh-CN" sz="2000" b="1" dirty="0">
                <a:latin typeface="Times New Roman" panose="02020603050405020304" pitchFamily="18" charset="0"/>
                <a:ea typeface="楷体" panose="02010609060101010101" pitchFamily="49" charset="-122"/>
              </a:rPr>
              <a:t>	C.</a:t>
            </a:r>
            <a:r>
              <a:rPr lang="zh-CN" altLang="zh-CN" sz="2000" b="1" dirty="0">
                <a:latin typeface="Times New Roman" panose="02020603050405020304" pitchFamily="18" charset="0"/>
                <a:ea typeface="楷体" panose="02010609060101010101" pitchFamily="49" charset="-122"/>
              </a:rPr>
              <a:t>直接寻址</a:t>
            </a:r>
            <a:r>
              <a:rPr lang="en-US" altLang="zh-CN" sz="2000" b="1" dirty="0">
                <a:latin typeface="Times New Roman" panose="02020603050405020304" pitchFamily="18" charset="0"/>
                <a:ea typeface="楷体" panose="02010609060101010101" pitchFamily="49" charset="-122"/>
              </a:rPr>
              <a:t>	D.</a:t>
            </a:r>
            <a:r>
              <a:rPr lang="zh-CN" altLang="zh-CN" sz="2000" b="1" dirty="0">
                <a:latin typeface="Times New Roman" panose="02020603050405020304" pitchFamily="18" charset="0"/>
                <a:ea typeface="楷体" panose="02010609060101010101" pitchFamily="49" charset="-122"/>
              </a:rPr>
              <a:t>变址寻址</a:t>
            </a:r>
            <a:endParaRPr lang="zh-CN" altLang="zh-CN" sz="2000" b="1" dirty="0">
              <a:latin typeface="Times New Roman" panose="02020603050405020304" pitchFamily="18" charset="0"/>
              <a:ea typeface="楷体" panose="02010609060101010101" pitchFamily="49" charset="-122"/>
            </a:endParaRPr>
          </a:p>
          <a:p>
            <a:r>
              <a:rPr lang="en-US" altLang="zh-CN" sz="2000" b="1" dirty="0">
                <a:latin typeface="Times New Roman" panose="02020603050405020304" pitchFamily="18" charset="0"/>
                <a:ea typeface="楷体" panose="02010609060101010101" pitchFamily="49" charset="-122"/>
              </a:rPr>
              <a:t>12.</a:t>
            </a:r>
            <a:r>
              <a:rPr lang="zh-CN" altLang="zh-CN" sz="2000" b="1" dirty="0">
                <a:latin typeface="Times New Roman" panose="02020603050405020304" pitchFamily="18" charset="0"/>
                <a:ea typeface="楷体" panose="02010609060101010101" pitchFamily="49" charset="-122"/>
              </a:rPr>
              <a:t>【</a:t>
            </a:r>
            <a:r>
              <a:rPr lang="en-US" altLang="zh-CN" sz="2000" b="1" dirty="0">
                <a:latin typeface="Times New Roman" panose="02020603050405020304" pitchFamily="18" charset="0"/>
                <a:ea typeface="楷体" panose="02010609060101010101" pitchFamily="49" charset="-122"/>
              </a:rPr>
              <a:t>2009 </a:t>
            </a:r>
            <a:r>
              <a:rPr lang="zh-CN" altLang="zh-CN" sz="2000" b="1" dirty="0">
                <a:latin typeface="Times New Roman" panose="02020603050405020304" pitchFamily="18" charset="0"/>
                <a:ea typeface="楷体" panose="02010609060101010101" pitchFamily="49" charset="-122"/>
              </a:rPr>
              <a:t>统考真题】某机器字长为</a:t>
            </a:r>
            <a:r>
              <a:rPr lang="en-US" altLang="zh-CN" sz="2000" b="1" dirty="0">
                <a:latin typeface="Times New Roman" panose="02020603050405020304" pitchFamily="18" charset="0"/>
                <a:ea typeface="楷体" panose="02010609060101010101" pitchFamily="49" charset="-122"/>
              </a:rPr>
              <a:t> 16 </a:t>
            </a:r>
            <a:r>
              <a:rPr lang="zh-CN" altLang="zh-CN" sz="2000" b="1" dirty="0">
                <a:latin typeface="Times New Roman" panose="02020603050405020304" pitchFamily="18" charset="0"/>
                <a:ea typeface="楷体" panose="02010609060101010101" pitchFamily="49" charset="-122"/>
              </a:rPr>
              <a:t>位，主存按字节编址，转移指令采用相对寻址，由</a:t>
            </a:r>
            <a:r>
              <a:rPr lang="en-US" altLang="zh-CN" sz="2000" b="1" dirty="0">
                <a:latin typeface="Times New Roman" panose="02020603050405020304" pitchFamily="18" charset="0"/>
                <a:ea typeface="楷体" panose="02010609060101010101" pitchFamily="49" charset="-122"/>
              </a:rPr>
              <a:t>2</a:t>
            </a:r>
            <a:r>
              <a:rPr lang="zh-CN" altLang="zh-CN" sz="2000" b="1" dirty="0">
                <a:latin typeface="Times New Roman" panose="02020603050405020304" pitchFamily="18" charset="0"/>
                <a:ea typeface="楷体" panose="02010609060101010101" pitchFamily="49" charset="-122"/>
              </a:rPr>
              <a:t>字节组成，第一字节为操作码字段，第二字节为相对位移量字段。假定取指令时，每取一字节</a:t>
            </a:r>
            <a:r>
              <a:rPr lang="en-US" altLang="zh-CN" sz="2000" b="1" dirty="0">
                <a:latin typeface="Times New Roman" panose="02020603050405020304" pitchFamily="18" charset="0"/>
                <a:ea typeface="楷体" panose="02010609060101010101" pitchFamily="49" charset="-122"/>
              </a:rPr>
              <a:t> PC </a:t>
            </a:r>
            <a:r>
              <a:rPr lang="zh-CN" altLang="zh-CN" sz="2000" b="1" dirty="0">
                <a:latin typeface="Times New Roman" panose="02020603050405020304" pitchFamily="18" charset="0"/>
                <a:ea typeface="楷体" panose="02010609060101010101" pitchFamily="49" charset="-122"/>
              </a:rPr>
              <a:t>自动加</a:t>
            </a:r>
            <a:r>
              <a:rPr lang="en-US" altLang="zh-CN" sz="2000" b="1" dirty="0">
                <a:latin typeface="Times New Roman" panose="02020603050405020304" pitchFamily="18" charset="0"/>
                <a:ea typeface="楷体" panose="02010609060101010101" pitchFamily="49" charset="-122"/>
              </a:rPr>
              <a:t> 1</a:t>
            </a:r>
            <a:r>
              <a:rPr lang="zh-CN" altLang="zh-CN" sz="2000" b="1" dirty="0">
                <a:latin typeface="Times New Roman" panose="02020603050405020304" pitchFamily="18" charset="0"/>
                <a:ea typeface="楷体" panose="02010609060101010101" pitchFamily="49" charset="-122"/>
              </a:rPr>
              <a:t>。若某转移指令所在主存地址为</a:t>
            </a:r>
            <a:r>
              <a:rPr lang="en-US" altLang="zh-CN" sz="2000" b="1" dirty="0">
                <a:latin typeface="Times New Roman" panose="02020603050405020304" pitchFamily="18" charset="0"/>
                <a:ea typeface="楷体" panose="02010609060101010101" pitchFamily="49" charset="-122"/>
              </a:rPr>
              <a:t> 2000H</a:t>
            </a:r>
            <a:r>
              <a:rPr lang="zh-CN" altLang="zh-CN" sz="2000" b="1" dirty="0">
                <a:latin typeface="Times New Roman" panose="02020603050405020304" pitchFamily="18" charset="0"/>
                <a:ea typeface="楷体" panose="02010609060101010101" pitchFamily="49" charset="-122"/>
              </a:rPr>
              <a:t>，相对位移量字段的内容是</a:t>
            </a:r>
            <a:r>
              <a:rPr lang="en-US" altLang="zh-CN" sz="2000" b="1" dirty="0">
                <a:latin typeface="Times New Roman" panose="02020603050405020304" pitchFamily="18" charset="0"/>
                <a:ea typeface="楷体" panose="02010609060101010101" pitchFamily="49" charset="-122"/>
              </a:rPr>
              <a:t>06H</a:t>
            </a:r>
            <a:r>
              <a:rPr lang="zh-CN" altLang="zh-CN" sz="2000" b="1" dirty="0">
                <a:latin typeface="Times New Roman" panose="02020603050405020304" pitchFamily="18" charset="0"/>
                <a:ea typeface="楷体" panose="02010609060101010101" pitchFamily="49" charset="-122"/>
              </a:rPr>
              <a:t>，则该转移指令成功转移后的目标地址是（</a:t>
            </a:r>
            <a:r>
              <a:rPr lang="en-US" altLang="zh-CN" sz="2000" b="1" dirty="0">
                <a:latin typeface="Times New Roman" panose="02020603050405020304" pitchFamily="18" charset="0"/>
                <a:ea typeface="楷体" panose="02010609060101010101" pitchFamily="49" charset="-122"/>
              </a:rPr>
              <a:t>	</a:t>
            </a:r>
            <a:r>
              <a:rPr lang="zh-CN" altLang="zh-CN" sz="2000" b="1" dirty="0">
                <a:latin typeface="Times New Roman" panose="02020603050405020304" pitchFamily="18" charset="0"/>
                <a:ea typeface="楷体" panose="02010609060101010101" pitchFamily="49" charset="-122"/>
              </a:rPr>
              <a:t>）。</a:t>
            </a:r>
            <a:endParaRPr lang="zh-CN" altLang="zh-CN" sz="2000" b="1" dirty="0">
              <a:latin typeface="Times New Roman" panose="02020603050405020304" pitchFamily="18" charset="0"/>
              <a:ea typeface="楷体" panose="02010609060101010101" pitchFamily="49" charset="-122"/>
            </a:endParaRPr>
          </a:p>
          <a:p>
            <a:r>
              <a:rPr lang="en-US" altLang="zh-CN" sz="2000" b="1" dirty="0">
                <a:latin typeface="Times New Roman" panose="02020603050405020304" pitchFamily="18" charset="0"/>
                <a:ea typeface="楷体" panose="02010609060101010101" pitchFamily="49" charset="-122"/>
              </a:rPr>
              <a:t>A.2006H 	</a:t>
            </a:r>
            <a:r>
              <a:rPr lang="en-US" altLang="zh-CN" sz="2000" b="1" dirty="0" smtClean="0">
                <a:latin typeface="Times New Roman" panose="02020603050405020304" pitchFamily="18" charset="0"/>
                <a:ea typeface="楷体" panose="02010609060101010101" pitchFamily="49" charset="-122"/>
              </a:rPr>
              <a:t>		B</a:t>
            </a:r>
            <a:r>
              <a:rPr lang="en-US" altLang="zh-CN" sz="2000" b="1" dirty="0">
                <a:latin typeface="Times New Roman" panose="02020603050405020304" pitchFamily="18" charset="0"/>
                <a:ea typeface="楷体" panose="02010609060101010101" pitchFamily="49" charset="-122"/>
              </a:rPr>
              <a:t>. 2007H	</a:t>
            </a:r>
            <a:r>
              <a:rPr lang="en-US" altLang="zh-CN" sz="2000" b="1" dirty="0" smtClean="0">
                <a:latin typeface="Times New Roman" panose="02020603050405020304" pitchFamily="18" charset="0"/>
                <a:ea typeface="楷体" panose="02010609060101010101" pitchFamily="49" charset="-122"/>
              </a:rPr>
              <a:t>	C</a:t>
            </a:r>
            <a:r>
              <a:rPr lang="en-US" altLang="zh-CN" sz="2000" b="1" dirty="0">
                <a:latin typeface="Times New Roman" panose="02020603050405020304" pitchFamily="18" charset="0"/>
                <a:ea typeface="楷体" panose="02010609060101010101" pitchFamily="49" charset="-122"/>
              </a:rPr>
              <a:t>. 2008H	</a:t>
            </a:r>
            <a:r>
              <a:rPr lang="en-US" altLang="zh-CN" sz="2000" b="1" dirty="0" smtClean="0">
                <a:latin typeface="Times New Roman" panose="02020603050405020304" pitchFamily="18" charset="0"/>
                <a:ea typeface="楷体" panose="02010609060101010101" pitchFamily="49" charset="-122"/>
              </a:rPr>
              <a:t>	D</a:t>
            </a:r>
            <a:r>
              <a:rPr lang="en-US" altLang="zh-CN" sz="2000" b="1" dirty="0">
                <a:latin typeface="Times New Roman" panose="02020603050405020304" pitchFamily="18" charset="0"/>
                <a:ea typeface="楷体" panose="02010609060101010101" pitchFamily="49" charset="-122"/>
              </a:rPr>
              <a:t>. 2009H</a:t>
            </a:r>
            <a:endParaRPr lang="zh-CN" altLang="zh-CN" sz="2000" b="1" dirty="0">
              <a:latin typeface="Times New Roman" panose="02020603050405020304" pitchFamily="18" charset="0"/>
              <a:ea typeface="楷体" panose="02010609060101010101" pitchFamily="49" charset="-122"/>
            </a:endParaRPr>
          </a:p>
          <a:p>
            <a:r>
              <a:rPr lang="en-US" altLang="zh-CN" sz="2000" b="1" dirty="0">
                <a:latin typeface="Times New Roman" panose="02020603050405020304" pitchFamily="18" charset="0"/>
                <a:ea typeface="楷体" panose="02010609060101010101" pitchFamily="49" charset="-122"/>
              </a:rPr>
              <a:t>13.</a:t>
            </a:r>
            <a:r>
              <a:rPr lang="zh-CN" altLang="zh-CN" sz="2000" b="1" dirty="0">
                <a:latin typeface="Times New Roman" panose="02020603050405020304" pitchFamily="18" charset="0"/>
                <a:ea typeface="楷体" panose="02010609060101010101" pitchFamily="49" charset="-122"/>
              </a:rPr>
              <a:t>【</a:t>
            </a:r>
            <a:r>
              <a:rPr lang="en-US" altLang="zh-CN" sz="2000" b="1" dirty="0">
                <a:latin typeface="Times New Roman" panose="02020603050405020304" pitchFamily="18" charset="0"/>
                <a:ea typeface="楷体" panose="02010609060101010101" pitchFamily="49" charset="-122"/>
              </a:rPr>
              <a:t>2011 </a:t>
            </a:r>
            <a:r>
              <a:rPr lang="zh-CN" altLang="zh-CN" sz="2000" b="1" dirty="0">
                <a:latin typeface="Times New Roman" panose="02020603050405020304" pitchFamily="18" charset="0"/>
                <a:ea typeface="楷体" panose="02010609060101010101" pitchFamily="49" charset="-122"/>
              </a:rPr>
              <a:t>统考真题】某机器有一个标志寄存器，其中有进位</a:t>
            </a:r>
            <a:r>
              <a:rPr lang="en-US" altLang="zh-CN" sz="2000" b="1" dirty="0">
                <a:latin typeface="Times New Roman" panose="02020603050405020304" pitchFamily="18" charset="0"/>
                <a:ea typeface="楷体" panose="02010609060101010101" pitchFamily="49" charset="-122"/>
              </a:rPr>
              <a:t>/</a:t>
            </a:r>
            <a:r>
              <a:rPr lang="zh-CN" altLang="zh-CN" sz="2000" b="1" dirty="0">
                <a:latin typeface="Times New Roman" panose="02020603050405020304" pitchFamily="18" charset="0"/>
                <a:ea typeface="楷体" panose="02010609060101010101" pitchFamily="49" charset="-122"/>
              </a:rPr>
              <a:t>借位标志</a:t>
            </a:r>
            <a:r>
              <a:rPr lang="en-US" altLang="zh-CN" sz="2000" b="1" dirty="0">
                <a:latin typeface="Times New Roman" panose="02020603050405020304" pitchFamily="18" charset="0"/>
                <a:ea typeface="楷体" panose="02010609060101010101" pitchFamily="49" charset="-122"/>
              </a:rPr>
              <a:t> CF</a:t>
            </a:r>
            <a:r>
              <a:rPr lang="zh-CN" altLang="zh-CN" sz="2000" b="1" dirty="0">
                <a:latin typeface="Times New Roman" panose="02020603050405020304" pitchFamily="18" charset="0"/>
                <a:ea typeface="楷体" panose="02010609060101010101" pitchFamily="49" charset="-122"/>
              </a:rPr>
              <a:t>、零标志</a:t>
            </a:r>
            <a:r>
              <a:rPr lang="en-US" altLang="zh-CN" sz="2000" b="1" dirty="0">
                <a:latin typeface="Times New Roman" panose="02020603050405020304" pitchFamily="18" charset="0"/>
                <a:ea typeface="楷体" panose="02010609060101010101" pitchFamily="49" charset="-122"/>
              </a:rPr>
              <a:t>ZF</a:t>
            </a:r>
            <a:r>
              <a:rPr lang="zh-CN" altLang="zh-CN" sz="2000" b="1" dirty="0">
                <a:latin typeface="Times New Roman" panose="02020603050405020304" pitchFamily="18" charset="0"/>
                <a:ea typeface="楷体" panose="02010609060101010101" pitchFamily="49" charset="-122"/>
              </a:rPr>
              <a:t>、符号标志</a:t>
            </a:r>
            <a:r>
              <a:rPr lang="en-US" altLang="zh-CN" sz="2000" b="1" dirty="0">
                <a:latin typeface="Times New Roman" panose="02020603050405020304" pitchFamily="18" charset="0"/>
                <a:ea typeface="楷体" panose="02010609060101010101" pitchFamily="49" charset="-122"/>
              </a:rPr>
              <a:t> SF </a:t>
            </a:r>
            <a:r>
              <a:rPr lang="zh-CN" altLang="zh-CN" sz="2000" b="1" dirty="0">
                <a:latin typeface="Times New Roman" panose="02020603050405020304" pitchFamily="18" charset="0"/>
                <a:ea typeface="楷体" panose="02010609060101010101" pitchFamily="49" charset="-122"/>
              </a:rPr>
              <a:t>和溢出标志</a:t>
            </a:r>
            <a:r>
              <a:rPr lang="en-US" altLang="zh-CN" sz="2000" b="1" dirty="0">
                <a:latin typeface="Times New Roman" panose="02020603050405020304" pitchFamily="18" charset="0"/>
                <a:ea typeface="楷体" panose="02010609060101010101" pitchFamily="49" charset="-122"/>
              </a:rPr>
              <a:t> OF</a:t>
            </a:r>
            <a:r>
              <a:rPr lang="zh-CN" altLang="zh-CN" sz="2000" b="1" dirty="0">
                <a:latin typeface="Times New Roman" panose="02020603050405020304" pitchFamily="18" charset="0"/>
                <a:ea typeface="楷体" panose="02010609060101010101" pitchFamily="49" charset="-122"/>
              </a:rPr>
              <a:t>，条件转移指令</a:t>
            </a:r>
            <a:r>
              <a:rPr lang="en-US" altLang="zh-CN" sz="2000" b="1" dirty="0">
                <a:latin typeface="Times New Roman" panose="02020603050405020304" pitchFamily="18" charset="0"/>
                <a:ea typeface="楷体" panose="02010609060101010101" pitchFamily="49" charset="-122"/>
              </a:rPr>
              <a:t> </a:t>
            </a:r>
            <a:r>
              <a:rPr lang="en-US" altLang="zh-CN" sz="2000" b="1" dirty="0" err="1">
                <a:latin typeface="Times New Roman" panose="02020603050405020304" pitchFamily="18" charset="0"/>
                <a:ea typeface="楷体" panose="02010609060101010101" pitchFamily="49" charset="-122"/>
              </a:rPr>
              <a:t>bgt</a:t>
            </a:r>
            <a:r>
              <a:rPr lang="zh-CN" altLang="zh-CN" sz="2000" b="1" dirty="0">
                <a:latin typeface="Times New Roman" panose="02020603050405020304" pitchFamily="18" charset="0"/>
                <a:ea typeface="楷体" panose="02010609060101010101" pitchFamily="49" charset="-122"/>
              </a:rPr>
              <a:t>（无符号整数比较大于时转移）的转移条件是（</a:t>
            </a:r>
            <a:r>
              <a:rPr lang="en-US" altLang="zh-CN" sz="2000" b="1" dirty="0">
                <a:latin typeface="Times New Roman" panose="02020603050405020304" pitchFamily="18" charset="0"/>
                <a:ea typeface="楷体" panose="02010609060101010101" pitchFamily="49" charset="-122"/>
              </a:rPr>
              <a:t>		</a:t>
            </a:r>
            <a:r>
              <a:rPr lang="zh-CN" altLang="zh-CN" sz="2000" b="1" dirty="0" smtClean="0">
                <a:latin typeface="Times New Roman" panose="02020603050405020304" pitchFamily="18" charset="0"/>
                <a:ea typeface="楷体" panose="02010609060101010101" pitchFamily="49" charset="-122"/>
              </a:rPr>
              <a:t>）</a:t>
            </a:r>
            <a:r>
              <a:rPr lang="zh-CN" altLang="zh-CN" sz="2000" b="1" dirty="0">
                <a:latin typeface="Times New Roman" panose="02020603050405020304" pitchFamily="18" charset="0"/>
                <a:ea typeface="楷体" panose="02010609060101010101" pitchFamily="49" charset="-122"/>
              </a:rPr>
              <a:t>。</a:t>
            </a:r>
            <a:endParaRPr lang="zh-CN" altLang="zh-CN" sz="2000" b="1" dirty="0">
              <a:latin typeface="Times New Roman" panose="02020603050405020304" pitchFamily="18" charset="0"/>
              <a:ea typeface="楷体" panose="02010609060101010101" pitchFamily="49" charset="-122"/>
            </a:endParaRPr>
          </a:p>
          <a:p>
            <a:r>
              <a:rPr lang="en-US" altLang="zh-CN" sz="2000" b="1" dirty="0">
                <a:latin typeface="Times New Roman" panose="02020603050405020304" pitchFamily="18" charset="0"/>
                <a:ea typeface="楷体" panose="02010609060101010101" pitchFamily="49" charset="-122"/>
              </a:rPr>
              <a:t>A.CF+OF=1		B. /SF+ZF=1	C. /(CF+ZF)=1	D. /(CF+SF)=1</a:t>
            </a:r>
            <a:endParaRPr lang="zh-CN" altLang="zh-CN" sz="2000" b="1" dirty="0">
              <a:latin typeface="Times New Roman" panose="02020603050405020304" pitchFamily="18" charset="0"/>
              <a:ea typeface="楷体" panose="02010609060101010101" pitchFamily="49" charset="-122"/>
            </a:endParaRPr>
          </a:p>
          <a:p>
            <a:endParaRPr lang="zh-CN" altLang="en-US" dirty="0" smtClean="0"/>
          </a:p>
        </p:txBody>
      </p:sp>
      <mc:AlternateContent xmlns:mc="http://schemas.openxmlformats.org/markup-compatibility/2006" xmlns:p14="http://schemas.microsoft.com/office/powerpoint/2010/main">
        <mc:Choice Requires="p14">
          <p:contentPart r:id="rId1" p14:bwMode="auto">
            <p14:nvContentPartPr>
              <p14:cNvPr id="2" name="墨迹 1"/>
              <p14:cNvContentPartPr/>
              <p14:nvPr/>
            </p14:nvContentPartPr>
            <p14:xfrm>
              <a:off x="2453640" y="1468120"/>
              <a:ext cx="1174115" cy="471805"/>
            </p14:xfrm>
          </p:contentPart>
        </mc:Choice>
        <mc:Fallback xmlns="">
          <p:pic>
            <p:nvPicPr>
              <p:cNvPr id="2" name="墨迹 1"/>
            </p:nvPicPr>
            <p:blipFill>
              <a:blip r:embed="rId2"/>
            </p:blipFill>
            <p:spPr>
              <a:xfrm>
                <a:off x="2453640" y="1468120"/>
                <a:ext cx="1174115" cy="471805"/>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3" name="墨迹 2"/>
              <p14:cNvContentPartPr/>
              <p14:nvPr/>
            </p14:nvContentPartPr>
            <p14:xfrm>
              <a:off x="3851275" y="1583690"/>
              <a:ext cx="688975" cy="287020"/>
            </p14:xfrm>
          </p:contentPart>
        </mc:Choice>
        <mc:Fallback xmlns="">
          <p:pic>
            <p:nvPicPr>
              <p:cNvPr id="3" name="墨迹 2"/>
            </p:nvPicPr>
            <p:blipFill>
              <a:blip r:embed="rId4"/>
            </p:blipFill>
            <p:spPr>
              <a:xfrm>
                <a:off x="3851275" y="1583690"/>
                <a:ext cx="688975" cy="28702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4" name="墨迹 3"/>
              <p14:cNvContentPartPr/>
              <p14:nvPr/>
            </p14:nvContentPartPr>
            <p14:xfrm>
              <a:off x="5302885" y="1136015"/>
              <a:ext cx="1052195" cy="721360"/>
            </p14:xfrm>
          </p:contentPart>
        </mc:Choice>
        <mc:Fallback xmlns="">
          <p:pic>
            <p:nvPicPr>
              <p:cNvPr id="4" name="墨迹 3"/>
            </p:nvPicPr>
            <p:blipFill>
              <a:blip r:embed="rId6"/>
            </p:blipFill>
            <p:spPr>
              <a:xfrm>
                <a:off x="5302885" y="1136015"/>
                <a:ext cx="1052195" cy="72136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5" name="墨迹 4"/>
              <p14:cNvContentPartPr/>
              <p14:nvPr/>
            </p14:nvContentPartPr>
            <p14:xfrm>
              <a:off x="1041400" y="1416050"/>
              <a:ext cx="518795" cy="365760"/>
            </p14:xfrm>
          </p:contentPart>
        </mc:Choice>
        <mc:Fallback xmlns="">
          <p:pic>
            <p:nvPicPr>
              <p:cNvPr id="5" name="墨迹 4"/>
            </p:nvPicPr>
            <p:blipFill>
              <a:blip r:embed="rId8"/>
            </p:blipFill>
            <p:spPr>
              <a:xfrm>
                <a:off x="1041400" y="1416050"/>
                <a:ext cx="518795" cy="365760"/>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6" name="墨迹 5"/>
              <p14:cNvContentPartPr/>
              <p14:nvPr/>
            </p14:nvContentPartPr>
            <p14:xfrm>
              <a:off x="871220" y="918845"/>
              <a:ext cx="450215" cy="833755"/>
            </p14:xfrm>
          </p:contentPart>
        </mc:Choice>
        <mc:Fallback xmlns="">
          <p:pic>
            <p:nvPicPr>
              <p:cNvPr id="6" name="墨迹 5"/>
            </p:nvPicPr>
            <p:blipFill>
              <a:blip r:embed="rId10"/>
            </p:blipFill>
            <p:spPr>
              <a:xfrm>
                <a:off x="871220" y="918845"/>
                <a:ext cx="450215" cy="833755"/>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7" name="墨迹 6"/>
              <p14:cNvContentPartPr/>
              <p14:nvPr/>
            </p14:nvContentPartPr>
            <p14:xfrm>
              <a:off x="6816090" y="601980"/>
              <a:ext cx="550545" cy="1069975"/>
            </p14:xfrm>
          </p:contentPart>
        </mc:Choice>
        <mc:Fallback xmlns="">
          <p:pic>
            <p:nvPicPr>
              <p:cNvPr id="7" name="墨迹 6"/>
            </p:nvPicPr>
            <p:blipFill>
              <a:blip r:embed="rId12"/>
            </p:blipFill>
            <p:spPr>
              <a:xfrm>
                <a:off x="6816090" y="601980"/>
                <a:ext cx="550545" cy="1069975"/>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8" name="墨迹 7"/>
              <p14:cNvContentPartPr/>
              <p14:nvPr/>
            </p14:nvContentPartPr>
            <p14:xfrm>
              <a:off x="6931025" y="1238250"/>
              <a:ext cx="417195" cy="116205"/>
            </p14:xfrm>
          </p:contentPart>
        </mc:Choice>
        <mc:Fallback xmlns="">
          <p:pic>
            <p:nvPicPr>
              <p:cNvPr id="8" name="墨迹 7"/>
            </p:nvPicPr>
            <p:blipFill>
              <a:blip r:embed="rId14"/>
            </p:blipFill>
            <p:spPr>
              <a:xfrm>
                <a:off x="6931025" y="1238250"/>
                <a:ext cx="417195" cy="116205"/>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9" name="墨迹 8"/>
              <p14:cNvContentPartPr/>
              <p14:nvPr/>
            </p14:nvContentPartPr>
            <p14:xfrm>
              <a:off x="5737225" y="2234565"/>
              <a:ext cx="1286510" cy="527685"/>
            </p14:xfrm>
          </p:contentPart>
        </mc:Choice>
        <mc:Fallback xmlns="">
          <p:pic>
            <p:nvPicPr>
              <p:cNvPr id="9" name="墨迹 8"/>
            </p:nvPicPr>
            <p:blipFill>
              <a:blip r:embed="rId16"/>
            </p:blipFill>
            <p:spPr>
              <a:xfrm>
                <a:off x="5737225" y="2234565"/>
                <a:ext cx="1286510" cy="527685"/>
              </a:xfrm>
              <a:prstGeom prst="rect"/>
            </p:spPr>
          </p:pic>
        </mc:Fallback>
      </mc:AlternateContent>
      <mc:AlternateContent xmlns:mc="http://schemas.openxmlformats.org/markup-compatibility/2006" xmlns:p14="http://schemas.microsoft.com/office/powerpoint/2010/main">
        <mc:Choice Requires="p14">
          <p:contentPart r:id="rId17" p14:bwMode="auto">
            <p14:nvContentPartPr>
              <p14:cNvPr id="10" name="墨迹 9"/>
              <p14:cNvContentPartPr/>
              <p14:nvPr/>
            </p14:nvContentPartPr>
            <p14:xfrm>
              <a:off x="10281285" y="1849120"/>
              <a:ext cx="216535" cy="591185"/>
            </p14:xfrm>
          </p:contentPart>
        </mc:Choice>
        <mc:Fallback xmlns="">
          <p:pic>
            <p:nvPicPr>
              <p:cNvPr id="10" name="墨迹 9"/>
            </p:nvPicPr>
            <p:blipFill>
              <a:blip r:embed="rId18"/>
            </p:blipFill>
            <p:spPr>
              <a:xfrm>
                <a:off x="10281285" y="1849120"/>
                <a:ext cx="216535" cy="591185"/>
              </a:xfrm>
              <a:prstGeom prst="rect"/>
            </p:spPr>
          </p:pic>
        </mc:Fallback>
      </mc:AlternateContent>
      <mc:AlternateContent xmlns:mc="http://schemas.openxmlformats.org/markup-compatibility/2006" xmlns:p14="http://schemas.microsoft.com/office/powerpoint/2010/main">
        <mc:Choice Requires="p14">
          <p:contentPart r:id="rId19" p14:bwMode="auto">
            <p14:nvContentPartPr>
              <p14:cNvPr id="11" name="墨迹 10"/>
              <p14:cNvContentPartPr/>
              <p14:nvPr/>
            </p14:nvContentPartPr>
            <p14:xfrm>
              <a:off x="10167620" y="1895475"/>
              <a:ext cx="899160" cy="701675"/>
            </p14:xfrm>
          </p:contentPart>
        </mc:Choice>
        <mc:Fallback xmlns="">
          <p:pic>
            <p:nvPicPr>
              <p:cNvPr id="11" name="墨迹 10"/>
            </p:nvPicPr>
            <p:blipFill>
              <a:blip r:embed="rId20"/>
            </p:blipFill>
            <p:spPr>
              <a:xfrm>
                <a:off x="10167620" y="1895475"/>
                <a:ext cx="899160" cy="701675"/>
              </a:xfrm>
              <a:prstGeom prst="rect"/>
            </p:spPr>
          </p:pic>
        </mc:Fallback>
      </mc:AlternateContent>
      <mc:AlternateContent xmlns:mc="http://schemas.openxmlformats.org/markup-compatibility/2006" xmlns:p14="http://schemas.microsoft.com/office/powerpoint/2010/main">
        <mc:Choice Requires="p14">
          <p:contentPart r:id="rId21" p14:bwMode="auto">
            <p14:nvContentPartPr>
              <p14:cNvPr id="12" name="墨迹 11"/>
              <p14:cNvContentPartPr/>
              <p14:nvPr/>
            </p14:nvContentPartPr>
            <p14:xfrm>
              <a:off x="6452870" y="3485515"/>
              <a:ext cx="648970" cy="72390"/>
            </p14:xfrm>
          </p:contentPart>
        </mc:Choice>
        <mc:Fallback xmlns="">
          <p:pic>
            <p:nvPicPr>
              <p:cNvPr id="12" name="墨迹 11"/>
            </p:nvPicPr>
            <p:blipFill>
              <a:blip r:embed="rId22"/>
            </p:blipFill>
            <p:spPr>
              <a:xfrm>
                <a:off x="6452870" y="3485515"/>
                <a:ext cx="648970" cy="72390"/>
              </a:xfrm>
              <a:prstGeom prst="rect"/>
            </p:spPr>
          </p:pic>
        </mc:Fallback>
      </mc:AlternateContent>
      <mc:AlternateContent xmlns:mc="http://schemas.openxmlformats.org/markup-compatibility/2006" xmlns:p14="http://schemas.microsoft.com/office/powerpoint/2010/main">
        <mc:Choice Requires="p14">
          <p:contentPart r:id="rId23" p14:bwMode="auto">
            <p14:nvContentPartPr>
              <p14:cNvPr id="13" name="墨迹 12"/>
              <p14:cNvContentPartPr/>
              <p14:nvPr/>
            </p14:nvContentPartPr>
            <p14:xfrm>
              <a:off x="9577070" y="3439795"/>
              <a:ext cx="1398270" cy="82550"/>
            </p14:xfrm>
          </p:contentPart>
        </mc:Choice>
        <mc:Fallback xmlns="">
          <p:pic>
            <p:nvPicPr>
              <p:cNvPr id="13" name="墨迹 12"/>
            </p:nvPicPr>
            <p:blipFill>
              <a:blip r:embed="rId24"/>
            </p:blipFill>
            <p:spPr>
              <a:xfrm>
                <a:off x="9577070" y="3439795"/>
                <a:ext cx="1398270" cy="82550"/>
              </a:xfrm>
              <a:prstGeom prst="rect"/>
            </p:spPr>
          </p:pic>
        </mc:Fallback>
      </mc:AlternateContent>
      <mc:AlternateContent xmlns:mc="http://schemas.openxmlformats.org/markup-compatibility/2006" xmlns:p14="http://schemas.microsoft.com/office/powerpoint/2010/main">
        <mc:Choice Requires="p14">
          <p:contentPart r:id="rId25" p14:bwMode="auto">
            <p14:nvContentPartPr>
              <p14:cNvPr id="14" name="墨迹 13"/>
              <p14:cNvContentPartPr/>
              <p14:nvPr/>
            </p14:nvContentPartPr>
            <p14:xfrm>
              <a:off x="8238490" y="3787140"/>
              <a:ext cx="207010" cy="169545"/>
            </p14:xfrm>
          </p:contentPart>
        </mc:Choice>
        <mc:Fallback xmlns="">
          <p:pic>
            <p:nvPicPr>
              <p:cNvPr id="14" name="墨迹 13"/>
            </p:nvPicPr>
            <p:blipFill>
              <a:blip r:embed="rId26"/>
            </p:blipFill>
            <p:spPr>
              <a:xfrm>
                <a:off x="8238490" y="3787140"/>
                <a:ext cx="207010" cy="169545"/>
              </a:xfrm>
              <a:prstGeom prst="rect"/>
            </p:spPr>
          </p:pic>
        </mc:Fallback>
      </mc:AlternateContent>
      <mc:AlternateContent xmlns:mc="http://schemas.openxmlformats.org/markup-compatibility/2006" xmlns:p14="http://schemas.microsoft.com/office/powerpoint/2010/main">
        <mc:Choice Requires="p14">
          <p:contentPart r:id="rId27" p14:bwMode="auto">
            <p14:nvContentPartPr>
              <p14:cNvPr id="15" name="墨迹 14"/>
              <p14:cNvContentPartPr/>
              <p14:nvPr/>
            </p14:nvContentPartPr>
            <p14:xfrm>
              <a:off x="8444230" y="3902710"/>
              <a:ext cx="34290" cy="6985"/>
            </p14:xfrm>
          </p:contentPart>
        </mc:Choice>
        <mc:Fallback xmlns="">
          <p:pic>
            <p:nvPicPr>
              <p:cNvPr id="15" name="墨迹 14"/>
            </p:nvPicPr>
            <p:blipFill>
              <a:blip r:embed="rId28"/>
            </p:blipFill>
            <p:spPr>
              <a:xfrm>
                <a:off x="8444230" y="3902710"/>
                <a:ext cx="34290" cy="6985"/>
              </a:xfrm>
              <a:prstGeom prst="rect"/>
            </p:spPr>
          </p:pic>
        </mc:Fallback>
      </mc:AlternateContent>
      <mc:AlternateContent xmlns:mc="http://schemas.openxmlformats.org/markup-compatibility/2006" xmlns:p14="http://schemas.microsoft.com/office/powerpoint/2010/main">
        <mc:Choice Requires="p14">
          <p:contentPart r:id="rId29" p14:bwMode="auto">
            <p14:nvContentPartPr>
              <p14:cNvPr id="16" name="墨迹 15"/>
              <p14:cNvContentPartPr/>
              <p14:nvPr/>
            </p14:nvContentPartPr>
            <p14:xfrm>
              <a:off x="8505825" y="3831590"/>
              <a:ext cx="53975" cy="86995"/>
            </p14:xfrm>
          </p:contentPart>
        </mc:Choice>
        <mc:Fallback xmlns="">
          <p:pic>
            <p:nvPicPr>
              <p:cNvPr id="16" name="墨迹 15"/>
            </p:nvPicPr>
            <p:blipFill>
              <a:blip r:embed="rId30"/>
            </p:blipFill>
            <p:spPr>
              <a:xfrm>
                <a:off x="8505825" y="3831590"/>
                <a:ext cx="53975" cy="86995"/>
              </a:xfrm>
              <a:prstGeom prst="rect"/>
            </p:spPr>
          </p:pic>
        </mc:Fallback>
      </mc:AlternateContent>
      <mc:AlternateContent xmlns:mc="http://schemas.openxmlformats.org/markup-compatibility/2006" xmlns:p14="http://schemas.microsoft.com/office/powerpoint/2010/main">
        <mc:Choice Requires="p14">
          <p:contentPart r:id="rId31" p14:bwMode="auto">
            <p14:nvContentPartPr>
              <p14:cNvPr id="17" name="墨迹 16"/>
              <p14:cNvContentPartPr/>
              <p14:nvPr/>
            </p14:nvContentPartPr>
            <p14:xfrm>
              <a:off x="8594725" y="3879215"/>
              <a:ext cx="99060" cy="51435"/>
            </p14:xfrm>
          </p:contentPart>
        </mc:Choice>
        <mc:Fallback xmlns="">
          <p:pic>
            <p:nvPicPr>
              <p:cNvPr id="17" name="墨迹 16"/>
            </p:nvPicPr>
            <p:blipFill>
              <a:blip r:embed="rId32"/>
            </p:blipFill>
            <p:spPr>
              <a:xfrm>
                <a:off x="8594725" y="3879215"/>
                <a:ext cx="99060" cy="51435"/>
              </a:xfrm>
              <a:prstGeom prst="rect"/>
            </p:spPr>
          </p:pic>
        </mc:Fallback>
      </mc:AlternateContent>
      <mc:AlternateContent xmlns:mc="http://schemas.openxmlformats.org/markup-compatibility/2006" xmlns:p14="http://schemas.microsoft.com/office/powerpoint/2010/main">
        <mc:Choice Requires="p14">
          <p:contentPart r:id="rId33" p14:bwMode="auto">
            <p14:nvContentPartPr>
              <p14:cNvPr id="18" name="墨迹 17"/>
              <p14:cNvContentPartPr/>
              <p14:nvPr/>
            </p14:nvContentPartPr>
            <p14:xfrm>
              <a:off x="8789035" y="3850005"/>
              <a:ext cx="81915" cy="106680"/>
            </p14:xfrm>
          </p:contentPart>
        </mc:Choice>
        <mc:Fallback xmlns="">
          <p:pic>
            <p:nvPicPr>
              <p:cNvPr id="18" name="墨迹 17"/>
            </p:nvPicPr>
            <p:blipFill>
              <a:blip r:embed="rId34"/>
            </p:blipFill>
            <p:spPr>
              <a:xfrm>
                <a:off x="8789035" y="3850005"/>
                <a:ext cx="81915" cy="106680"/>
              </a:xfrm>
              <a:prstGeom prst="rect"/>
            </p:spPr>
          </p:pic>
        </mc:Fallback>
      </mc:AlternateContent>
      <mc:AlternateContent xmlns:mc="http://schemas.openxmlformats.org/markup-compatibility/2006" xmlns:p14="http://schemas.microsoft.com/office/powerpoint/2010/main">
        <mc:Choice Requires="p14">
          <p:contentPart r:id="rId35" p14:bwMode="auto">
            <p14:nvContentPartPr>
              <p14:cNvPr id="19" name="墨迹 18"/>
              <p14:cNvContentPartPr/>
              <p14:nvPr/>
            </p14:nvContentPartPr>
            <p14:xfrm>
              <a:off x="9046845" y="3813810"/>
              <a:ext cx="43815" cy="227965"/>
            </p14:xfrm>
          </p:contentPart>
        </mc:Choice>
        <mc:Fallback xmlns="">
          <p:pic>
            <p:nvPicPr>
              <p:cNvPr id="19" name="墨迹 18"/>
            </p:nvPicPr>
            <p:blipFill>
              <a:blip r:embed="rId36"/>
            </p:blipFill>
            <p:spPr>
              <a:xfrm>
                <a:off x="9046845" y="3813810"/>
                <a:ext cx="43815" cy="227965"/>
              </a:xfrm>
              <a:prstGeom prst="rect"/>
            </p:spPr>
          </p:pic>
        </mc:Fallback>
      </mc:AlternateContent>
      <mc:AlternateContent xmlns:mc="http://schemas.openxmlformats.org/markup-compatibility/2006" xmlns:p14="http://schemas.microsoft.com/office/powerpoint/2010/main">
        <mc:Choice Requires="p14">
          <p:contentPart r:id="rId37" p14:bwMode="auto">
            <p14:nvContentPartPr>
              <p14:cNvPr id="20" name="墨迹 19"/>
              <p14:cNvContentPartPr/>
              <p14:nvPr/>
            </p14:nvContentPartPr>
            <p14:xfrm>
              <a:off x="9072245" y="3903345"/>
              <a:ext cx="327660" cy="17145"/>
            </p14:xfrm>
          </p:contentPart>
        </mc:Choice>
        <mc:Fallback xmlns="">
          <p:pic>
            <p:nvPicPr>
              <p:cNvPr id="20" name="墨迹 19"/>
            </p:nvPicPr>
            <p:blipFill>
              <a:blip r:embed="rId38"/>
            </p:blipFill>
            <p:spPr>
              <a:xfrm>
                <a:off x="9072245" y="3903345"/>
                <a:ext cx="327660" cy="17145"/>
              </a:xfrm>
              <a:prstGeom prst="rect"/>
            </p:spPr>
          </p:pic>
        </mc:Fallback>
      </mc:AlternateContent>
      <mc:AlternateContent xmlns:mc="http://schemas.openxmlformats.org/markup-compatibility/2006" xmlns:p14="http://schemas.microsoft.com/office/powerpoint/2010/main">
        <mc:Choice Requires="p14">
          <p:contentPart r:id="rId39" p14:bwMode="auto">
            <p14:nvContentPartPr>
              <p14:cNvPr id="21" name="墨迹 20"/>
              <p14:cNvContentPartPr/>
              <p14:nvPr/>
            </p14:nvContentPartPr>
            <p14:xfrm>
              <a:off x="9255760" y="3743325"/>
              <a:ext cx="118110" cy="528320"/>
            </p14:xfrm>
          </p:contentPart>
        </mc:Choice>
        <mc:Fallback xmlns="">
          <p:pic>
            <p:nvPicPr>
              <p:cNvPr id="21" name="墨迹 20"/>
            </p:nvPicPr>
            <p:blipFill>
              <a:blip r:embed="rId40"/>
            </p:blipFill>
            <p:spPr>
              <a:xfrm>
                <a:off x="9255760" y="3743325"/>
                <a:ext cx="118110" cy="528320"/>
              </a:xfrm>
              <a:prstGeom prst="rect"/>
            </p:spPr>
          </p:pic>
        </mc:Fallback>
      </mc:AlternateContent>
      <mc:AlternateContent xmlns:mc="http://schemas.openxmlformats.org/markup-compatibility/2006" xmlns:p14="http://schemas.microsoft.com/office/powerpoint/2010/main">
        <mc:Choice Requires="p14">
          <p:contentPart r:id="rId41" p14:bwMode="auto">
            <p14:nvContentPartPr>
              <p14:cNvPr id="22" name="墨迹 21"/>
              <p14:cNvContentPartPr/>
              <p14:nvPr/>
            </p14:nvContentPartPr>
            <p14:xfrm>
              <a:off x="9488170" y="3902710"/>
              <a:ext cx="185420" cy="635"/>
            </p14:xfrm>
          </p:contentPart>
        </mc:Choice>
        <mc:Fallback xmlns="">
          <p:pic>
            <p:nvPicPr>
              <p:cNvPr id="22" name="墨迹 21"/>
            </p:nvPicPr>
            <p:blipFill>
              <a:blip r:embed="rId42"/>
            </p:blipFill>
            <p:spPr>
              <a:xfrm>
                <a:off x="9488170" y="3902710"/>
                <a:ext cx="185420" cy="635"/>
              </a:xfrm>
              <a:prstGeom prst="rect"/>
            </p:spPr>
          </p:pic>
        </mc:Fallback>
      </mc:AlternateContent>
      <mc:AlternateContent xmlns:mc="http://schemas.openxmlformats.org/markup-compatibility/2006" xmlns:p14="http://schemas.microsoft.com/office/powerpoint/2010/main">
        <mc:Choice Requires="p14">
          <p:contentPart r:id="rId43" p14:bwMode="auto">
            <p14:nvContentPartPr>
              <p14:cNvPr id="23" name="墨迹 22"/>
              <p14:cNvContentPartPr/>
              <p14:nvPr/>
            </p14:nvContentPartPr>
            <p14:xfrm>
              <a:off x="9584055" y="3796030"/>
              <a:ext cx="46355" cy="334645"/>
            </p14:xfrm>
          </p:contentPart>
        </mc:Choice>
        <mc:Fallback xmlns="">
          <p:pic>
            <p:nvPicPr>
              <p:cNvPr id="23" name="墨迹 22"/>
            </p:nvPicPr>
            <p:blipFill>
              <a:blip r:embed="rId44"/>
            </p:blipFill>
            <p:spPr>
              <a:xfrm>
                <a:off x="9584055" y="3796030"/>
                <a:ext cx="46355" cy="334645"/>
              </a:xfrm>
              <a:prstGeom prst="rect"/>
            </p:spPr>
          </p:pic>
        </mc:Fallback>
      </mc:AlternateContent>
      <mc:AlternateContent xmlns:mc="http://schemas.openxmlformats.org/markup-compatibility/2006" xmlns:p14="http://schemas.microsoft.com/office/powerpoint/2010/main">
        <mc:Choice Requires="p14">
          <p:contentPart r:id="rId45" p14:bwMode="auto">
            <p14:nvContentPartPr>
              <p14:cNvPr id="24" name="墨迹 23"/>
              <p14:cNvContentPartPr/>
              <p14:nvPr/>
            </p14:nvContentPartPr>
            <p14:xfrm>
              <a:off x="9877425" y="3749675"/>
              <a:ext cx="124460" cy="311785"/>
            </p14:xfrm>
          </p:contentPart>
        </mc:Choice>
        <mc:Fallback xmlns="">
          <p:pic>
            <p:nvPicPr>
              <p:cNvPr id="24" name="墨迹 23"/>
            </p:nvPicPr>
            <p:blipFill>
              <a:blip r:embed="rId46"/>
            </p:blipFill>
            <p:spPr>
              <a:xfrm>
                <a:off x="9877425" y="3749675"/>
                <a:ext cx="124460" cy="311785"/>
              </a:xfrm>
              <a:prstGeom prst="rect"/>
            </p:spPr>
          </p:pic>
        </mc:Fallback>
      </mc:AlternateContent>
      <mc:AlternateContent xmlns:mc="http://schemas.openxmlformats.org/markup-compatibility/2006" xmlns:p14="http://schemas.microsoft.com/office/powerpoint/2010/main">
        <mc:Choice Requires="p14">
          <p:contentPart r:id="rId47" p14:bwMode="auto">
            <p14:nvContentPartPr>
              <p14:cNvPr id="25" name="墨迹 24"/>
              <p14:cNvContentPartPr/>
              <p14:nvPr/>
            </p14:nvContentPartPr>
            <p14:xfrm>
              <a:off x="9975215" y="3769360"/>
              <a:ext cx="521970" cy="319405"/>
            </p14:xfrm>
          </p:contentPart>
        </mc:Choice>
        <mc:Fallback xmlns="">
          <p:pic>
            <p:nvPicPr>
              <p:cNvPr id="25" name="墨迹 24"/>
            </p:nvPicPr>
            <p:blipFill>
              <a:blip r:embed="rId48"/>
            </p:blipFill>
            <p:spPr>
              <a:xfrm>
                <a:off x="9975215" y="3769360"/>
                <a:ext cx="521970" cy="319405"/>
              </a:xfrm>
              <a:prstGeom prst="rect"/>
            </p:spPr>
          </p:pic>
        </mc:Fallback>
      </mc:AlternateContent>
      <mc:AlternateContent xmlns:mc="http://schemas.openxmlformats.org/markup-compatibility/2006" xmlns:p14="http://schemas.microsoft.com/office/powerpoint/2010/main">
        <mc:Choice Requires="p14">
          <p:contentPart r:id="rId49" p14:bwMode="auto">
            <p14:nvContentPartPr>
              <p14:cNvPr id="26" name="墨迹 25"/>
              <p14:cNvContentPartPr/>
              <p14:nvPr/>
            </p14:nvContentPartPr>
            <p14:xfrm>
              <a:off x="10532745" y="3778250"/>
              <a:ext cx="26670" cy="287020"/>
            </p14:xfrm>
          </p:contentPart>
        </mc:Choice>
        <mc:Fallback xmlns="">
          <p:pic>
            <p:nvPicPr>
              <p:cNvPr id="26" name="墨迹 25"/>
            </p:nvPicPr>
            <p:blipFill>
              <a:blip r:embed="rId50"/>
            </p:blipFill>
            <p:spPr>
              <a:xfrm>
                <a:off x="10532745" y="3778250"/>
                <a:ext cx="26670" cy="287020"/>
              </a:xfrm>
              <a:prstGeom prst="rect"/>
            </p:spPr>
          </p:pic>
        </mc:Fallback>
      </mc:AlternateContent>
      <mc:AlternateContent xmlns:mc="http://schemas.openxmlformats.org/markup-compatibility/2006" xmlns:p14="http://schemas.microsoft.com/office/powerpoint/2010/main">
        <mc:Choice Requires="p14">
          <p:contentPart r:id="rId51" p14:bwMode="auto">
            <p14:nvContentPartPr>
              <p14:cNvPr id="27" name="墨迹 26"/>
              <p14:cNvContentPartPr/>
              <p14:nvPr/>
            </p14:nvContentPartPr>
            <p14:xfrm>
              <a:off x="10532745" y="3886200"/>
              <a:ext cx="209550" cy="96520"/>
            </p14:xfrm>
          </p:contentPart>
        </mc:Choice>
        <mc:Fallback xmlns="">
          <p:pic>
            <p:nvPicPr>
              <p:cNvPr id="27" name="墨迹 26"/>
            </p:nvPicPr>
            <p:blipFill>
              <a:blip r:embed="rId52"/>
            </p:blipFill>
            <p:spPr>
              <a:xfrm>
                <a:off x="10532745" y="3886200"/>
                <a:ext cx="209550" cy="96520"/>
              </a:xfrm>
              <a:prstGeom prst="rect"/>
            </p:spPr>
          </p:pic>
        </mc:Fallback>
      </mc:AlternateContent>
      <mc:AlternateContent xmlns:mc="http://schemas.openxmlformats.org/markup-compatibility/2006" xmlns:p14="http://schemas.microsoft.com/office/powerpoint/2010/main">
        <mc:Choice Requires="p14">
          <p:contentPart r:id="rId53" p14:bwMode="auto">
            <p14:nvContentPartPr>
              <p14:cNvPr id="28" name="墨迹 27"/>
              <p14:cNvContentPartPr/>
              <p14:nvPr/>
            </p14:nvContentPartPr>
            <p14:xfrm>
              <a:off x="10797540" y="3822700"/>
              <a:ext cx="19050" cy="330200"/>
            </p14:xfrm>
          </p:contentPart>
        </mc:Choice>
        <mc:Fallback xmlns="">
          <p:pic>
            <p:nvPicPr>
              <p:cNvPr id="28" name="墨迹 27"/>
            </p:nvPicPr>
            <p:blipFill>
              <a:blip r:embed="rId54"/>
            </p:blipFill>
            <p:spPr>
              <a:xfrm>
                <a:off x="10797540" y="3822700"/>
                <a:ext cx="19050" cy="330200"/>
              </a:xfrm>
              <a:prstGeom prst="rect"/>
            </p:spPr>
          </p:pic>
        </mc:Fallback>
      </mc:AlternateContent>
      <mc:AlternateContent xmlns:mc="http://schemas.openxmlformats.org/markup-compatibility/2006" xmlns:p14="http://schemas.microsoft.com/office/powerpoint/2010/main">
        <mc:Choice Requires="p14">
          <p:contentPart r:id="rId55" p14:bwMode="auto">
            <p14:nvContentPartPr>
              <p14:cNvPr id="29" name="墨迹 28"/>
              <p14:cNvContentPartPr/>
              <p14:nvPr/>
            </p14:nvContentPartPr>
            <p14:xfrm>
              <a:off x="10922000" y="3948430"/>
              <a:ext cx="282575" cy="52070"/>
            </p14:xfrm>
          </p:contentPart>
        </mc:Choice>
        <mc:Fallback xmlns="">
          <p:pic>
            <p:nvPicPr>
              <p:cNvPr id="29" name="墨迹 28"/>
            </p:nvPicPr>
            <p:blipFill>
              <a:blip r:embed="rId56"/>
            </p:blipFill>
            <p:spPr>
              <a:xfrm>
                <a:off x="10922000" y="3948430"/>
                <a:ext cx="282575" cy="52070"/>
              </a:xfrm>
              <a:prstGeom prst="rect"/>
            </p:spPr>
          </p:pic>
        </mc:Fallback>
      </mc:AlternateContent>
      <mc:AlternateContent xmlns:mc="http://schemas.openxmlformats.org/markup-compatibility/2006" xmlns:p14="http://schemas.microsoft.com/office/powerpoint/2010/main">
        <mc:Choice Requires="p14">
          <p:contentPart r:id="rId57" p14:bwMode="auto">
            <p14:nvContentPartPr>
              <p14:cNvPr id="30" name="墨迹 29"/>
              <p14:cNvContentPartPr/>
              <p14:nvPr/>
            </p14:nvContentPartPr>
            <p14:xfrm>
              <a:off x="11107420" y="3849370"/>
              <a:ext cx="19050" cy="393700"/>
            </p14:xfrm>
          </p:contentPart>
        </mc:Choice>
        <mc:Fallback xmlns="">
          <p:pic>
            <p:nvPicPr>
              <p:cNvPr id="30" name="墨迹 29"/>
            </p:nvPicPr>
            <p:blipFill>
              <a:blip r:embed="rId58"/>
            </p:blipFill>
            <p:spPr>
              <a:xfrm>
                <a:off x="11107420" y="3849370"/>
                <a:ext cx="19050" cy="393700"/>
              </a:xfrm>
              <a:prstGeom prst="rect"/>
            </p:spPr>
          </p:pic>
        </mc:Fallback>
      </mc:AlternateContent>
      <mc:AlternateContent xmlns:mc="http://schemas.openxmlformats.org/markup-compatibility/2006" xmlns:p14="http://schemas.microsoft.com/office/powerpoint/2010/main">
        <mc:Choice Requires="p14">
          <p:contentPart r:id="rId59" p14:bwMode="auto">
            <p14:nvContentPartPr>
              <p14:cNvPr id="31" name="墨迹 30"/>
              <p14:cNvContentPartPr/>
              <p14:nvPr/>
            </p14:nvContentPartPr>
            <p14:xfrm>
              <a:off x="11311255" y="3982085"/>
              <a:ext cx="64135" cy="200660"/>
            </p14:xfrm>
          </p:contentPart>
        </mc:Choice>
        <mc:Fallback xmlns="">
          <p:pic>
            <p:nvPicPr>
              <p:cNvPr id="31" name="墨迹 30"/>
            </p:nvPicPr>
            <p:blipFill>
              <a:blip r:embed="rId60"/>
            </p:blipFill>
            <p:spPr>
              <a:xfrm>
                <a:off x="11311255" y="3982085"/>
                <a:ext cx="64135" cy="200660"/>
              </a:xfrm>
              <a:prstGeom prst="rect"/>
            </p:spPr>
          </p:pic>
        </mc:Fallback>
      </mc:AlternateContent>
      <mc:AlternateContent xmlns:mc="http://schemas.openxmlformats.org/markup-compatibility/2006" xmlns:p14="http://schemas.microsoft.com/office/powerpoint/2010/main">
        <mc:Choice Requires="p14">
          <p:contentPart r:id="rId61" p14:bwMode="auto">
            <p14:nvContentPartPr>
              <p14:cNvPr id="32" name="墨迹 31"/>
              <p14:cNvContentPartPr/>
              <p14:nvPr/>
            </p14:nvContentPartPr>
            <p14:xfrm>
              <a:off x="11479530" y="3990975"/>
              <a:ext cx="45085" cy="250825"/>
            </p14:xfrm>
          </p:contentPart>
        </mc:Choice>
        <mc:Fallback xmlns="">
          <p:pic>
            <p:nvPicPr>
              <p:cNvPr id="32" name="墨迹 31"/>
            </p:nvPicPr>
            <p:blipFill>
              <a:blip r:embed="rId62"/>
            </p:blipFill>
            <p:spPr>
              <a:xfrm>
                <a:off x="11479530" y="3990975"/>
                <a:ext cx="45085" cy="250825"/>
              </a:xfrm>
              <a:prstGeom prst="rect"/>
            </p:spPr>
          </p:pic>
        </mc:Fallback>
      </mc:AlternateContent>
      <mc:AlternateContent xmlns:mc="http://schemas.openxmlformats.org/markup-compatibility/2006" xmlns:p14="http://schemas.microsoft.com/office/powerpoint/2010/main">
        <mc:Choice Requires="p14">
          <p:contentPart r:id="rId63" p14:bwMode="auto">
            <p14:nvContentPartPr>
              <p14:cNvPr id="33" name="墨迹 32"/>
              <p14:cNvContentPartPr/>
              <p14:nvPr/>
            </p14:nvContentPartPr>
            <p14:xfrm>
              <a:off x="11770360" y="4097020"/>
              <a:ext cx="59055" cy="313055"/>
            </p14:xfrm>
          </p:contentPart>
        </mc:Choice>
        <mc:Fallback xmlns="">
          <p:pic>
            <p:nvPicPr>
              <p:cNvPr id="33" name="墨迹 32"/>
            </p:nvPicPr>
            <p:blipFill>
              <a:blip r:embed="rId64"/>
            </p:blipFill>
            <p:spPr>
              <a:xfrm>
                <a:off x="11770360" y="4097020"/>
                <a:ext cx="59055" cy="313055"/>
              </a:xfrm>
              <a:prstGeom prst="rect"/>
            </p:spPr>
          </p:pic>
        </mc:Fallback>
      </mc:AlternateContent>
      <mc:AlternateContent xmlns:mc="http://schemas.openxmlformats.org/markup-compatibility/2006" xmlns:p14="http://schemas.microsoft.com/office/powerpoint/2010/main">
        <mc:Choice Requires="p14">
          <p:contentPart r:id="rId65" p14:bwMode="auto">
            <p14:nvContentPartPr>
              <p14:cNvPr id="34" name="墨迹 33"/>
              <p14:cNvContentPartPr/>
              <p14:nvPr/>
            </p14:nvContentPartPr>
            <p14:xfrm>
              <a:off x="11860530" y="4329430"/>
              <a:ext cx="205740" cy="69215"/>
            </p14:xfrm>
          </p:contentPart>
        </mc:Choice>
        <mc:Fallback xmlns="">
          <p:pic>
            <p:nvPicPr>
              <p:cNvPr id="34" name="墨迹 33"/>
            </p:nvPicPr>
            <p:blipFill>
              <a:blip r:embed="rId66"/>
            </p:blipFill>
            <p:spPr>
              <a:xfrm>
                <a:off x="11860530" y="4329430"/>
                <a:ext cx="205740" cy="69215"/>
              </a:xfrm>
              <a:prstGeom prst="rect"/>
            </p:spPr>
          </p:pic>
        </mc:Fallback>
      </mc:AlternateContent>
      <mc:AlternateContent xmlns:mc="http://schemas.openxmlformats.org/markup-compatibility/2006" xmlns:p14="http://schemas.microsoft.com/office/powerpoint/2010/main">
        <mc:Choice Requires="p14">
          <p:contentPart r:id="rId67" p14:bwMode="auto">
            <p14:nvContentPartPr>
              <p14:cNvPr id="35" name="墨迹 34"/>
              <p14:cNvContentPartPr/>
              <p14:nvPr/>
            </p14:nvContentPartPr>
            <p14:xfrm>
              <a:off x="12031980" y="4265295"/>
              <a:ext cx="123825" cy="616585"/>
            </p14:xfrm>
          </p:contentPart>
        </mc:Choice>
        <mc:Fallback xmlns="">
          <p:pic>
            <p:nvPicPr>
              <p:cNvPr id="35" name="墨迹 34"/>
            </p:nvPicPr>
            <p:blipFill>
              <a:blip r:embed="rId68"/>
            </p:blipFill>
            <p:spPr>
              <a:xfrm>
                <a:off x="12031980" y="4265295"/>
                <a:ext cx="123825" cy="616585"/>
              </a:xfrm>
              <a:prstGeom prst="rect"/>
            </p:spPr>
          </p:pic>
        </mc:Fallback>
      </mc:AlternateContent>
      <mc:AlternateContent xmlns:mc="http://schemas.openxmlformats.org/markup-compatibility/2006" xmlns:p14="http://schemas.microsoft.com/office/powerpoint/2010/main">
        <mc:Choice Requires="p14">
          <p:contentPart r:id="rId69" p14:bwMode="auto">
            <p14:nvContentPartPr>
              <p14:cNvPr id="36" name="墨迹 35"/>
              <p14:cNvContentPartPr/>
              <p14:nvPr/>
            </p14:nvContentPartPr>
            <p14:xfrm>
              <a:off x="5464175" y="3424555"/>
              <a:ext cx="693420" cy="479425"/>
            </p14:xfrm>
          </p:contentPart>
        </mc:Choice>
        <mc:Fallback xmlns="">
          <p:pic>
            <p:nvPicPr>
              <p:cNvPr id="36" name="墨迹 35"/>
            </p:nvPicPr>
            <p:blipFill>
              <a:blip r:embed="rId70"/>
            </p:blipFill>
            <p:spPr>
              <a:xfrm>
                <a:off x="5464175" y="3424555"/>
                <a:ext cx="693420" cy="479425"/>
              </a:xfrm>
              <a:prstGeom prst="rect"/>
            </p:spPr>
          </p:pic>
        </mc:Fallback>
      </mc:AlternateContent>
      <mc:AlternateContent xmlns:mc="http://schemas.openxmlformats.org/markup-compatibility/2006" xmlns:p14="http://schemas.microsoft.com/office/powerpoint/2010/main">
        <mc:Choice Requires="p14">
          <p:contentPart r:id="rId71" p14:bwMode="auto">
            <p14:nvContentPartPr>
              <p14:cNvPr id="37" name="墨迹 36"/>
              <p14:cNvContentPartPr/>
              <p14:nvPr/>
            </p14:nvContentPartPr>
            <p14:xfrm>
              <a:off x="4852035" y="3837940"/>
              <a:ext cx="455930" cy="563245"/>
            </p14:xfrm>
          </p:contentPart>
        </mc:Choice>
        <mc:Fallback xmlns="">
          <p:pic>
            <p:nvPicPr>
              <p:cNvPr id="37" name="墨迹 36"/>
            </p:nvPicPr>
            <p:blipFill>
              <a:blip r:embed="rId72"/>
            </p:blipFill>
            <p:spPr>
              <a:xfrm>
                <a:off x="4852035" y="3837940"/>
                <a:ext cx="455930" cy="563245"/>
              </a:xfrm>
              <a:prstGeom prst="rect"/>
            </p:spPr>
          </p:pic>
        </mc:Fallback>
      </mc:AlternateContent>
      <mc:AlternateContent xmlns:mc="http://schemas.openxmlformats.org/markup-compatibility/2006" xmlns:p14="http://schemas.microsoft.com/office/powerpoint/2010/main">
        <mc:Choice Requires="p14">
          <p:contentPart r:id="rId73" p14:bwMode="auto">
            <p14:nvContentPartPr>
              <p14:cNvPr id="38" name="墨迹 37"/>
              <p14:cNvContentPartPr/>
              <p14:nvPr/>
            </p14:nvContentPartPr>
            <p14:xfrm>
              <a:off x="6767195" y="4582795"/>
              <a:ext cx="4397375" cy="54610"/>
            </p14:xfrm>
          </p:contentPart>
        </mc:Choice>
        <mc:Fallback xmlns="">
          <p:pic>
            <p:nvPicPr>
              <p:cNvPr id="38" name="墨迹 37"/>
            </p:nvPicPr>
            <p:blipFill>
              <a:blip r:embed="rId74"/>
            </p:blipFill>
            <p:spPr>
              <a:xfrm>
                <a:off x="6767195" y="4582795"/>
                <a:ext cx="4397375" cy="54610"/>
              </a:xfrm>
              <a:prstGeom prst="rect"/>
            </p:spPr>
          </p:pic>
        </mc:Fallback>
      </mc:AlternateContent>
      <mc:AlternateContent xmlns:mc="http://schemas.openxmlformats.org/markup-compatibility/2006" xmlns:p14="http://schemas.microsoft.com/office/powerpoint/2010/main">
        <mc:Choice Requires="p14">
          <p:contentPart r:id="rId75" p14:bwMode="auto">
            <p14:nvContentPartPr>
              <p14:cNvPr id="39" name="墨迹 38"/>
              <p14:cNvContentPartPr/>
              <p14:nvPr/>
            </p14:nvContentPartPr>
            <p14:xfrm>
              <a:off x="1068705" y="4954905"/>
              <a:ext cx="10118090" cy="10160"/>
            </p14:xfrm>
          </p:contentPart>
        </mc:Choice>
        <mc:Fallback xmlns="">
          <p:pic>
            <p:nvPicPr>
              <p:cNvPr id="39" name="墨迹 38"/>
            </p:nvPicPr>
            <p:blipFill>
              <a:blip r:embed="rId76"/>
            </p:blipFill>
            <p:spPr>
              <a:xfrm>
                <a:off x="1068705" y="4954905"/>
                <a:ext cx="10118090" cy="10160"/>
              </a:xfrm>
              <a:prstGeom prst="rect"/>
            </p:spPr>
          </p:pic>
        </mc:Fallback>
      </mc:AlternateContent>
      <mc:AlternateContent xmlns:mc="http://schemas.openxmlformats.org/markup-compatibility/2006" xmlns:p14="http://schemas.microsoft.com/office/powerpoint/2010/main">
        <mc:Choice Requires="p14">
          <p:contentPart r:id="rId77" p14:bwMode="auto">
            <p14:nvContentPartPr>
              <p14:cNvPr id="40" name="墨迹 39"/>
              <p14:cNvContentPartPr/>
              <p14:nvPr/>
            </p14:nvContentPartPr>
            <p14:xfrm>
              <a:off x="7934960" y="4318000"/>
              <a:ext cx="908050" cy="1447165"/>
            </p14:xfrm>
          </p:contentPart>
        </mc:Choice>
        <mc:Fallback xmlns="">
          <p:pic>
            <p:nvPicPr>
              <p:cNvPr id="40" name="墨迹 39"/>
            </p:nvPicPr>
            <p:blipFill>
              <a:blip r:embed="rId78"/>
            </p:blipFill>
            <p:spPr>
              <a:xfrm>
                <a:off x="7934960" y="4318000"/>
                <a:ext cx="908050" cy="1447165"/>
              </a:xfrm>
              <a:prstGeom prst="rect"/>
            </p:spPr>
          </p:pic>
        </mc:Fallback>
      </mc:AlternateContent>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5874" name="内容占位符 2"/>
          <p:cNvSpPr>
            <a:spLocks noGrp="1"/>
          </p:cNvSpPr>
          <p:nvPr>
            <p:ph idx="1"/>
          </p:nvPr>
        </p:nvSpPr>
        <p:spPr bwMode="auto">
          <a:xfrm>
            <a:off x="785445" y="609599"/>
            <a:ext cx="10626969" cy="5756031"/>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normAutofit fontScale="92500" lnSpcReduction="20000"/>
          </a:bodyPr>
          <a:lstStyle/>
          <a:p>
            <a:r>
              <a:rPr lang="en-US" altLang="zh-CN" sz="1800" b="1" dirty="0">
                <a:latin typeface="Times New Roman" panose="02020603050405020304" pitchFamily="18" charset="0"/>
                <a:ea typeface="楷体" panose="02010609060101010101" pitchFamily="49" charset="-122"/>
              </a:rPr>
              <a:t>14. 【2014 </a:t>
            </a:r>
            <a:r>
              <a:rPr lang="zh-CN" altLang="en-US" sz="1800" b="1" dirty="0">
                <a:latin typeface="Times New Roman" panose="02020603050405020304" pitchFamily="18" charset="0"/>
                <a:ea typeface="楷体" panose="02010609060101010101" pitchFamily="49" charset="-122"/>
              </a:rPr>
              <a:t>统考真题</a:t>
            </a:r>
            <a:r>
              <a:rPr lang="en-US" altLang="zh-CN" sz="1800" b="1" dirty="0">
                <a:latin typeface="Times New Roman" panose="02020603050405020304" pitchFamily="18" charset="0"/>
                <a:ea typeface="楷体" panose="02010609060101010101" pitchFamily="49" charset="-122"/>
              </a:rPr>
              <a:t>】</a:t>
            </a:r>
            <a:r>
              <a:rPr lang="zh-CN" altLang="en-US" sz="1800" b="1" dirty="0">
                <a:latin typeface="Times New Roman" panose="02020603050405020304" pitchFamily="18" charset="0"/>
                <a:ea typeface="楷体" panose="02010609060101010101" pitchFamily="49" charset="-122"/>
              </a:rPr>
              <a:t>某计算机有 </a:t>
            </a:r>
            <a:r>
              <a:rPr lang="en-US" altLang="zh-CN" sz="1800" b="1" dirty="0">
                <a:latin typeface="Times New Roman" panose="02020603050405020304" pitchFamily="18" charset="0"/>
                <a:ea typeface="楷体" panose="02010609060101010101" pitchFamily="49" charset="-122"/>
              </a:rPr>
              <a:t>16 </a:t>
            </a:r>
            <a:r>
              <a:rPr lang="zh-CN" altLang="en-US" sz="1800" b="1" dirty="0">
                <a:latin typeface="Times New Roman" panose="02020603050405020304" pitchFamily="18" charset="0"/>
                <a:ea typeface="楷体" panose="02010609060101010101" pitchFamily="49" charset="-122"/>
              </a:rPr>
              <a:t>个通用寄存器，采用 </a:t>
            </a:r>
            <a:r>
              <a:rPr lang="en-US" altLang="zh-CN" sz="1800" b="1" dirty="0">
                <a:latin typeface="Times New Roman" panose="02020603050405020304" pitchFamily="18" charset="0"/>
                <a:ea typeface="楷体" panose="02010609060101010101" pitchFamily="49" charset="-122"/>
              </a:rPr>
              <a:t>32 </a:t>
            </a:r>
            <a:r>
              <a:rPr lang="zh-CN" altLang="en-US" sz="1800" b="1" dirty="0">
                <a:latin typeface="Times New Roman" panose="02020603050405020304" pitchFamily="18" charset="0"/>
                <a:ea typeface="楷体" panose="02010609060101010101" pitchFamily="49" charset="-122"/>
              </a:rPr>
              <a:t>位定长指令字，操作码字段（含寻址方式位）为 </a:t>
            </a:r>
            <a:r>
              <a:rPr lang="en-US" altLang="zh-CN" sz="1800" b="1" dirty="0">
                <a:latin typeface="Times New Roman" panose="02020603050405020304" pitchFamily="18" charset="0"/>
                <a:ea typeface="楷体" panose="02010609060101010101" pitchFamily="49" charset="-122"/>
              </a:rPr>
              <a:t>8 </a:t>
            </a:r>
            <a:r>
              <a:rPr lang="zh-CN" altLang="en-US" sz="1800" b="1" dirty="0">
                <a:latin typeface="Times New Roman" panose="02020603050405020304" pitchFamily="18" charset="0"/>
                <a:ea typeface="楷体" panose="02010609060101010101" pitchFamily="49" charset="-122"/>
              </a:rPr>
              <a:t>位，</a:t>
            </a:r>
            <a:r>
              <a:rPr lang="en-US" altLang="zh-CN" sz="1800" b="1" dirty="0">
                <a:latin typeface="Times New Roman" panose="02020603050405020304" pitchFamily="18" charset="0"/>
                <a:ea typeface="楷体" panose="02010609060101010101" pitchFamily="49" charset="-122"/>
              </a:rPr>
              <a:t>Store </a:t>
            </a:r>
            <a:r>
              <a:rPr lang="zh-CN" altLang="en-US" sz="1800" b="1" dirty="0">
                <a:latin typeface="Times New Roman" panose="02020603050405020304" pitchFamily="18" charset="0"/>
                <a:ea typeface="楷体" panose="02010609060101010101" pitchFamily="49" charset="-122"/>
              </a:rPr>
              <a:t>指令的源操作数和目的操作数分别采用寄存器直接寻址和基址寻址方式。若基址寄存器可使用任一通用寄存器，且偏移量用补码表示，则</a:t>
            </a:r>
            <a:r>
              <a:rPr lang="en-US" altLang="zh-CN" sz="1800" b="1" dirty="0">
                <a:latin typeface="Times New Roman" panose="02020603050405020304" pitchFamily="18" charset="0"/>
                <a:ea typeface="楷体" panose="02010609060101010101" pitchFamily="49" charset="-122"/>
              </a:rPr>
              <a:t>Store </a:t>
            </a:r>
            <a:r>
              <a:rPr lang="zh-CN" altLang="en-US" sz="1800" b="1" dirty="0">
                <a:latin typeface="Times New Roman" panose="02020603050405020304" pitchFamily="18" charset="0"/>
                <a:ea typeface="楷体" panose="02010609060101010101" pitchFamily="49" charset="-122"/>
              </a:rPr>
              <a:t>指令中偏移量的取值范围是（		）。</a:t>
            </a:r>
            <a:endParaRPr lang="zh-CN" altLang="en-US" sz="1800" b="1" dirty="0">
              <a:latin typeface="Times New Roman" panose="02020603050405020304" pitchFamily="18" charset="0"/>
              <a:ea typeface="楷体" panose="02010609060101010101" pitchFamily="49" charset="-122"/>
            </a:endParaRPr>
          </a:p>
          <a:p>
            <a:r>
              <a:rPr lang="en-US" altLang="zh-CN" sz="1800" b="1" dirty="0">
                <a:latin typeface="Times New Roman" panose="02020603050405020304" pitchFamily="18" charset="0"/>
                <a:ea typeface="楷体" panose="02010609060101010101" pitchFamily="49" charset="-122"/>
              </a:rPr>
              <a:t>A.-32768</a:t>
            </a:r>
            <a:r>
              <a:rPr lang="zh-CN" altLang="en-US" sz="1800" b="1" dirty="0">
                <a:latin typeface="Times New Roman" panose="02020603050405020304" pitchFamily="18" charset="0"/>
                <a:ea typeface="楷体" panose="02010609060101010101" pitchFamily="49" charset="-122"/>
              </a:rPr>
              <a:t>～</a:t>
            </a:r>
            <a:r>
              <a:rPr lang="en-US" altLang="zh-CN" sz="1800" b="1" dirty="0">
                <a:latin typeface="Times New Roman" panose="02020603050405020304" pitchFamily="18" charset="0"/>
                <a:ea typeface="楷体" panose="02010609060101010101" pitchFamily="49" charset="-122"/>
              </a:rPr>
              <a:t>+32767 		B.-32767</a:t>
            </a:r>
            <a:r>
              <a:rPr lang="zh-CN" altLang="en-US" sz="1800" b="1" dirty="0">
                <a:latin typeface="Times New Roman" panose="02020603050405020304" pitchFamily="18" charset="0"/>
                <a:ea typeface="楷体" panose="02010609060101010101" pitchFamily="49" charset="-122"/>
              </a:rPr>
              <a:t>～</a:t>
            </a:r>
            <a:r>
              <a:rPr lang="en-US" altLang="zh-CN" sz="1800" b="1" dirty="0">
                <a:latin typeface="Times New Roman" panose="02020603050405020304" pitchFamily="18" charset="0"/>
                <a:ea typeface="楷体" panose="02010609060101010101" pitchFamily="49" charset="-122"/>
              </a:rPr>
              <a:t>+</a:t>
            </a:r>
            <a:r>
              <a:rPr lang="en-US" altLang="zh-CN" sz="1800" b="1" dirty="0" smtClean="0">
                <a:latin typeface="Times New Roman" panose="02020603050405020304" pitchFamily="18" charset="0"/>
                <a:ea typeface="楷体" panose="02010609060101010101" pitchFamily="49" charset="-122"/>
              </a:rPr>
              <a:t>32768		C</a:t>
            </a:r>
            <a:r>
              <a:rPr lang="en-US" altLang="zh-CN" sz="1800" b="1" dirty="0">
                <a:latin typeface="Times New Roman" panose="02020603050405020304" pitchFamily="18" charset="0"/>
                <a:ea typeface="楷体" panose="02010609060101010101" pitchFamily="49" charset="-122"/>
              </a:rPr>
              <a:t>.-65536</a:t>
            </a:r>
            <a:r>
              <a:rPr lang="zh-CN" altLang="en-US" sz="1800" b="1" dirty="0">
                <a:latin typeface="Times New Roman" panose="02020603050405020304" pitchFamily="18" charset="0"/>
                <a:ea typeface="楷体" panose="02010609060101010101" pitchFamily="49" charset="-122"/>
              </a:rPr>
              <a:t>～</a:t>
            </a:r>
            <a:r>
              <a:rPr lang="en-US" altLang="zh-CN" sz="1800" b="1" dirty="0">
                <a:latin typeface="Times New Roman" panose="02020603050405020304" pitchFamily="18" charset="0"/>
                <a:ea typeface="楷体" panose="02010609060101010101" pitchFamily="49" charset="-122"/>
              </a:rPr>
              <a:t>+65535		D.-65535</a:t>
            </a:r>
            <a:r>
              <a:rPr lang="zh-CN" altLang="en-US" sz="1800" b="1" dirty="0">
                <a:latin typeface="Times New Roman" panose="02020603050405020304" pitchFamily="18" charset="0"/>
                <a:ea typeface="楷体" panose="02010609060101010101" pitchFamily="49" charset="-122"/>
              </a:rPr>
              <a:t>～</a:t>
            </a:r>
            <a:r>
              <a:rPr lang="en-US" altLang="zh-CN" sz="1800" b="1" dirty="0">
                <a:latin typeface="Times New Roman" panose="02020603050405020304" pitchFamily="18" charset="0"/>
                <a:ea typeface="楷体" panose="02010609060101010101" pitchFamily="49" charset="-122"/>
              </a:rPr>
              <a:t>+65536</a:t>
            </a:r>
            <a:endParaRPr lang="en-US" altLang="zh-CN" sz="1800" b="1" dirty="0">
              <a:latin typeface="Times New Roman" panose="02020603050405020304" pitchFamily="18" charset="0"/>
              <a:ea typeface="楷体" panose="02010609060101010101" pitchFamily="49" charset="-122"/>
            </a:endParaRPr>
          </a:p>
          <a:p>
            <a:r>
              <a:rPr lang="en-US" altLang="zh-CN" sz="1800" b="1" dirty="0">
                <a:latin typeface="Times New Roman" panose="02020603050405020304" pitchFamily="18" charset="0"/>
                <a:ea typeface="楷体" panose="02010609060101010101" pitchFamily="49" charset="-122"/>
              </a:rPr>
              <a:t>15.</a:t>
            </a:r>
            <a:r>
              <a:rPr lang="zh-CN" altLang="en-US" sz="1800" b="1" dirty="0">
                <a:latin typeface="Times New Roman" panose="02020603050405020304" pitchFamily="18" charset="0"/>
                <a:ea typeface="楷体" panose="02010609060101010101" pitchFamily="49" charset="-122"/>
              </a:rPr>
              <a:t>某机器指令字长为 </a:t>
            </a:r>
            <a:r>
              <a:rPr lang="en-US" altLang="zh-CN" sz="1800" b="1" dirty="0">
                <a:latin typeface="Times New Roman" panose="02020603050405020304" pitchFamily="18" charset="0"/>
                <a:ea typeface="楷体" panose="02010609060101010101" pitchFamily="49" charset="-122"/>
              </a:rPr>
              <a:t>16 </a:t>
            </a:r>
            <a:r>
              <a:rPr lang="zh-CN" altLang="en-US" sz="1800" b="1" dirty="0">
                <a:latin typeface="Times New Roman" panose="02020603050405020304" pitchFamily="18" charset="0"/>
                <a:ea typeface="楷体" panose="02010609060101010101" pitchFamily="49" charset="-122"/>
              </a:rPr>
              <a:t>位，主存按字节编址，取指令时，每取一字节，</a:t>
            </a:r>
            <a:r>
              <a:rPr lang="en-US" altLang="zh-CN" sz="1800" b="1" dirty="0">
                <a:latin typeface="Times New Roman" panose="02020603050405020304" pitchFamily="18" charset="0"/>
                <a:ea typeface="楷体" panose="02010609060101010101" pitchFamily="49" charset="-122"/>
              </a:rPr>
              <a:t>PC</a:t>
            </a:r>
            <a:r>
              <a:rPr lang="zh-CN" altLang="en-US" sz="1800" b="1" dirty="0">
                <a:latin typeface="Times New Roman" panose="02020603050405020304" pitchFamily="18" charset="0"/>
                <a:ea typeface="楷体" panose="02010609060101010101" pitchFamily="49" charset="-122"/>
              </a:rPr>
              <a:t>自动加 </a:t>
            </a:r>
            <a:r>
              <a:rPr lang="en-US" altLang="zh-CN" sz="1800" b="1" dirty="0">
                <a:latin typeface="Times New Roman" panose="02020603050405020304" pitchFamily="18" charset="0"/>
                <a:ea typeface="楷体" panose="02010609060101010101" pitchFamily="49" charset="-122"/>
              </a:rPr>
              <a:t>1</a:t>
            </a:r>
            <a:r>
              <a:rPr lang="zh-CN" altLang="en-US" sz="1800" b="1" dirty="0">
                <a:latin typeface="Times New Roman" panose="02020603050405020304" pitchFamily="18" charset="0"/>
                <a:ea typeface="楷体" panose="02010609060101010101" pitchFamily="49" charset="-122"/>
              </a:rPr>
              <a:t>。当前指令地址为 </a:t>
            </a:r>
            <a:r>
              <a:rPr lang="en-US" altLang="zh-CN" sz="1800" b="1" dirty="0">
                <a:latin typeface="Times New Roman" panose="02020603050405020304" pitchFamily="18" charset="0"/>
                <a:ea typeface="楷体" panose="02010609060101010101" pitchFamily="49" charset="-122"/>
              </a:rPr>
              <a:t>2000H</a:t>
            </a:r>
            <a:r>
              <a:rPr lang="zh-CN" altLang="en-US" sz="1800" b="1" dirty="0">
                <a:latin typeface="Times New Roman" panose="02020603050405020304" pitchFamily="18" charset="0"/>
                <a:ea typeface="楷体" panose="02010609060101010101" pitchFamily="49" charset="-122"/>
              </a:rPr>
              <a:t>，指令内容为相对寻址的无条件转移指令，指令中的形式地址为</a:t>
            </a:r>
            <a:r>
              <a:rPr lang="en-US" altLang="zh-CN" sz="1800" b="1" dirty="0">
                <a:latin typeface="Times New Roman" panose="02020603050405020304" pitchFamily="18" charset="0"/>
                <a:ea typeface="楷体" panose="02010609060101010101" pitchFamily="49" charset="-122"/>
              </a:rPr>
              <a:t>40H</a:t>
            </a:r>
            <a:r>
              <a:rPr lang="zh-CN" altLang="en-US" sz="1800" b="1" dirty="0">
                <a:latin typeface="Times New Roman" panose="02020603050405020304" pitchFamily="18" charset="0"/>
                <a:ea typeface="楷体" panose="02010609060101010101" pitchFamily="49" charset="-122"/>
              </a:rPr>
              <a:t>。则取指令后及指令执行后 </a:t>
            </a:r>
            <a:r>
              <a:rPr lang="en-US" altLang="zh-CN" sz="1800" b="1" dirty="0">
                <a:latin typeface="Times New Roman" panose="02020603050405020304" pitchFamily="18" charset="0"/>
                <a:ea typeface="楷体" panose="02010609060101010101" pitchFamily="49" charset="-122"/>
              </a:rPr>
              <a:t>PC </a:t>
            </a:r>
            <a:r>
              <a:rPr lang="zh-CN" altLang="en-US" sz="1800" b="1" dirty="0">
                <a:latin typeface="Times New Roman" panose="02020603050405020304" pitchFamily="18" charset="0"/>
                <a:ea typeface="楷体" panose="02010609060101010101" pitchFamily="49" charset="-122"/>
              </a:rPr>
              <a:t>的内容为（		）。</a:t>
            </a:r>
            <a:endParaRPr lang="zh-CN" altLang="en-US" sz="1800" b="1" dirty="0">
              <a:latin typeface="Times New Roman" panose="02020603050405020304" pitchFamily="18" charset="0"/>
              <a:ea typeface="楷体" panose="02010609060101010101" pitchFamily="49" charset="-122"/>
            </a:endParaRPr>
          </a:p>
          <a:p>
            <a:r>
              <a:rPr lang="en-US" altLang="zh-CN" sz="1800" b="1" dirty="0">
                <a:latin typeface="Times New Roman" panose="02020603050405020304" pitchFamily="18" charset="0"/>
                <a:ea typeface="楷体" panose="02010609060101010101" pitchFamily="49" charset="-122"/>
              </a:rPr>
              <a:t>A. 2000H</a:t>
            </a:r>
            <a:r>
              <a:rPr lang="zh-CN" altLang="en-US" sz="1800" b="1" dirty="0">
                <a:latin typeface="Times New Roman" panose="02020603050405020304" pitchFamily="18" charset="0"/>
                <a:ea typeface="楷体" panose="02010609060101010101" pitchFamily="49" charset="-122"/>
              </a:rPr>
              <a:t>，</a:t>
            </a:r>
            <a:r>
              <a:rPr lang="en-US" altLang="zh-CN" sz="1800" b="1" dirty="0">
                <a:latin typeface="Times New Roman" panose="02020603050405020304" pitchFamily="18" charset="0"/>
                <a:ea typeface="楷体" panose="02010609060101010101" pitchFamily="49" charset="-122"/>
              </a:rPr>
              <a:t>2042H	</a:t>
            </a:r>
            <a:r>
              <a:rPr lang="en-US" altLang="zh-CN" sz="1800" b="1" dirty="0" smtClean="0">
                <a:latin typeface="Times New Roman" panose="02020603050405020304" pitchFamily="18" charset="0"/>
                <a:ea typeface="楷体" panose="02010609060101010101" pitchFamily="49" charset="-122"/>
              </a:rPr>
              <a:t>	B.2002H</a:t>
            </a:r>
            <a:r>
              <a:rPr lang="zh-CN" altLang="en-US" sz="1800" b="1" dirty="0">
                <a:latin typeface="Times New Roman" panose="02020603050405020304" pitchFamily="18" charset="0"/>
                <a:ea typeface="楷体" panose="02010609060101010101" pitchFamily="49" charset="-122"/>
              </a:rPr>
              <a:t>，</a:t>
            </a:r>
            <a:r>
              <a:rPr lang="en-US" altLang="zh-CN" sz="1800" b="1" dirty="0">
                <a:latin typeface="Times New Roman" panose="02020603050405020304" pitchFamily="18" charset="0"/>
                <a:ea typeface="楷体" panose="02010609060101010101" pitchFamily="49" charset="-122"/>
              </a:rPr>
              <a:t>2040H  	</a:t>
            </a:r>
            <a:r>
              <a:rPr lang="en-US" altLang="zh-CN" sz="1800" b="1" dirty="0" smtClean="0">
                <a:latin typeface="Times New Roman" panose="02020603050405020304" pitchFamily="18" charset="0"/>
                <a:ea typeface="楷体" panose="02010609060101010101" pitchFamily="49" charset="-122"/>
              </a:rPr>
              <a:t>	C</a:t>
            </a:r>
            <a:r>
              <a:rPr lang="en-US" altLang="zh-CN" sz="1800" b="1" dirty="0">
                <a:latin typeface="Times New Roman" panose="02020603050405020304" pitchFamily="18" charset="0"/>
                <a:ea typeface="楷体" panose="02010609060101010101" pitchFamily="49" charset="-122"/>
              </a:rPr>
              <a:t>. 2002H</a:t>
            </a:r>
            <a:r>
              <a:rPr lang="zh-CN" altLang="en-US" sz="1800" b="1" dirty="0">
                <a:latin typeface="Times New Roman" panose="02020603050405020304" pitchFamily="18" charset="0"/>
                <a:ea typeface="楷体" panose="02010609060101010101" pitchFamily="49" charset="-122"/>
              </a:rPr>
              <a:t>，</a:t>
            </a:r>
            <a:r>
              <a:rPr lang="en-US" altLang="zh-CN" sz="1800" b="1" dirty="0">
                <a:latin typeface="Times New Roman" panose="02020603050405020304" pitchFamily="18" charset="0"/>
                <a:ea typeface="楷体" panose="02010609060101010101" pitchFamily="49" charset="-122"/>
              </a:rPr>
              <a:t>2042H	    </a:t>
            </a:r>
            <a:r>
              <a:rPr lang="en-US" altLang="zh-CN" sz="1800" b="1" dirty="0" smtClean="0">
                <a:latin typeface="Times New Roman" panose="02020603050405020304" pitchFamily="18" charset="0"/>
                <a:ea typeface="楷体" panose="02010609060101010101" pitchFamily="49" charset="-122"/>
              </a:rPr>
              <a:t>	D.2000H</a:t>
            </a:r>
            <a:r>
              <a:rPr lang="zh-CN" altLang="en-US" sz="1800" b="1" dirty="0">
                <a:latin typeface="Times New Roman" panose="02020603050405020304" pitchFamily="18" charset="0"/>
                <a:ea typeface="楷体" panose="02010609060101010101" pitchFamily="49" charset="-122"/>
              </a:rPr>
              <a:t>，</a:t>
            </a:r>
            <a:r>
              <a:rPr lang="en-US" altLang="zh-CN" sz="1800" b="1" dirty="0">
                <a:latin typeface="Times New Roman" panose="02020603050405020304" pitchFamily="18" charset="0"/>
                <a:ea typeface="楷体" panose="02010609060101010101" pitchFamily="49" charset="-122"/>
              </a:rPr>
              <a:t>2040H</a:t>
            </a:r>
            <a:endParaRPr lang="en-US" altLang="zh-CN" sz="1800" b="1" dirty="0">
              <a:latin typeface="Times New Roman" panose="02020603050405020304" pitchFamily="18" charset="0"/>
              <a:ea typeface="楷体" panose="02010609060101010101" pitchFamily="49" charset="-122"/>
            </a:endParaRPr>
          </a:p>
          <a:p>
            <a:r>
              <a:rPr lang="en-US" altLang="zh-CN" sz="1800" b="1" dirty="0">
                <a:latin typeface="Times New Roman" panose="02020603050405020304" pitchFamily="18" charset="0"/>
                <a:ea typeface="楷体" panose="02010609060101010101" pitchFamily="49" charset="-122"/>
              </a:rPr>
              <a:t>16.【2009 </a:t>
            </a:r>
            <a:r>
              <a:rPr lang="zh-CN" altLang="en-US" sz="1800" b="1" dirty="0">
                <a:latin typeface="Times New Roman" panose="02020603050405020304" pitchFamily="18" charset="0"/>
                <a:ea typeface="楷体" panose="02010609060101010101" pitchFamily="49" charset="-122"/>
              </a:rPr>
              <a:t>统考真题</a:t>
            </a:r>
            <a:r>
              <a:rPr lang="en-US" altLang="zh-CN" sz="1800" b="1" dirty="0">
                <a:latin typeface="Times New Roman" panose="02020603050405020304" pitchFamily="18" charset="0"/>
                <a:ea typeface="楷体" panose="02010609060101010101" pitchFamily="49" charset="-122"/>
              </a:rPr>
              <a:t>】</a:t>
            </a:r>
            <a:r>
              <a:rPr lang="zh-CN" altLang="en-US" sz="1800" b="1" dirty="0">
                <a:latin typeface="Times New Roman" panose="02020603050405020304" pitchFamily="18" charset="0"/>
                <a:ea typeface="楷体" panose="02010609060101010101" pitchFamily="49" charset="-122"/>
              </a:rPr>
              <a:t>冯</a:t>
            </a:r>
            <a:r>
              <a:rPr lang="en-US" altLang="zh-CN" sz="1800" b="1" dirty="0">
                <a:latin typeface="Times New Roman" panose="02020603050405020304" pitchFamily="18" charset="0"/>
                <a:ea typeface="楷体" panose="02010609060101010101" pitchFamily="49" charset="-122"/>
              </a:rPr>
              <a:t>.</a:t>
            </a:r>
            <a:r>
              <a:rPr lang="zh-CN" altLang="en-US" sz="1800" b="1" dirty="0">
                <a:latin typeface="Times New Roman" panose="02020603050405020304" pitchFamily="18" charset="0"/>
                <a:ea typeface="楷体" panose="02010609060101010101" pitchFamily="49" charset="-122"/>
              </a:rPr>
              <a:t>诺依曼计算机中指令和数据均以二进制形式存放在存储器中，</a:t>
            </a:r>
            <a:r>
              <a:rPr lang="en-US" altLang="zh-CN" sz="1800" b="1" dirty="0">
                <a:latin typeface="Times New Roman" panose="02020603050405020304" pitchFamily="18" charset="0"/>
                <a:ea typeface="楷体" panose="02010609060101010101" pitchFamily="49" charset="-122"/>
              </a:rPr>
              <a:t>CPU </a:t>
            </a:r>
            <a:r>
              <a:rPr lang="zh-CN" altLang="en-US" sz="1800" b="1" dirty="0">
                <a:latin typeface="Times New Roman" panose="02020603050405020304" pitchFamily="18" charset="0"/>
                <a:ea typeface="楷体" panose="02010609060101010101" pitchFamily="49" charset="-122"/>
              </a:rPr>
              <a:t>区分它们的依据是（		）。</a:t>
            </a:r>
            <a:endParaRPr lang="zh-CN" altLang="en-US" sz="1800" b="1" dirty="0">
              <a:latin typeface="Times New Roman" panose="02020603050405020304" pitchFamily="18" charset="0"/>
              <a:ea typeface="楷体" panose="02010609060101010101" pitchFamily="49" charset="-122"/>
            </a:endParaRPr>
          </a:p>
          <a:p>
            <a:r>
              <a:rPr lang="en-US" altLang="zh-CN" sz="1800" b="1" dirty="0">
                <a:latin typeface="Times New Roman" panose="02020603050405020304" pitchFamily="18" charset="0"/>
                <a:ea typeface="楷体" panose="02010609060101010101" pitchFamily="49" charset="-122"/>
              </a:rPr>
              <a:t>A.</a:t>
            </a:r>
            <a:r>
              <a:rPr lang="zh-CN" altLang="en-US" sz="1800" b="1" dirty="0">
                <a:latin typeface="Times New Roman" panose="02020603050405020304" pitchFamily="18" charset="0"/>
                <a:ea typeface="楷体" panose="02010609060101010101" pitchFamily="49" charset="-122"/>
              </a:rPr>
              <a:t>指令操作码的译码结果		</a:t>
            </a:r>
            <a:r>
              <a:rPr lang="en-US" altLang="zh-CN" sz="1800" b="1" dirty="0">
                <a:latin typeface="Times New Roman" panose="02020603050405020304" pitchFamily="18" charset="0"/>
                <a:ea typeface="楷体" panose="02010609060101010101" pitchFamily="49" charset="-122"/>
              </a:rPr>
              <a:t>B.</a:t>
            </a:r>
            <a:r>
              <a:rPr lang="zh-CN" altLang="en-US" sz="1800" b="1" dirty="0">
                <a:latin typeface="Times New Roman" panose="02020603050405020304" pitchFamily="18" charset="0"/>
                <a:ea typeface="楷体" panose="02010609060101010101" pitchFamily="49" charset="-122"/>
              </a:rPr>
              <a:t>指令和数据的寻址方式</a:t>
            </a:r>
            <a:endParaRPr lang="zh-CN" altLang="en-US" sz="1800" b="1" dirty="0">
              <a:latin typeface="Times New Roman" panose="02020603050405020304" pitchFamily="18" charset="0"/>
              <a:ea typeface="楷体" panose="02010609060101010101" pitchFamily="49" charset="-122"/>
            </a:endParaRPr>
          </a:p>
          <a:p>
            <a:r>
              <a:rPr lang="en-US" altLang="zh-CN" sz="1800" b="1" dirty="0">
                <a:latin typeface="Times New Roman" panose="02020603050405020304" pitchFamily="18" charset="0"/>
                <a:ea typeface="楷体" panose="02010609060101010101" pitchFamily="49" charset="-122"/>
              </a:rPr>
              <a:t>C.</a:t>
            </a:r>
            <a:r>
              <a:rPr lang="zh-CN" altLang="en-US" sz="1800" b="1" dirty="0">
                <a:latin typeface="Times New Roman" panose="02020603050405020304" pitchFamily="18" charset="0"/>
                <a:ea typeface="楷体" panose="02010609060101010101" pitchFamily="49" charset="-122"/>
              </a:rPr>
              <a:t>指令周期的不同阶段		</a:t>
            </a:r>
            <a:r>
              <a:rPr lang="en-US" altLang="zh-CN" sz="1800" b="1" dirty="0" smtClean="0">
                <a:latin typeface="Times New Roman" panose="02020603050405020304" pitchFamily="18" charset="0"/>
                <a:ea typeface="楷体" panose="02010609060101010101" pitchFamily="49" charset="-122"/>
              </a:rPr>
              <a:t>D</a:t>
            </a:r>
            <a:r>
              <a:rPr lang="en-US" altLang="zh-CN" sz="1800" b="1" dirty="0">
                <a:latin typeface="Times New Roman" panose="02020603050405020304" pitchFamily="18" charset="0"/>
                <a:ea typeface="楷体" panose="02010609060101010101" pitchFamily="49" charset="-122"/>
              </a:rPr>
              <a:t>.</a:t>
            </a:r>
            <a:r>
              <a:rPr lang="zh-CN" altLang="en-US" sz="1800" b="1" dirty="0">
                <a:latin typeface="Times New Roman" panose="02020603050405020304" pitchFamily="18" charset="0"/>
                <a:ea typeface="楷体" panose="02010609060101010101" pitchFamily="49" charset="-122"/>
              </a:rPr>
              <a:t>指令和数据所在的存储单元</a:t>
            </a:r>
            <a:endParaRPr lang="zh-CN" altLang="en-US" sz="1800" b="1" dirty="0">
              <a:latin typeface="Times New Roman" panose="02020603050405020304" pitchFamily="18" charset="0"/>
              <a:ea typeface="楷体" panose="02010609060101010101" pitchFamily="49" charset="-122"/>
            </a:endParaRPr>
          </a:p>
          <a:p>
            <a:r>
              <a:rPr lang="en-US" altLang="zh-CN" sz="1800" b="1" dirty="0">
                <a:latin typeface="Times New Roman" panose="02020603050405020304" pitchFamily="18" charset="0"/>
                <a:ea typeface="楷体" panose="02010609060101010101" pitchFamily="49" charset="-122"/>
              </a:rPr>
              <a:t>17.【2011 </a:t>
            </a:r>
            <a:r>
              <a:rPr lang="zh-CN" altLang="en-US" sz="1800" b="1" dirty="0">
                <a:latin typeface="Times New Roman" panose="02020603050405020304" pitchFamily="18" charset="0"/>
                <a:ea typeface="楷体" panose="02010609060101010101" pitchFamily="49" charset="-122"/>
              </a:rPr>
              <a:t>统考真题</a:t>
            </a:r>
            <a:r>
              <a:rPr lang="en-US" altLang="zh-CN" sz="1800" b="1" dirty="0">
                <a:latin typeface="Times New Roman" panose="02020603050405020304" pitchFamily="18" charset="0"/>
                <a:ea typeface="楷体" panose="02010609060101010101" pitchFamily="49" charset="-122"/>
              </a:rPr>
              <a:t>】</a:t>
            </a:r>
            <a:r>
              <a:rPr lang="zh-CN" altLang="en-US" sz="1800" b="1" dirty="0">
                <a:latin typeface="Times New Roman" panose="02020603050405020304" pitchFamily="18" charset="0"/>
                <a:ea typeface="楷体" panose="02010609060101010101" pitchFamily="49" charset="-122"/>
              </a:rPr>
              <a:t>假定不采用 </a:t>
            </a:r>
            <a:r>
              <a:rPr lang="en-US" altLang="zh-CN" sz="1800" b="1" dirty="0">
                <a:latin typeface="Times New Roman" panose="02020603050405020304" pitchFamily="18" charset="0"/>
                <a:ea typeface="楷体" panose="02010609060101010101" pitchFamily="49" charset="-122"/>
              </a:rPr>
              <a:t>Cache </a:t>
            </a:r>
            <a:r>
              <a:rPr lang="zh-CN" altLang="en-US" sz="1800" b="1" dirty="0">
                <a:latin typeface="Times New Roman" panose="02020603050405020304" pitchFamily="18" charset="0"/>
                <a:ea typeface="楷体" panose="02010609060101010101" pitchFamily="49" charset="-122"/>
              </a:rPr>
              <a:t>和指令预取技术，且机器处于“开中断”状态，则在下列有关指令执行的叙述中，错误的是（		）。</a:t>
            </a:r>
            <a:endParaRPr lang="zh-CN" altLang="en-US" sz="1800" b="1" dirty="0">
              <a:latin typeface="Times New Roman" panose="02020603050405020304" pitchFamily="18" charset="0"/>
              <a:ea typeface="楷体" panose="02010609060101010101" pitchFamily="49" charset="-122"/>
            </a:endParaRPr>
          </a:p>
          <a:p>
            <a:r>
              <a:rPr lang="en-US" altLang="zh-CN" sz="1800" b="1" dirty="0">
                <a:latin typeface="Times New Roman" panose="02020603050405020304" pitchFamily="18" charset="0"/>
                <a:ea typeface="楷体" panose="02010609060101010101" pitchFamily="49" charset="-122"/>
              </a:rPr>
              <a:t>A.</a:t>
            </a:r>
            <a:r>
              <a:rPr lang="zh-CN" altLang="en-US" sz="1800" b="1" dirty="0">
                <a:latin typeface="Times New Roman" panose="02020603050405020304" pitchFamily="18" charset="0"/>
                <a:ea typeface="楷体" panose="02010609060101010101" pitchFamily="49" charset="-122"/>
              </a:rPr>
              <a:t>每个指令周期中 </a:t>
            </a:r>
            <a:r>
              <a:rPr lang="en-US" altLang="zh-CN" sz="1800" b="1" dirty="0">
                <a:latin typeface="Times New Roman" panose="02020603050405020304" pitchFamily="18" charset="0"/>
                <a:ea typeface="楷体" panose="02010609060101010101" pitchFamily="49" charset="-122"/>
              </a:rPr>
              <a:t>CPU </a:t>
            </a:r>
            <a:r>
              <a:rPr lang="zh-CN" altLang="en-US" sz="1800" b="1" dirty="0">
                <a:latin typeface="Times New Roman" panose="02020603050405020304" pitchFamily="18" charset="0"/>
                <a:ea typeface="楷体" panose="02010609060101010101" pitchFamily="49" charset="-122"/>
              </a:rPr>
              <a:t>都至少访问内存一次</a:t>
            </a:r>
            <a:endParaRPr lang="zh-CN" altLang="en-US" sz="1800" b="1" dirty="0">
              <a:latin typeface="Times New Roman" panose="02020603050405020304" pitchFamily="18" charset="0"/>
              <a:ea typeface="楷体" panose="02010609060101010101" pitchFamily="49" charset="-122"/>
            </a:endParaRPr>
          </a:p>
          <a:p>
            <a:r>
              <a:rPr lang="en-US" altLang="zh-CN" sz="1800" b="1" dirty="0">
                <a:latin typeface="Times New Roman" panose="02020603050405020304" pitchFamily="18" charset="0"/>
                <a:ea typeface="楷体" panose="02010609060101010101" pitchFamily="49" charset="-122"/>
              </a:rPr>
              <a:t>B.</a:t>
            </a:r>
            <a:r>
              <a:rPr lang="zh-CN" altLang="en-US" sz="1800" b="1" dirty="0">
                <a:latin typeface="Times New Roman" panose="02020603050405020304" pitchFamily="18" charset="0"/>
                <a:ea typeface="楷体" panose="02010609060101010101" pitchFamily="49" charset="-122"/>
              </a:rPr>
              <a:t>每个指令周期一定大于等于一个 </a:t>
            </a:r>
            <a:r>
              <a:rPr lang="en-US" altLang="zh-CN" sz="1800" b="1" dirty="0">
                <a:latin typeface="Times New Roman" panose="02020603050405020304" pitchFamily="18" charset="0"/>
                <a:ea typeface="楷体" panose="02010609060101010101" pitchFamily="49" charset="-122"/>
              </a:rPr>
              <a:t>CPU </a:t>
            </a:r>
            <a:r>
              <a:rPr lang="zh-CN" altLang="en-US" sz="1800" b="1" dirty="0">
                <a:latin typeface="Times New Roman" panose="02020603050405020304" pitchFamily="18" charset="0"/>
                <a:ea typeface="楷体" panose="02010609060101010101" pitchFamily="49" charset="-122"/>
              </a:rPr>
              <a:t>时钟周期</a:t>
            </a:r>
            <a:endParaRPr lang="zh-CN" altLang="en-US" sz="1800" b="1" dirty="0">
              <a:latin typeface="Times New Roman" panose="02020603050405020304" pitchFamily="18" charset="0"/>
              <a:ea typeface="楷体" panose="02010609060101010101" pitchFamily="49" charset="-122"/>
            </a:endParaRPr>
          </a:p>
          <a:p>
            <a:r>
              <a:rPr lang="en-US" altLang="zh-CN" sz="1800" b="1" dirty="0">
                <a:latin typeface="Times New Roman" panose="02020603050405020304" pitchFamily="18" charset="0"/>
                <a:ea typeface="楷体" panose="02010609060101010101" pitchFamily="49" charset="-122"/>
              </a:rPr>
              <a:t>C.</a:t>
            </a:r>
            <a:r>
              <a:rPr lang="zh-CN" altLang="en-US" sz="1800" b="1" dirty="0">
                <a:latin typeface="Times New Roman" panose="02020603050405020304" pitchFamily="18" charset="0"/>
                <a:ea typeface="楷体" panose="02010609060101010101" pitchFamily="49" charset="-122"/>
              </a:rPr>
              <a:t>空操作指令的指令周期中任何寄存器的内容都不会被改变</a:t>
            </a:r>
            <a:endParaRPr lang="zh-CN" altLang="en-US" sz="1800" b="1" dirty="0">
              <a:latin typeface="Times New Roman" panose="02020603050405020304" pitchFamily="18" charset="0"/>
              <a:ea typeface="楷体" panose="02010609060101010101" pitchFamily="49" charset="-122"/>
            </a:endParaRPr>
          </a:p>
          <a:p>
            <a:r>
              <a:rPr lang="en-US" altLang="zh-CN" sz="1800" b="1" dirty="0">
                <a:latin typeface="Times New Roman" panose="02020603050405020304" pitchFamily="18" charset="0"/>
                <a:ea typeface="楷体" panose="02010609060101010101" pitchFamily="49" charset="-122"/>
              </a:rPr>
              <a:t>D.</a:t>
            </a:r>
            <a:r>
              <a:rPr lang="zh-CN" altLang="en-US" sz="1800" b="1" dirty="0">
                <a:latin typeface="Times New Roman" panose="02020603050405020304" pitchFamily="18" charset="0"/>
                <a:ea typeface="楷体" panose="02010609060101010101" pitchFamily="49" charset="-122"/>
              </a:rPr>
              <a:t>当前程序在每条指令执行结束时都可能被外部中断打断</a:t>
            </a:r>
            <a:endParaRPr lang="zh-CN" altLang="en-US" sz="1800" b="1" dirty="0">
              <a:latin typeface="Times New Roman" panose="02020603050405020304" pitchFamily="18" charset="0"/>
              <a:ea typeface="楷体" panose="02010609060101010101" pitchFamily="49" charset="-122"/>
            </a:endParaRPr>
          </a:p>
          <a:p>
            <a:endParaRPr lang="zh-CN" altLang="en-US" dirty="0" smtClean="0"/>
          </a:p>
        </p:txBody>
      </p:sp>
      <mc:AlternateContent xmlns:mc="http://schemas.openxmlformats.org/markup-compatibility/2006" xmlns:p14="http://schemas.microsoft.com/office/powerpoint/2010/main">
        <mc:Choice Requires="p14">
          <p:contentPart r:id="rId1" p14:bwMode="auto">
            <p14:nvContentPartPr>
              <p14:cNvPr id="2" name="墨迹 1"/>
              <p14:cNvContentPartPr/>
              <p14:nvPr/>
            </p14:nvContentPartPr>
            <p14:xfrm>
              <a:off x="10009505" y="1070610"/>
              <a:ext cx="250190" cy="320675"/>
            </p14:xfrm>
          </p:contentPart>
        </mc:Choice>
        <mc:Fallback xmlns="">
          <p:pic>
            <p:nvPicPr>
              <p:cNvPr id="2" name="墨迹 1"/>
            </p:nvPicPr>
            <p:blipFill>
              <a:blip r:embed="rId2"/>
            </p:blipFill>
            <p:spPr>
              <a:xfrm>
                <a:off x="10009505" y="1070610"/>
                <a:ext cx="250190" cy="320675"/>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3" name="墨迹 2"/>
              <p14:cNvContentPartPr/>
              <p14:nvPr/>
            </p14:nvContentPartPr>
            <p14:xfrm>
              <a:off x="10328910" y="1299210"/>
              <a:ext cx="385445" cy="64135"/>
            </p14:xfrm>
          </p:contentPart>
        </mc:Choice>
        <mc:Fallback xmlns="">
          <p:pic>
            <p:nvPicPr>
              <p:cNvPr id="3" name="墨迹 2"/>
            </p:nvPicPr>
            <p:blipFill>
              <a:blip r:embed="rId4"/>
            </p:blipFill>
            <p:spPr>
              <a:xfrm>
                <a:off x="10328910" y="1299210"/>
                <a:ext cx="385445" cy="64135"/>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4" name="墨迹 3"/>
              <p14:cNvContentPartPr/>
              <p14:nvPr/>
            </p14:nvContentPartPr>
            <p14:xfrm>
              <a:off x="11099165" y="1317625"/>
              <a:ext cx="238760" cy="45720"/>
            </p14:xfrm>
          </p:contentPart>
        </mc:Choice>
        <mc:Fallback xmlns="">
          <p:pic>
            <p:nvPicPr>
              <p:cNvPr id="4" name="墨迹 3"/>
            </p:nvPicPr>
            <p:blipFill>
              <a:blip r:embed="rId6"/>
            </p:blipFill>
            <p:spPr>
              <a:xfrm>
                <a:off x="11099165" y="1317625"/>
                <a:ext cx="238760" cy="4572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5" name="墨迹 4"/>
              <p14:cNvContentPartPr/>
              <p14:nvPr/>
            </p14:nvContentPartPr>
            <p14:xfrm>
              <a:off x="10506075" y="1061720"/>
              <a:ext cx="194945" cy="133350"/>
            </p14:xfrm>
          </p:contentPart>
        </mc:Choice>
        <mc:Fallback xmlns="">
          <p:pic>
            <p:nvPicPr>
              <p:cNvPr id="5" name="墨迹 4"/>
            </p:nvPicPr>
            <p:blipFill>
              <a:blip r:embed="rId8"/>
            </p:blipFill>
            <p:spPr>
              <a:xfrm>
                <a:off x="10506075" y="1061720"/>
                <a:ext cx="194945" cy="133350"/>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6" name="墨迹 5"/>
              <p14:cNvContentPartPr/>
              <p14:nvPr/>
            </p14:nvContentPartPr>
            <p14:xfrm>
              <a:off x="10612120" y="1097280"/>
              <a:ext cx="9525" cy="168910"/>
            </p14:xfrm>
          </p:contentPart>
        </mc:Choice>
        <mc:Fallback xmlns="">
          <p:pic>
            <p:nvPicPr>
              <p:cNvPr id="6" name="墨迹 5"/>
            </p:nvPicPr>
            <p:blipFill>
              <a:blip r:embed="rId10"/>
            </p:blipFill>
            <p:spPr>
              <a:xfrm>
                <a:off x="10612120" y="1097280"/>
                <a:ext cx="9525" cy="168910"/>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7" name="墨迹 6"/>
              <p14:cNvContentPartPr/>
              <p14:nvPr/>
            </p14:nvContentPartPr>
            <p14:xfrm>
              <a:off x="11187430" y="1088390"/>
              <a:ext cx="129540" cy="187960"/>
            </p14:xfrm>
          </p:contentPart>
        </mc:Choice>
        <mc:Fallback xmlns="">
          <p:pic>
            <p:nvPicPr>
              <p:cNvPr id="7" name="墨迹 6"/>
            </p:nvPicPr>
            <p:blipFill>
              <a:blip r:embed="rId12"/>
            </p:blipFill>
            <p:spPr>
              <a:xfrm>
                <a:off x="11187430" y="1088390"/>
                <a:ext cx="129540" cy="187960"/>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8" name="墨迹 7"/>
              <p14:cNvContentPartPr/>
              <p14:nvPr/>
            </p14:nvContentPartPr>
            <p14:xfrm>
              <a:off x="11222355" y="1123950"/>
              <a:ext cx="53975" cy="375285"/>
            </p14:xfrm>
          </p:contentPart>
        </mc:Choice>
        <mc:Fallback xmlns="">
          <p:pic>
            <p:nvPicPr>
              <p:cNvPr id="8" name="墨迹 7"/>
            </p:nvPicPr>
            <p:blipFill>
              <a:blip r:embed="rId14"/>
            </p:blipFill>
            <p:spPr>
              <a:xfrm>
                <a:off x="11222355" y="1123950"/>
                <a:ext cx="53975" cy="375285"/>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9" name="墨迹 8"/>
              <p14:cNvContentPartPr/>
              <p14:nvPr/>
            </p14:nvContentPartPr>
            <p14:xfrm>
              <a:off x="10578465" y="1522095"/>
              <a:ext cx="146685" cy="142875"/>
            </p14:xfrm>
          </p:contentPart>
        </mc:Choice>
        <mc:Fallback xmlns="">
          <p:pic>
            <p:nvPicPr>
              <p:cNvPr id="9" name="墨迹 8"/>
            </p:nvPicPr>
            <p:blipFill>
              <a:blip r:embed="rId16"/>
            </p:blipFill>
            <p:spPr>
              <a:xfrm>
                <a:off x="10578465" y="1522095"/>
                <a:ext cx="146685" cy="142875"/>
              </a:xfrm>
              <a:prstGeom prst="rect"/>
            </p:spPr>
          </p:pic>
        </mc:Fallback>
      </mc:AlternateContent>
      <mc:AlternateContent xmlns:mc="http://schemas.openxmlformats.org/markup-compatibility/2006" xmlns:p14="http://schemas.microsoft.com/office/powerpoint/2010/main">
        <mc:Choice Requires="p14">
          <p:contentPart r:id="rId17" p14:bwMode="auto">
            <p14:nvContentPartPr>
              <p14:cNvPr id="10" name="墨迹 9"/>
              <p14:cNvContentPartPr/>
              <p14:nvPr/>
            </p14:nvContentPartPr>
            <p14:xfrm>
              <a:off x="10780395" y="1468755"/>
              <a:ext cx="635" cy="52070"/>
            </p14:xfrm>
          </p:contentPart>
        </mc:Choice>
        <mc:Fallback xmlns="">
          <p:pic>
            <p:nvPicPr>
              <p:cNvPr id="10" name="墨迹 9"/>
            </p:nvPicPr>
            <p:blipFill>
              <a:blip r:embed="rId18"/>
            </p:blipFill>
            <p:spPr>
              <a:xfrm>
                <a:off x="10780395" y="1468755"/>
                <a:ext cx="635" cy="52070"/>
              </a:xfrm>
              <a:prstGeom prst="rect"/>
            </p:spPr>
          </p:pic>
        </mc:Fallback>
      </mc:AlternateContent>
      <mc:AlternateContent xmlns:mc="http://schemas.openxmlformats.org/markup-compatibility/2006" xmlns:p14="http://schemas.microsoft.com/office/powerpoint/2010/main">
        <mc:Choice Requires="p14">
          <p:contentPart r:id="rId19" p14:bwMode="auto">
            <p14:nvContentPartPr>
              <p14:cNvPr id="11" name="墨迹 10"/>
              <p14:cNvContentPartPr/>
              <p14:nvPr/>
            </p14:nvContentPartPr>
            <p14:xfrm>
              <a:off x="10850245" y="1407160"/>
              <a:ext cx="64135" cy="142875"/>
            </p14:xfrm>
          </p:contentPart>
        </mc:Choice>
        <mc:Fallback xmlns="">
          <p:pic>
            <p:nvPicPr>
              <p:cNvPr id="11" name="墨迹 10"/>
            </p:nvPicPr>
            <p:blipFill>
              <a:blip r:embed="rId20"/>
            </p:blipFill>
            <p:spPr>
              <a:xfrm>
                <a:off x="10850245" y="1407160"/>
                <a:ext cx="64135" cy="142875"/>
              </a:xfrm>
              <a:prstGeom prst="rect"/>
            </p:spPr>
          </p:pic>
        </mc:Fallback>
      </mc:AlternateContent>
      <mc:AlternateContent xmlns:mc="http://schemas.openxmlformats.org/markup-compatibility/2006" xmlns:p14="http://schemas.microsoft.com/office/powerpoint/2010/main">
        <mc:Choice Requires="p14">
          <p:contentPart r:id="rId21" p14:bwMode="auto">
            <p14:nvContentPartPr>
              <p14:cNvPr id="12" name="墨迹 11"/>
              <p14:cNvContentPartPr/>
              <p14:nvPr/>
            </p14:nvContentPartPr>
            <p14:xfrm>
              <a:off x="10859770" y="1477645"/>
              <a:ext cx="78740" cy="16510"/>
            </p14:xfrm>
          </p:contentPart>
        </mc:Choice>
        <mc:Fallback xmlns="">
          <p:pic>
            <p:nvPicPr>
              <p:cNvPr id="12" name="墨迹 11"/>
            </p:nvPicPr>
            <p:blipFill>
              <a:blip r:embed="rId22"/>
            </p:blipFill>
            <p:spPr>
              <a:xfrm>
                <a:off x="10859770" y="1477645"/>
                <a:ext cx="78740" cy="16510"/>
              </a:xfrm>
              <a:prstGeom prst="rect"/>
            </p:spPr>
          </p:pic>
        </mc:Fallback>
      </mc:AlternateContent>
      <mc:AlternateContent xmlns:mc="http://schemas.openxmlformats.org/markup-compatibility/2006" xmlns:p14="http://schemas.microsoft.com/office/powerpoint/2010/main">
        <mc:Choice Requires="p14">
          <p:contentPart r:id="rId23" p14:bwMode="auto">
            <p14:nvContentPartPr>
              <p14:cNvPr id="13" name="墨迹 12"/>
              <p14:cNvContentPartPr/>
              <p14:nvPr/>
            </p14:nvContentPartPr>
            <p14:xfrm>
              <a:off x="11001375" y="1583690"/>
              <a:ext cx="97155" cy="36195"/>
            </p14:xfrm>
          </p:contentPart>
        </mc:Choice>
        <mc:Fallback xmlns="">
          <p:pic>
            <p:nvPicPr>
              <p:cNvPr id="13" name="墨迹 12"/>
            </p:nvPicPr>
            <p:blipFill>
              <a:blip r:embed="rId24"/>
            </p:blipFill>
            <p:spPr>
              <a:xfrm>
                <a:off x="11001375" y="1583690"/>
                <a:ext cx="97155" cy="36195"/>
              </a:xfrm>
              <a:prstGeom prst="rect"/>
            </p:spPr>
          </p:pic>
        </mc:Fallback>
      </mc:AlternateContent>
      <mc:AlternateContent xmlns:mc="http://schemas.openxmlformats.org/markup-compatibility/2006" xmlns:p14="http://schemas.microsoft.com/office/powerpoint/2010/main">
        <mc:Choice Requires="p14">
          <p:contentPart r:id="rId25" p14:bwMode="auto">
            <p14:nvContentPartPr>
              <p14:cNvPr id="14" name="墨迹 13"/>
              <p14:cNvContentPartPr/>
              <p14:nvPr/>
            </p14:nvContentPartPr>
            <p14:xfrm>
              <a:off x="11010265" y="1637030"/>
              <a:ext cx="96520" cy="45720"/>
            </p14:xfrm>
          </p:contentPart>
        </mc:Choice>
        <mc:Fallback xmlns="">
          <p:pic>
            <p:nvPicPr>
              <p:cNvPr id="14" name="墨迹 13"/>
            </p:nvPicPr>
            <p:blipFill>
              <a:blip r:embed="rId26"/>
            </p:blipFill>
            <p:spPr>
              <a:xfrm>
                <a:off x="11010265" y="1637030"/>
                <a:ext cx="96520" cy="45720"/>
              </a:xfrm>
              <a:prstGeom prst="rect"/>
            </p:spPr>
          </p:pic>
        </mc:Fallback>
      </mc:AlternateContent>
      <mc:AlternateContent xmlns:mc="http://schemas.openxmlformats.org/markup-compatibility/2006" xmlns:p14="http://schemas.microsoft.com/office/powerpoint/2010/main">
        <mc:Choice Requires="p14">
          <p:contentPart r:id="rId27" p14:bwMode="auto">
            <p14:nvContentPartPr>
              <p14:cNvPr id="15" name="墨迹 14"/>
              <p14:cNvContentPartPr/>
              <p14:nvPr/>
            </p14:nvContentPartPr>
            <p14:xfrm>
              <a:off x="11315065" y="1513205"/>
              <a:ext cx="50165" cy="240030"/>
            </p14:xfrm>
          </p:contentPart>
        </mc:Choice>
        <mc:Fallback xmlns="">
          <p:pic>
            <p:nvPicPr>
              <p:cNvPr id="15" name="墨迹 14"/>
            </p:nvPicPr>
            <p:blipFill>
              <a:blip r:embed="rId28"/>
            </p:blipFill>
            <p:spPr>
              <a:xfrm>
                <a:off x="11315065" y="1513205"/>
                <a:ext cx="50165" cy="240030"/>
              </a:xfrm>
              <a:prstGeom prst="rect"/>
            </p:spPr>
          </p:pic>
        </mc:Fallback>
      </mc:AlternateContent>
      <mc:AlternateContent xmlns:mc="http://schemas.openxmlformats.org/markup-compatibility/2006" xmlns:p14="http://schemas.microsoft.com/office/powerpoint/2010/main">
        <mc:Choice Requires="p14">
          <p:contentPart r:id="rId29" p14:bwMode="auto">
            <p14:nvContentPartPr>
              <p14:cNvPr id="16" name="墨迹 15"/>
              <p14:cNvContentPartPr/>
              <p14:nvPr/>
            </p14:nvContentPartPr>
            <p14:xfrm>
              <a:off x="11470640" y="1609725"/>
              <a:ext cx="90805" cy="81915"/>
            </p14:xfrm>
          </p:contentPart>
        </mc:Choice>
        <mc:Fallback xmlns="">
          <p:pic>
            <p:nvPicPr>
              <p:cNvPr id="16" name="墨迹 15"/>
            </p:nvPicPr>
            <p:blipFill>
              <a:blip r:embed="rId30"/>
            </p:blipFill>
            <p:spPr>
              <a:xfrm>
                <a:off x="11470640" y="1609725"/>
                <a:ext cx="90805" cy="81915"/>
              </a:xfrm>
              <a:prstGeom prst="rect"/>
            </p:spPr>
          </p:pic>
        </mc:Fallback>
      </mc:AlternateContent>
      <mc:AlternateContent xmlns:mc="http://schemas.openxmlformats.org/markup-compatibility/2006" xmlns:p14="http://schemas.microsoft.com/office/powerpoint/2010/main">
        <mc:Choice Requires="p14">
          <p:contentPart r:id="rId31" p14:bwMode="auto">
            <p14:nvContentPartPr>
              <p14:cNvPr id="17" name="墨迹 16"/>
              <p14:cNvContentPartPr/>
              <p14:nvPr/>
            </p14:nvContentPartPr>
            <p14:xfrm>
              <a:off x="11594465" y="1567180"/>
              <a:ext cx="203200" cy="230505"/>
            </p14:xfrm>
          </p:contentPart>
        </mc:Choice>
        <mc:Fallback xmlns="">
          <p:pic>
            <p:nvPicPr>
              <p:cNvPr id="17" name="墨迹 16"/>
            </p:nvPicPr>
            <p:blipFill>
              <a:blip r:embed="rId32"/>
            </p:blipFill>
            <p:spPr>
              <a:xfrm>
                <a:off x="11594465" y="1567180"/>
                <a:ext cx="203200" cy="230505"/>
              </a:xfrm>
              <a:prstGeom prst="rect"/>
            </p:spPr>
          </p:pic>
        </mc:Fallback>
      </mc:AlternateContent>
      <mc:AlternateContent xmlns:mc="http://schemas.openxmlformats.org/markup-compatibility/2006" xmlns:p14="http://schemas.microsoft.com/office/powerpoint/2010/main">
        <mc:Choice Requires="p14">
          <p:contentPart r:id="rId33" p14:bwMode="auto">
            <p14:nvContentPartPr>
              <p14:cNvPr id="18" name="墨迹 17"/>
              <p14:cNvContentPartPr/>
              <p14:nvPr/>
            </p14:nvContentPartPr>
            <p14:xfrm>
              <a:off x="11790680" y="1548765"/>
              <a:ext cx="168275" cy="186055"/>
            </p14:xfrm>
          </p:contentPart>
        </mc:Choice>
        <mc:Fallback xmlns="">
          <p:pic>
            <p:nvPicPr>
              <p:cNvPr id="18" name="墨迹 17"/>
            </p:nvPicPr>
            <p:blipFill>
              <a:blip r:embed="rId34"/>
            </p:blipFill>
            <p:spPr>
              <a:xfrm>
                <a:off x="11790680" y="1548765"/>
                <a:ext cx="168275" cy="186055"/>
              </a:xfrm>
              <a:prstGeom prst="rect"/>
            </p:spPr>
          </p:pic>
        </mc:Fallback>
      </mc:AlternateContent>
      <mc:AlternateContent xmlns:mc="http://schemas.openxmlformats.org/markup-compatibility/2006" xmlns:p14="http://schemas.microsoft.com/office/powerpoint/2010/main">
        <mc:Choice Requires="p14">
          <p:contentPart r:id="rId35" p14:bwMode="auto">
            <p14:nvContentPartPr>
              <p14:cNvPr id="19" name="墨迹 18"/>
              <p14:cNvContentPartPr/>
              <p14:nvPr/>
            </p14:nvContentPartPr>
            <p14:xfrm>
              <a:off x="11767185" y="1557655"/>
              <a:ext cx="176530" cy="257810"/>
            </p14:xfrm>
          </p:contentPart>
        </mc:Choice>
        <mc:Fallback xmlns="">
          <p:pic>
            <p:nvPicPr>
              <p:cNvPr id="19" name="墨迹 18"/>
            </p:nvPicPr>
            <p:blipFill>
              <a:blip r:embed="rId36"/>
            </p:blipFill>
            <p:spPr>
              <a:xfrm>
                <a:off x="11767185" y="1557655"/>
                <a:ext cx="176530" cy="257810"/>
              </a:xfrm>
              <a:prstGeom prst="rect"/>
            </p:spPr>
          </p:pic>
        </mc:Fallback>
      </mc:AlternateContent>
      <mc:AlternateContent xmlns:mc="http://schemas.openxmlformats.org/markup-compatibility/2006" xmlns:p14="http://schemas.microsoft.com/office/powerpoint/2010/main">
        <mc:Choice Requires="p14">
          <p:contentPart r:id="rId37" p14:bwMode="auto">
            <p14:nvContentPartPr>
              <p14:cNvPr id="20" name="墨迹 19"/>
              <p14:cNvContentPartPr/>
              <p14:nvPr/>
            </p14:nvContentPartPr>
            <p14:xfrm>
              <a:off x="11642090" y="1884680"/>
              <a:ext cx="153035" cy="205105"/>
            </p14:xfrm>
          </p:contentPart>
        </mc:Choice>
        <mc:Fallback xmlns="">
          <p:pic>
            <p:nvPicPr>
              <p:cNvPr id="20" name="墨迹 19"/>
            </p:nvPicPr>
            <p:blipFill>
              <a:blip r:embed="rId38"/>
            </p:blipFill>
            <p:spPr>
              <a:xfrm>
                <a:off x="11642090" y="1884680"/>
                <a:ext cx="153035" cy="205105"/>
              </a:xfrm>
              <a:prstGeom prst="rect"/>
            </p:spPr>
          </p:pic>
        </mc:Fallback>
      </mc:AlternateContent>
      <mc:AlternateContent xmlns:mc="http://schemas.openxmlformats.org/markup-compatibility/2006" xmlns:p14="http://schemas.microsoft.com/office/powerpoint/2010/main">
        <mc:Choice Requires="p14">
          <p:contentPart r:id="rId39" p14:bwMode="auto">
            <p14:nvContentPartPr>
              <p14:cNvPr id="21" name="墨迹 20"/>
              <p14:cNvContentPartPr/>
              <p14:nvPr/>
            </p14:nvContentPartPr>
            <p14:xfrm>
              <a:off x="11844020" y="1929130"/>
              <a:ext cx="55245" cy="158750"/>
            </p14:xfrm>
          </p:contentPart>
        </mc:Choice>
        <mc:Fallback xmlns="">
          <p:pic>
            <p:nvPicPr>
              <p:cNvPr id="21" name="墨迹 20"/>
            </p:nvPicPr>
            <p:blipFill>
              <a:blip r:embed="rId40"/>
            </p:blipFill>
            <p:spPr>
              <a:xfrm>
                <a:off x="11844020" y="1929130"/>
                <a:ext cx="55245" cy="158750"/>
              </a:xfrm>
              <a:prstGeom prst="rect"/>
            </p:spPr>
          </p:pic>
        </mc:Fallback>
      </mc:AlternateContent>
      <mc:AlternateContent xmlns:mc="http://schemas.openxmlformats.org/markup-compatibility/2006" xmlns:p14="http://schemas.microsoft.com/office/powerpoint/2010/main">
        <mc:Choice Requires="p14">
          <p:contentPart r:id="rId41" p14:bwMode="auto">
            <p14:nvContentPartPr>
              <p14:cNvPr id="22" name="墨迹 21"/>
              <p14:cNvContentPartPr/>
              <p14:nvPr/>
            </p14:nvContentPartPr>
            <p14:xfrm>
              <a:off x="11120120" y="1981835"/>
              <a:ext cx="1274445" cy="478790"/>
            </p14:xfrm>
          </p:contentPart>
        </mc:Choice>
        <mc:Fallback xmlns="">
          <p:pic>
            <p:nvPicPr>
              <p:cNvPr id="22" name="墨迹 21"/>
            </p:nvPicPr>
            <p:blipFill>
              <a:blip r:embed="rId42"/>
            </p:blipFill>
            <p:spPr>
              <a:xfrm>
                <a:off x="11120120" y="1981835"/>
                <a:ext cx="1274445" cy="478790"/>
              </a:xfrm>
              <a:prstGeom prst="rect"/>
            </p:spPr>
          </p:pic>
        </mc:Fallback>
      </mc:AlternateContent>
      <mc:AlternateContent xmlns:mc="http://schemas.openxmlformats.org/markup-compatibility/2006" xmlns:p14="http://schemas.microsoft.com/office/powerpoint/2010/main">
        <mc:Choice Requires="p14">
          <p:contentPart r:id="rId43" p14:bwMode="auto">
            <p14:nvContentPartPr>
              <p14:cNvPr id="23" name="墨迹 22"/>
              <p14:cNvContentPartPr/>
              <p14:nvPr/>
            </p14:nvContentPartPr>
            <p14:xfrm>
              <a:off x="11419205" y="2368550"/>
              <a:ext cx="410210" cy="213995"/>
            </p14:xfrm>
          </p:contentPart>
        </mc:Choice>
        <mc:Fallback xmlns="">
          <p:pic>
            <p:nvPicPr>
              <p:cNvPr id="23" name="墨迹 22"/>
            </p:nvPicPr>
            <p:blipFill>
              <a:blip r:embed="rId44"/>
            </p:blipFill>
            <p:spPr>
              <a:xfrm>
                <a:off x="11419205" y="2368550"/>
                <a:ext cx="410210" cy="213995"/>
              </a:xfrm>
              <a:prstGeom prst="rect"/>
            </p:spPr>
          </p:pic>
        </mc:Fallback>
      </mc:AlternateContent>
      <mc:AlternateContent xmlns:mc="http://schemas.openxmlformats.org/markup-compatibility/2006" xmlns:p14="http://schemas.microsoft.com/office/powerpoint/2010/main">
        <mc:Choice Requires="p14">
          <p:contentPart r:id="rId45" p14:bwMode="auto">
            <p14:nvContentPartPr>
              <p14:cNvPr id="24" name="墨迹 23"/>
              <p14:cNvContentPartPr/>
              <p14:nvPr/>
            </p14:nvContentPartPr>
            <p14:xfrm>
              <a:off x="12000865" y="2315845"/>
              <a:ext cx="128270" cy="156210"/>
            </p14:xfrm>
          </p:contentPart>
        </mc:Choice>
        <mc:Fallback xmlns="">
          <p:pic>
            <p:nvPicPr>
              <p:cNvPr id="24" name="墨迹 23"/>
            </p:nvPicPr>
            <p:blipFill>
              <a:blip r:embed="rId46"/>
            </p:blipFill>
            <p:spPr>
              <a:xfrm>
                <a:off x="12000865" y="2315845"/>
                <a:ext cx="128270" cy="156210"/>
              </a:xfrm>
              <a:prstGeom prst="rect"/>
            </p:spPr>
          </p:pic>
        </mc:Fallback>
      </mc:AlternateContent>
      <mc:AlternateContent xmlns:mc="http://schemas.openxmlformats.org/markup-compatibility/2006" xmlns:p14="http://schemas.microsoft.com/office/powerpoint/2010/main">
        <mc:Choice Requires="p14">
          <p:contentPart r:id="rId47" p14:bwMode="auto">
            <p14:nvContentPartPr>
              <p14:cNvPr id="25" name="墨迹 24"/>
              <p14:cNvContentPartPr/>
              <p14:nvPr/>
            </p14:nvContentPartPr>
            <p14:xfrm>
              <a:off x="12018010" y="2343150"/>
              <a:ext cx="38100" cy="190500"/>
            </p14:xfrm>
          </p:contentPart>
        </mc:Choice>
        <mc:Fallback xmlns="">
          <p:pic>
            <p:nvPicPr>
              <p:cNvPr id="25" name="墨迹 24"/>
            </p:nvPicPr>
            <p:blipFill>
              <a:blip r:embed="rId48"/>
            </p:blipFill>
            <p:spPr>
              <a:xfrm>
                <a:off x="12018010" y="2343150"/>
                <a:ext cx="38100" cy="190500"/>
              </a:xfrm>
              <a:prstGeom prst="rect"/>
            </p:spPr>
          </p:pic>
        </mc:Fallback>
      </mc:AlternateContent>
      <mc:AlternateContent xmlns:mc="http://schemas.openxmlformats.org/markup-compatibility/2006" xmlns:p14="http://schemas.microsoft.com/office/powerpoint/2010/main">
        <mc:Choice Requires="p14">
          <p:contentPart r:id="rId49" p14:bwMode="auto">
            <p14:nvContentPartPr>
              <p14:cNvPr id="26" name="墨迹 25"/>
              <p14:cNvContentPartPr/>
              <p14:nvPr/>
            </p14:nvContentPartPr>
            <p14:xfrm>
              <a:off x="12135485" y="2307590"/>
              <a:ext cx="130810" cy="327660"/>
            </p14:xfrm>
          </p:contentPart>
        </mc:Choice>
        <mc:Fallback xmlns="">
          <p:pic>
            <p:nvPicPr>
              <p:cNvPr id="26" name="墨迹 25"/>
            </p:nvPicPr>
            <p:blipFill>
              <a:blip r:embed="rId50"/>
            </p:blipFill>
            <p:spPr>
              <a:xfrm>
                <a:off x="12135485" y="2307590"/>
                <a:ext cx="130810" cy="327660"/>
              </a:xfrm>
              <a:prstGeom prst="rect"/>
            </p:spPr>
          </p:pic>
        </mc:Fallback>
      </mc:AlternateContent>
      <mc:AlternateContent xmlns:mc="http://schemas.openxmlformats.org/markup-compatibility/2006" xmlns:p14="http://schemas.microsoft.com/office/powerpoint/2010/main">
        <mc:Choice Requires="p14">
          <p:contentPart r:id="rId51" p14:bwMode="auto">
            <p14:nvContentPartPr>
              <p14:cNvPr id="27" name="墨迹 26"/>
              <p14:cNvContentPartPr/>
              <p14:nvPr/>
            </p14:nvContentPartPr>
            <p14:xfrm>
              <a:off x="11319510" y="2779395"/>
              <a:ext cx="182880" cy="208915"/>
            </p14:xfrm>
          </p:contentPart>
        </mc:Choice>
        <mc:Fallback xmlns="">
          <p:pic>
            <p:nvPicPr>
              <p:cNvPr id="27" name="墨迹 26"/>
            </p:nvPicPr>
            <p:blipFill>
              <a:blip r:embed="rId52"/>
            </p:blipFill>
            <p:spPr>
              <a:xfrm>
                <a:off x="11319510" y="2779395"/>
                <a:ext cx="182880" cy="208915"/>
              </a:xfrm>
              <a:prstGeom prst="rect"/>
            </p:spPr>
          </p:pic>
        </mc:Fallback>
      </mc:AlternateContent>
      <mc:AlternateContent xmlns:mc="http://schemas.openxmlformats.org/markup-compatibility/2006" xmlns:p14="http://schemas.microsoft.com/office/powerpoint/2010/main">
        <mc:Choice Requires="p14">
          <p:contentPart r:id="rId53" p14:bwMode="auto">
            <p14:nvContentPartPr>
              <p14:cNvPr id="28" name="墨迹 27"/>
              <p14:cNvContentPartPr/>
              <p14:nvPr/>
            </p14:nvContentPartPr>
            <p14:xfrm>
              <a:off x="11582400" y="2770505"/>
              <a:ext cx="56515" cy="107315"/>
            </p14:xfrm>
          </p:contentPart>
        </mc:Choice>
        <mc:Fallback xmlns="">
          <p:pic>
            <p:nvPicPr>
              <p:cNvPr id="28" name="墨迹 27"/>
            </p:nvPicPr>
            <p:blipFill>
              <a:blip r:embed="rId54"/>
            </p:blipFill>
            <p:spPr>
              <a:xfrm>
                <a:off x="11582400" y="2770505"/>
                <a:ext cx="56515" cy="107315"/>
              </a:xfrm>
              <a:prstGeom prst="rect"/>
            </p:spPr>
          </p:pic>
        </mc:Fallback>
      </mc:AlternateContent>
      <mc:AlternateContent xmlns:mc="http://schemas.openxmlformats.org/markup-compatibility/2006" xmlns:p14="http://schemas.microsoft.com/office/powerpoint/2010/main">
        <mc:Choice Requires="p14">
          <p:contentPart r:id="rId55" p14:bwMode="auto">
            <p14:nvContentPartPr>
              <p14:cNvPr id="29" name="墨迹 28"/>
              <p14:cNvContentPartPr/>
              <p14:nvPr/>
            </p14:nvContentPartPr>
            <p14:xfrm>
              <a:off x="11728450" y="2788285"/>
              <a:ext cx="220980" cy="179070"/>
            </p14:xfrm>
          </p:contentPart>
        </mc:Choice>
        <mc:Fallback xmlns="">
          <p:pic>
            <p:nvPicPr>
              <p:cNvPr id="29" name="墨迹 28"/>
            </p:nvPicPr>
            <p:blipFill>
              <a:blip r:embed="rId56"/>
            </p:blipFill>
            <p:spPr>
              <a:xfrm>
                <a:off x="11728450" y="2788285"/>
                <a:ext cx="220980" cy="179070"/>
              </a:xfrm>
              <a:prstGeom prst="rect"/>
            </p:spPr>
          </p:pic>
        </mc:Fallback>
      </mc:AlternateContent>
      <mc:AlternateContent xmlns:mc="http://schemas.openxmlformats.org/markup-compatibility/2006" xmlns:p14="http://schemas.microsoft.com/office/powerpoint/2010/main">
        <mc:Choice Requires="p14">
          <p:contentPart r:id="rId57" p14:bwMode="auto">
            <p14:nvContentPartPr>
              <p14:cNvPr id="30" name="墨迹 29"/>
              <p14:cNvContentPartPr/>
              <p14:nvPr/>
            </p14:nvContentPartPr>
            <p14:xfrm>
              <a:off x="11925935" y="2806700"/>
              <a:ext cx="546100" cy="238760"/>
            </p14:xfrm>
          </p:contentPart>
        </mc:Choice>
        <mc:Fallback xmlns="">
          <p:pic>
            <p:nvPicPr>
              <p:cNvPr id="30" name="墨迹 29"/>
            </p:nvPicPr>
            <p:blipFill>
              <a:blip r:embed="rId58"/>
            </p:blipFill>
            <p:spPr>
              <a:xfrm>
                <a:off x="11925935" y="2806700"/>
                <a:ext cx="546100" cy="238760"/>
              </a:xfrm>
              <a:prstGeom prst="rect"/>
            </p:spPr>
          </p:pic>
        </mc:Fallback>
      </mc:AlternateContent>
      <mc:AlternateContent xmlns:mc="http://schemas.openxmlformats.org/markup-compatibility/2006" xmlns:p14="http://schemas.microsoft.com/office/powerpoint/2010/main">
        <mc:Choice Requires="p14">
          <p:contentPart r:id="rId59" p14:bwMode="auto">
            <p14:nvContentPartPr>
              <p14:cNvPr id="31" name="墨迹 30"/>
              <p14:cNvContentPartPr/>
              <p14:nvPr/>
            </p14:nvContentPartPr>
            <p14:xfrm>
              <a:off x="10822305" y="3406140"/>
              <a:ext cx="1968500" cy="7620"/>
            </p14:xfrm>
          </p:contentPart>
        </mc:Choice>
        <mc:Fallback xmlns="">
          <p:pic>
            <p:nvPicPr>
              <p:cNvPr id="31" name="墨迹 30"/>
            </p:nvPicPr>
            <p:blipFill>
              <a:blip r:embed="rId60"/>
            </p:blipFill>
            <p:spPr>
              <a:xfrm>
                <a:off x="10822305" y="3406140"/>
                <a:ext cx="1968500" cy="7620"/>
              </a:xfrm>
              <a:prstGeom prst="rect"/>
            </p:spPr>
          </p:pic>
        </mc:Fallback>
      </mc:AlternateContent>
      <mc:AlternateContent xmlns:mc="http://schemas.openxmlformats.org/markup-compatibility/2006" xmlns:p14="http://schemas.microsoft.com/office/powerpoint/2010/main">
        <mc:Choice Requires="p14">
          <p:contentPart r:id="rId61" p14:bwMode="auto">
            <p14:nvContentPartPr>
              <p14:cNvPr id="32" name="墨迹 31"/>
              <p14:cNvContentPartPr/>
              <p14:nvPr/>
            </p14:nvContentPartPr>
            <p14:xfrm>
              <a:off x="11465560" y="3714750"/>
              <a:ext cx="349250" cy="173355"/>
            </p14:xfrm>
          </p:contentPart>
        </mc:Choice>
        <mc:Fallback xmlns="">
          <p:pic>
            <p:nvPicPr>
              <p:cNvPr id="32" name="墨迹 31"/>
            </p:nvPicPr>
            <p:blipFill>
              <a:blip r:embed="rId62"/>
            </p:blipFill>
            <p:spPr>
              <a:xfrm>
                <a:off x="11465560" y="3714750"/>
                <a:ext cx="349250" cy="173355"/>
              </a:xfrm>
              <a:prstGeom prst="rect"/>
            </p:spPr>
          </p:pic>
        </mc:Fallback>
      </mc:AlternateContent>
      <mc:AlternateContent xmlns:mc="http://schemas.openxmlformats.org/markup-compatibility/2006" xmlns:p14="http://schemas.microsoft.com/office/powerpoint/2010/main">
        <mc:Choice Requires="p14">
          <p:contentPart r:id="rId63" p14:bwMode="auto">
            <p14:nvContentPartPr>
              <p14:cNvPr id="33" name="墨迹 32"/>
              <p14:cNvContentPartPr/>
              <p14:nvPr/>
            </p14:nvContentPartPr>
            <p14:xfrm>
              <a:off x="11910695" y="3724275"/>
              <a:ext cx="292100" cy="182880"/>
            </p14:xfrm>
          </p:contentPart>
        </mc:Choice>
        <mc:Fallback xmlns="">
          <p:pic>
            <p:nvPicPr>
              <p:cNvPr id="33" name="墨迹 32"/>
            </p:nvPicPr>
            <p:blipFill>
              <a:blip r:embed="rId64"/>
            </p:blipFill>
            <p:spPr>
              <a:xfrm>
                <a:off x="11910695" y="3724275"/>
                <a:ext cx="292100" cy="182880"/>
              </a:xfrm>
              <a:prstGeom prst="rect"/>
            </p:spPr>
          </p:pic>
        </mc:Fallback>
      </mc:AlternateContent>
      <mc:AlternateContent xmlns:mc="http://schemas.openxmlformats.org/markup-compatibility/2006" xmlns:p14="http://schemas.microsoft.com/office/powerpoint/2010/main">
        <mc:Choice Requires="p14">
          <p:contentPart r:id="rId65" p14:bwMode="auto">
            <p14:nvContentPartPr>
              <p14:cNvPr id="34" name="墨迹 33"/>
              <p14:cNvContentPartPr/>
              <p14:nvPr/>
            </p14:nvContentPartPr>
            <p14:xfrm>
              <a:off x="12210415" y="3714115"/>
              <a:ext cx="138430" cy="267970"/>
            </p14:xfrm>
          </p:contentPart>
        </mc:Choice>
        <mc:Fallback xmlns="">
          <p:pic>
            <p:nvPicPr>
              <p:cNvPr id="34" name="墨迹 33"/>
            </p:nvPicPr>
            <p:blipFill>
              <a:blip r:embed="rId66"/>
            </p:blipFill>
            <p:spPr>
              <a:xfrm>
                <a:off x="12210415" y="3714115"/>
                <a:ext cx="138430" cy="267970"/>
              </a:xfrm>
              <a:prstGeom prst="rect"/>
            </p:spPr>
          </p:pic>
        </mc:Fallback>
      </mc:AlternateContent>
      <mc:AlternateContent xmlns:mc="http://schemas.openxmlformats.org/markup-compatibility/2006" xmlns:p14="http://schemas.microsoft.com/office/powerpoint/2010/main">
        <mc:Choice Requires="p14">
          <p:contentPart r:id="rId67" p14:bwMode="auto">
            <p14:nvContentPartPr>
              <p14:cNvPr id="35" name="墨迹 34"/>
              <p14:cNvContentPartPr/>
              <p14:nvPr/>
            </p14:nvContentPartPr>
            <p14:xfrm>
              <a:off x="12409170" y="3669665"/>
              <a:ext cx="83185" cy="278130"/>
            </p14:xfrm>
          </p:contentPart>
        </mc:Choice>
        <mc:Fallback xmlns="">
          <p:pic>
            <p:nvPicPr>
              <p:cNvPr id="35" name="墨迹 34"/>
            </p:nvPicPr>
            <p:blipFill>
              <a:blip r:embed="rId68"/>
            </p:blipFill>
            <p:spPr>
              <a:xfrm>
                <a:off x="12409170" y="3669665"/>
                <a:ext cx="83185" cy="278130"/>
              </a:xfrm>
              <a:prstGeom prst="rect"/>
            </p:spPr>
          </p:pic>
        </mc:Fallback>
      </mc:AlternateContent>
      <mc:AlternateContent xmlns:mc="http://schemas.openxmlformats.org/markup-compatibility/2006" xmlns:p14="http://schemas.microsoft.com/office/powerpoint/2010/main">
        <mc:Choice Requires="p14">
          <p:contentPart r:id="rId69" p14:bwMode="auto">
            <p14:nvContentPartPr>
              <p14:cNvPr id="36" name="墨迹 35"/>
              <p14:cNvContentPartPr/>
              <p14:nvPr/>
            </p14:nvContentPartPr>
            <p14:xfrm>
              <a:off x="12481560" y="3627120"/>
              <a:ext cx="184785" cy="388620"/>
            </p14:xfrm>
          </p:contentPart>
        </mc:Choice>
        <mc:Fallback xmlns="">
          <p:pic>
            <p:nvPicPr>
              <p:cNvPr id="36" name="墨迹 35"/>
            </p:nvPicPr>
            <p:blipFill>
              <a:blip r:embed="rId70"/>
            </p:blipFill>
            <p:spPr>
              <a:xfrm>
                <a:off x="12481560" y="3627120"/>
                <a:ext cx="184785" cy="388620"/>
              </a:xfrm>
              <a:prstGeom prst="rect"/>
            </p:spPr>
          </p:pic>
        </mc:Fallback>
      </mc:AlternateContent>
      <mc:AlternateContent xmlns:mc="http://schemas.openxmlformats.org/markup-compatibility/2006" xmlns:p14="http://schemas.microsoft.com/office/powerpoint/2010/main">
        <mc:Choice Requires="p14">
          <p:contentPart r:id="rId71" p14:bwMode="auto">
            <p14:nvContentPartPr>
              <p14:cNvPr id="37" name="墨迹 36"/>
              <p14:cNvContentPartPr/>
              <p14:nvPr/>
            </p14:nvContentPartPr>
            <p14:xfrm>
              <a:off x="916940" y="1335405"/>
              <a:ext cx="321945" cy="347345"/>
            </p14:xfrm>
          </p:contentPart>
        </mc:Choice>
        <mc:Fallback xmlns="">
          <p:pic>
            <p:nvPicPr>
              <p:cNvPr id="37" name="墨迹 36"/>
            </p:nvPicPr>
            <p:blipFill>
              <a:blip r:embed="rId72"/>
            </p:blipFill>
            <p:spPr>
              <a:xfrm>
                <a:off x="916940" y="1335405"/>
                <a:ext cx="321945" cy="347345"/>
              </a:xfrm>
              <a:prstGeom prst="rect"/>
            </p:spPr>
          </p:pic>
        </mc:Fallback>
      </mc:AlternateContent>
      <mc:AlternateContent xmlns:mc="http://schemas.openxmlformats.org/markup-compatibility/2006" xmlns:p14="http://schemas.microsoft.com/office/powerpoint/2010/main">
        <mc:Choice Requires="p14">
          <p:contentPart r:id="rId73" p14:bwMode="auto">
            <p14:nvContentPartPr>
              <p14:cNvPr id="38" name="墨迹 37"/>
              <p14:cNvContentPartPr/>
              <p14:nvPr/>
            </p14:nvContentPartPr>
            <p14:xfrm>
              <a:off x="8936355" y="835660"/>
              <a:ext cx="231775" cy="836930"/>
            </p14:xfrm>
          </p:contentPart>
        </mc:Choice>
        <mc:Fallback xmlns="">
          <p:pic>
            <p:nvPicPr>
              <p:cNvPr id="38" name="墨迹 37"/>
            </p:nvPicPr>
            <p:blipFill>
              <a:blip r:embed="rId74"/>
            </p:blipFill>
            <p:spPr>
              <a:xfrm>
                <a:off x="8936355" y="835660"/>
                <a:ext cx="231775" cy="836930"/>
              </a:xfrm>
              <a:prstGeom prst="rect"/>
            </p:spPr>
          </p:pic>
        </mc:Fallback>
      </mc:AlternateContent>
      <mc:AlternateContent xmlns:mc="http://schemas.openxmlformats.org/markup-compatibility/2006" xmlns:p14="http://schemas.microsoft.com/office/powerpoint/2010/main">
        <mc:Choice Requires="p14">
          <p:contentPart r:id="rId75" p14:bwMode="auto">
            <p14:nvContentPartPr>
              <p14:cNvPr id="39" name="墨迹 38"/>
              <p14:cNvContentPartPr/>
              <p14:nvPr/>
            </p14:nvContentPartPr>
            <p14:xfrm>
              <a:off x="9112885" y="953770"/>
              <a:ext cx="621030" cy="807085"/>
            </p14:xfrm>
          </p:contentPart>
        </mc:Choice>
        <mc:Fallback xmlns="">
          <p:pic>
            <p:nvPicPr>
              <p:cNvPr id="39" name="墨迹 38"/>
            </p:nvPicPr>
            <p:blipFill>
              <a:blip r:embed="rId76"/>
            </p:blipFill>
            <p:spPr>
              <a:xfrm>
                <a:off x="9112885" y="953770"/>
                <a:ext cx="621030" cy="807085"/>
              </a:xfrm>
              <a:prstGeom prst="rect"/>
            </p:spPr>
          </p:pic>
        </mc:Fallback>
      </mc:AlternateContent>
      <mc:AlternateContent xmlns:mc="http://schemas.openxmlformats.org/markup-compatibility/2006" xmlns:p14="http://schemas.microsoft.com/office/powerpoint/2010/main">
        <mc:Choice Requires="p14">
          <p:contentPart r:id="rId77" p14:bwMode="auto">
            <p14:nvContentPartPr>
              <p14:cNvPr id="40" name="墨迹 39"/>
              <p14:cNvContentPartPr/>
              <p14:nvPr/>
            </p14:nvContentPartPr>
            <p14:xfrm>
              <a:off x="9085580" y="1316355"/>
              <a:ext cx="349885" cy="73660"/>
            </p14:xfrm>
          </p:contentPart>
        </mc:Choice>
        <mc:Fallback xmlns="">
          <p:pic>
            <p:nvPicPr>
              <p:cNvPr id="40" name="墨迹 39"/>
            </p:nvPicPr>
            <p:blipFill>
              <a:blip r:embed="rId78"/>
            </p:blipFill>
            <p:spPr>
              <a:xfrm>
                <a:off x="9085580" y="1316355"/>
                <a:ext cx="349885" cy="73660"/>
              </a:xfrm>
              <a:prstGeom prst="rect"/>
            </p:spPr>
          </p:pic>
        </mc:Fallback>
      </mc:AlternateContent>
      <mc:AlternateContent xmlns:mc="http://schemas.openxmlformats.org/markup-compatibility/2006" xmlns:p14="http://schemas.microsoft.com/office/powerpoint/2010/main">
        <mc:Choice Requires="p14">
          <p:contentPart r:id="rId79" p14:bwMode="auto">
            <p14:nvContentPartPr>
              <p14:cNvPr id="41" name="墨迹 40"/>
              <p14:cNvContentPartPr/>
              <p14:nvPr/>
            </p14:nvContentPartPr>
            <p14:xfrm>
              <a:off x="6124575" y="2724785"/>
              <a:ext cx="765175" cy="10795"/>
            </p14:xfrm>
          </p:contentPart>
        </mc:Choice>
        <mc:Fallback xmlns="">
          <p:pic>
            <p:nvPicPr>
              <p:cNvPr id="41" name="墨迹 40"/>
            </p:nvPicPr>
            <p:blipFill>
              <a:blip r:embed="rId80"/>
            </p:blipFill>
            <p:spPr>
              <a:xfrm>
                <a:off x="6124575" y="2724785"/>
                <a:ext cx="765175" cy="10795"/>
              </a:xfrm>
              <a:prstGeom prst="rect"/>
            </p:spPr>
          </p:pic>
        </mc:Fallback>
      </mc:AlternateContent>
      <mc:AlternateContent xmlns:mc="http://schemas.openxmlformats.org/markup-compatibility/2006" xmlns:p14="http://schemas.microsoft.com/office/powerpoint/2010/main">
        <mc:Choice Requires="p14">
          <p:contentPart r:id="rId81" p14:bwMode="auto">
            <p14:nvContentPartPr>
              <p14:cNvPr id="42" name="墨迹 41"/>
              <p14:cNvContentPartPr/>
              <p14:nvPr/>
            </p14:nvContentPartPr>
            <p14:xfrm>
              <a:off x="3617595" y="2788920"/>
              <a:ext cx="979170" cy="18415"/>
            </p14:xfrm>
          </p:contentPart>
        </mc:Choice>
        <mc:Fallback xmlns="">
          <p:pic>
            <p:nvPicPr>
              <p:cNvPr id="42" name="墨迹 41"/>
            </p:nvPicPr>
            <p:blipFill>
              <a:blip r:embed="rId82"/>
            </p:blipFill>
            <p:spPr>
              <a:xfrm>
                <a:off x="3617595" y="2788920"/>
                <a:ext cx="979170" cy="18415"/>
              </a:xfrm>
              <a:prstGeom prst="rect"/>
            </p:spPr>
          </p:pic>
        </mc:Fallback>
      </mc:AlternateContent>
      <mc:AlternateContent xmlns:mc="http://schemas.openxmlformats.org/markup-compatibility/2006" xmlns:p14="http://schemas.microsoft.com/office/powerpoint/2010/main">
        <mc:Choice Requires="p14">
          <p:contentPart r:id="rId83" p14:bwMode="auto">
            <p14:nvContentPartPr>
              <p14:cNvPr id="43" name="墨迹 42"/>
              <p14:cNvContentPartPr/>
              <p14:nvPr/>
            </p14:nvContentPartPr>
            <p14:xfrm>
              <a:off x="5697220" y="2000250"/>
              <a:ext cx="1198245" cy="806450"/>
            </p14:xfrm>
          </p:contentPart>
        </mc:Choice>
        <mc:Fallback xmlns="">
          <p:pic>
            <p:nvPicPr>
              <p:cNvPr id="43" name="墨迹 42"/>
            </p:nvPicPr>
            <p:blipFill>
              <a:blip r:embed="rId84"/>
            </p:blipFill>
            <p:spPr>
              <a:xfrm>
                <a:off x="5697220" y="2000250"/>
                <a:ext cx="1198245" cy="806450"/>
              </a:xfrm>
              <a:prstGeom prst="rect"/>
            </p:spPr>
          </p:pic>
        </mc:Fallback>
      </mc:AlternateContent>
      <mc:AlternateContent xmlns:mc="http://schemas.openxmlformats.org/markup-compatibility/2006" xmlns:p14="http://schemas.microsoft.com/office/powerpoint/2010/main">
        <mc:Choice Requires="p14">
          <p:contentPart r:id="rId85" p14:bwMode="auto">
            <p14:nvContentPartPr>
              <p14:cNvPr id="44" name="墨迹 43"/>
              <p14:cNvContentPartPr/>
              <p14:nvPr/>
            </p14:nvContentPartPr>
            <p14:xfrm>
              <a:off x="2406650" y="1868805"/>
              <a:ext cx="1395095" cy="761365"/>
            </p14:xfrm>
          </p:contentPart>
        </mc:Choice>
        <mc:Fallback xmlns="">
          <p:pic>
            <p:nvPicPr>
              <p:cNvPr id="44" name="墨迹 43"/>
            </p:nvPicPr>
            <p:blipFill>
              <a:blip r:embed="rId86"/>
            </p:blipFill>
            <p:spPr>
              <a:xfrm>
                <a:off x="2406650" y="1868805"/>
                <a:ext cx="1395095" cy="761365"/>
              </a:xfrm>
              <a:prstGeom prst="rect"/>
            </p:spPr>
          </p:pic>
        </mc:Fallback>
      </mc:AlternateContent>
      <mc:AlternateContent xmlns:mc="http://schemas.openxmlformats.org/markup-compatibility/2006" xmlns:p14="http://schemas.microsoft.com/office/powerpoint/2010/main">
        <mc:Choice Requires="p14">
          <p:contentPart r:id="rId87" p14:bwMode="auto">
            <p14:nvContentPartPr>
              <p14:cNvPr id="45" name="墨迹 44"/>
              <p14:cNvContentPartPr/>
              <p14:nvPr/>
            </p14:nvContentPartPr>
            <p14:xfrm>
              <a:off x="3172460" y="3042920"/>
              <a:ext cx="5382895" cy="27940"/>
            </p14:xfrm>
          </p:contentPart>
        </mc:Choice>
        <mc:Fallback xmlns="">
          <p:pic>
            <p:nvPicPr>
              <p:cNvPr id="45" name="墨迹 44"/>
            </p:nvPicPr>
            <p:blipFill>
              <a:blip r:embed="rId88"/>
            </p:blipFill>
            <p:spPr>
              <a:xfrm>
                <a:off x="3172460" y="3042920"/>
                <a:ext cx="5382895" cy="27940"/>
              </a:xfrm>
              <a:prstGeom prst="rect"/>
            </p:spPr>
          </p:pic>
        </mc:Fallback>
      </mc:AlternateContent>
      <mc:AlternateContent xmlns:mc="http://schemas.openxmlformats.org/markup-compatibility/2006" xmlns:p14="http://schemas.microsoft.com/office/powerpoint/2010/main">
        <mc:Choice Requires="p14">
          <p:contentPart r:id="rId89" p14:bwMode="auto">
            <p14:nvContentPartPr>
              <p14:cNvPr id="46" name="墨迹 45"/>
              <p14:cNvContentPartPr/>
              <p14:nvPr/>
            </p14:nvContentPartPr>
            <p14:xfrm>
              <a:off x="9357995" y="2896235"/>
              <a:ext cx="1894205" cy="174625"/>
            </p14:xfrm>
          </p:contentPart>
        </mc:Choice>
        <mc:Fallback xmlns="">
          <p:pic>
            <p:nvPicPr>
              <p:cNvPr id="46" name="墨迹 45"/>
            </p:nvPicPr>
            <p:blipFill>
              <a:blip r:embed="rId90"/>
            </p:blipFill>
            <p:spPr>
              <a:xfrm>
                <a:off x="9357995" y="2896235"/>
                <a:ext cx="1894205" cy="174625"/>
              </a:xfrm>
              <a:prstGeom prst="rect"/>
            </p:spPr>
          </p:pic>
        </mc:Fallback>
      </mc:AlternateContent>
      <mc:AlternateContent xmlns:mc="http://schemas.openxmlformats.org/markup-compatibility/2006" xmlns:p14="http://schemas.microsoft.com/office/powerpoint/2010/main">
        <mc:Choice Requires="p14">
          <p:contentPart r:id="rId91" p14:bwMode="auto">
            <p14:nvContentPartPr>
              <p14:cNvPr id="47" name="墨迹 46"/>
              <p14:cNvContentPartPr/>
              <p14:nvPr/>
            </p14:nvContentPartPr>
            <p14:xfrm>
              <a:off x="1264920" y="3596640"/>
              <a:ext cx="2481580" cy="635"/>
            </p14:xfrm>
          </p:contentPart>
        </mc:Choice>
        <mc:Fallback xmlns="">
          <p:pic>
            <p:nvPicPr>
              <p:cNvPr id="47" name="墨迹 46"/>
            </p:nvPicPr>
            <p:blipFill>
              <a:blip r:embed="rId92"/>
            </p:blipFill>
            <p:spPr>
              <a:xfrm>
                <a:off x="1264920" y="3596640"/>
                <a:ext cx="2481580" cy="635"/>
              </a:xfrm>
              <a:prstGeom prst="rect"/>
            </p:spPr>
          </p:pic>
        </mc:Fallback>
      </mc:AlternateContent>
      <mc:AlternateContent xmlns:mc="http://schemas.openxmlformats.org/markup-compatibility/2006" xmlns:p14="http://schemas.microsoft.com/office/powerpoint/2010/main">
        <mc:Choice Requires="p14">
          <p:contentPart r:id="rId93" p14:bwMode="auto">
            <p14:nvContentPartPr>
              <p14:cNvPr id="48" name="墨迹 47"/>
              <p14:cNvContentPartPr/>
              <p14:nvPr/>
            </p14:nvContentPartPr>
            <p14:xfrm>
              <a:off x="4561840" y="3650615"/>
              <a:ext cx="1595755" cy="10795"/>
            </p14:xfrm>
          </p:contentPart>
        </mc:Choice>
        <mc:Fallback xmlns="">
          <p:pic>
            <p:nvPicPr>
              <p:cNvPr id="48" name="墨迹 47"/>
            </p:nvPicPr>
            <p:blipFill>
              <a:blip r:embed="rId94"/>
            </p:blipFill>
            <p:spPr>
              <a:xfrm>
                <a:off x="4561840" y="3650615"/>
                <a:ext cx="1595755" cy="10795"/>
              </a:xfrm>
              <a:prstGeom prst="rect"/>
            </p:spPr>
          </p:pic>
        </mc:Fallback>
      </mc:AlternateContent>
      <mc:AlternateContent xmlns:mc="http://schemas.openxmlformats.org/markup-compatibility/2006" xmlns:p14="http://schemas.microsoft.com/office/powerpoint/2010/main">
        <mc:Choice Requires="p14">
          <p:contentPart r:id="rId95" p14:bwMode="auto">
            <p14:nvContentPartPr>
              <p14:cNvPr id="49" name="墨迹 48"/>
              <p14:cNvContentPartPr/>
              <p14:nvPr/>
            </p14:nvContentPartPr>
            <p14:xfrm>
              <a:off x="4380230" y="3933190"/>
              <a:ext cx="2323465" cy="93980"/>
            </p14:xfrm>
          </p:contentPart>
        </mc:Choice>
        <mc:Fallback xmlns="">
          <p:pic>
            <p:nvPicPr>
              <p:cNvPr id="49" name="墨迹 48"/>
            </p:nvPicPr>
            <p:blipFill>
              <a:blip r:embed="rId96"/>
            </p:blipFill>
            <p:spPr>
              <a:xfrm>
                <a:off x="4380230" y="3933190"/>
                <a:ext cx="2323465" cy="93980"/>
              </a:xfrm>
              <a:prstGeom prst="rect"/>
            </p:spPr>
          </p:pic>
        </mc:Fallback>
      </mc:AlternateContent>
      <mc:AlternateContent xmlns:mc="http://schemas.openxmlformats.org/markup-compatibility/2006" xmlns:p14="http://schemas.microsoft.com/office/powerpoint/2010/main">
        <mc:Choice Requires="p14">
          <p:contentPart r:id="rId97" p14:bwMode="auto">
            <p14:nvContentPartPr>
              <p14:cNvPr id="50" name="墨迹 49"/>
              <p14:cNvContentPartPr/>
              <p14:nvPr/>
            </p14:nvContentPartPr>
            <p14:xfrm>
              <a:off x="989330" y="3669665"/>
              <a:ext cx="340995" cy="247650"/>
            </p14:xfrm>
          </p:contentPart>
        </mc:Choice>
        <mc:Fallback xmlns="">
          <p:pic>
            <p:nvPicPr>
              <p:cNvPr id="50" name="墨迹 49"/>
            </p:nvPicPr>
            <p:blipFill>
              <a:blip r:embed="rId98"/>
            </p:blipFill>
            <p:spPr>
              <a:xfrm>
                <a:off x="989330" y="3669665"/>
                <a:ext cx="340995" cy="247650"/>
              </a:xfrm>
              <a:prstGeom prst="rect"/>
            </p:spPr>
          </p:pic>
        </mc:Fallback>
      </mc:AlternateContent>
      <mc:AlternateContent xmlns:mc="http://schemas.openxmlformats.org/markup-compatibility/2006" xmlns:p14="http://schemas.microsoft.com/office/powerpoint/2010/main">
        <mc:Choice Requires="p14">
          <p:contentPart r:id="rId99" p14:bwMode="auto">
            <p14:nvContentPartPr>
              <p14:cNvPr id="51" name="墨迹 50"/>
              <p14:cNvContentPartPr/>
              <p14:nvPr/>
            </p14:nvContentPartPr>
            <p14:xfrm>
              <a:off x="1832610" y="2897505"/>
              <a:ext cx="1078230" cy="747395"/>
            </p14:xfrm>
          </p:contentPart>
        </mc:Choice>
        <mc:Fallback xmlns="">
          <p:pic>
            <p:nvPicPr>
              <p:cNvPr id="51" name="墨迹 50"/>
            </p:nvPicPr>
            <p:blipFill>
              <a:blip r:embed="rId100"/>
            </p:blipFill>
            <p:spPr>
              <a:xfrm>
                <a:off x="1832610" y="2897505"/>
                <a:ext cx="1078230" cy="747395"/>
              </a:xfrm>
              <a:prstGeom prst="rect"/>
            </p:spPr>
          </p:pic>
        </mc:Fallback>
      </mc:AlternateContent>
      <mc:AlternateContent xmlns:mc="http://schemas.openxmlformats.org/markup-compatibility/2006" xmlns:p14="http://schemas.microsoft.com/office/powerpoint/2010/main">
        <mc:Choice Requires="p14">
          <p:contentPart r:id="rId101" p14:bwMode="auto">
            <p14:nvContentPartPr>
              <p14:cNvPr id="52" name="墨迹 51"/>
              <p14:cNvContentPartPr/>
              <p14:nvPr/>
            </p14:nvContentPartPr>
            <p14:xfrm>
              <a:off x="1146810" y="5086350"/>
              <a:ext cx="421640" cy="581025"/>
            </p14:xfrm>
          </p:contentPart>
        </mc:Choice>
        <mc:Fallback xmlns="">
          <p:pic>
            <p:nvPicPr>
              <p:cNvPr id="52" name="墨迹 51"/>
            </p:nvPicPr>
            <p:blipFill>
              <a:blip r:embed="rId102"/>
            </p:blipFill>
            <p:spPr>
              <a:xfrm>
                <a:off x="1146810" y="5086350"/>
                <a:ext cx="421640" cy="581025"/>
              </a:xfrm>
              <a:prstGeom prst="rect"/>
            </p:spPr>
          </p:pic>
        </mc:Fallback>
      </mc:AlternateContent>
      <mc:AlternateContent xmlns:mc="http://schemas.openxmlformats.org/markup-compatibility/2006" xmlns:p14="http://schemas.microsoft.com/office/powerpoint/2010/main">
        <mc:Choice Requires="p14">
          <p:contentPart r:id="rId103" p14:bwMode="auto">
            <p14:nvContentPartPr>
              <p14:cNvPr id="53" name="墨迹 52"/>
              <p14:cNvContentPartPr/>
              <p14:nvPr/>
            </p14:nvContentPartPr>
            <p14:xfrm>
              <a:off x="956945" y="5159375"/>
              <a:ext cx="526415" cy="523875"/>
            </p14:xfrm>
          </p:contentPart>
        </mc:Choice>
        <mc:Fallback xmlns="">
          <p:pic>
            <p:nvPicPr>
              <p:cNvPr id="53" name="墨迹 52"/>
            </p:nvPicPr>
            <p:blipFill>
              <a:blip r:embed="rId104"/>
            </p:blipFill>
            <p:spPr>
              <a:xfrm>
                <a:off x="956945" y="5159375"/>
                <a:ext cx="526415" cy="523875"/>
              </a:xfrm>
              <a:prstGeom prst="rect"/>
            </p:spPr>
          </p:pic>
        </mc:Fallback>
      </mc:AlternateContent>
      <mc:AlternateContent xmlns:mc="http://schemas.openxmlformats.org/markup-compatibility/2006" xmlns:p14="http://schemas.microsoft.com/office/powerpoint/2010/main">
        <mc:Choice Requires="p14">
          <p:contentPart r:id="rId105" p14:bwMode="auto">
            <p14:nvContentPartPr>
              <p14:cNvPr id="54" name="墨迹 53"/>
              <p14:cNvContentPartPr/>
              <p14:nvPr/>
            </p14:nvContentPartPr>
            <p14:xfrm>
              <a:off x="3820160" y="4129405"/>
              <a:ext cx="854075" cy="701675"/>
            </p14:xfrm>
          </p:contentPart>
        </mc:Choice>
        <mc:Fallback xmlns="">
          <p:pic>
            <p:nvPicPr>
              <p:cNvPr id="54" name="墨迹 53"/>
            </p:nvPicPr>
            <p:blipFill>
              <a:blip r:embed="rId106"/>
            </p:blipFill>
            <p:spPr>
              <a:xfrm>
                <a:off x="3820160" y="4129405"/>
                <a:ext cx="854075" cy="701675"/>
              </a:xfrm>
              <a:prstGeom prst="rect"/>
            </p:spPr>
          </p:pic>
        </mc:Fallback>
      </mc:AlternateContent>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22" name="内容占位符 2"/>
          <p:cNvSpPr>
            <a:spLocks noGrp="1"/>
          </p:cNvSpPr>
          <p:nvPr>
            <p:ph idx="1"/>
          </p:nvPr>
        </p:nvSpPr>
        <p:spPr bwMode="auto">
          <a:xfrm>
            <a:off x="785445" y="627185"/>
            <a:ext cx="10679723" cy="560363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normAutofit fontScale="92500" lnSpcReduction="10000"/>
          </a:bodyPr>
          <a:lstStyle/>
          <a:p>
            <a:r>
              <a:rPr lang="en-US" altLang="zh-CN" sz="2000" b="1" dirty="0">
                <a:latin typeface="Times New Roman" panose="02020603050405020304" pitchFamily="18" charset="0"/>
                <a:ea typeface="楷体" panose="02010609060101010101" pitchFamily="49" charset="-122"/>
              </a:rPr>
              <a:t>18.</a:t>
            </a:r>
            <a:r>
              <a:rPr lang="zh-CN" altLang="zh-CN" sz="2000" b="1" dirty="0">
                <a:latin typeface="Times New Roman" panose="02020603050405020304" pitchFamily="18" charset="0"/>
                <a:ea typeface="楷体" panose="02010609060101010101" pitchFamily="49" charset="-122"/>
              </a:rPr>
              <a:t>【</a:t>
            </a:r>
            <a:r>
              <a:rPr lang="en-US" altLang="zh-CN" sz="2000" b="1" dirty="0">
                <a:latin typeface="Times New Roman" panose="02020603050405020304" pitchFamily="18" charset="0"/>
                <a:ea typeface="楷体" panose="02010609060101010101" pitchFamily="49" charset="-122"/>
              </a:rPr>
              <a:t>2009 </a:t>
            </a:r>
            <a:r>
              <a:rPr lang="zh-CN" altLang="zh-CN" sz="2000" b="1" dirty="0">
                <a:latin typeface="Times New Roman" panose="02020603050405020304" pitchFamily="18" charset="0"/>
                <a:ea typeface="楷体" panose="02010609060101010101" pitchFamily="49" charset="-122"/>
              </a:rPr>
              <a:t>统考真题】相对于微程序控制器，硬布线控制器的特点是（</a:t>
            </a:r>
            <a:r>
              <a:rPr lang="en-US" altLang="zh-CN" sz="2000" b="1" dirty="0">
                <a:latin typeface="Times New Roman" panose="02020603050405020304" pitchFamily="18" charset="0"/>
                <a:ea typeface="楷体" panose="02010609060101010101" pitchFamily="49" charset="-122"/>
              </a:rPr>
              <a:t>	</a:t>
            </a:r>
            <a:r>
              <a:rPr lang="zh-CN" altLang="zh-CN" sz="2000" b="1" dirty="0">
                <a:latin typeface="Times New Roman" panose="02020603050405020304" pitchFamily="18" charset="0"/>
                <a:ea typeface="楷体" panose="02010609060101010101" pitchFamily="49" charset="-122"/>
              </a:rPr>
              <a:t>）。</a:t>
            </a:r>
            <a:endParaRPr lang="zh-CN" altLang="zh-CN" sz="2000" b="1" dirty="0">
              <a:latin typeface="Times New Roman" panose="02020603050405020304" pitchFamily="18" charset="0"/>
              <a:ea typeface="楷体" panose="02010609060101010101" pitchFamily="49" charset="-122"/>
            </a:endParaRPr>
          </a:p>
          <a:p>
            <a:r>
              <a:rPr lang="en-US" altLang="zh-CN" sz="2000" b="1" dirty="0">
                <a:latin typeface="Times New Roman" panose="02020603050405020304" pitchFamily="18" charset="0"/>
                <a:ea typeface="楷体" panose="02010609060101010101" pitchFamily="49" charset="-122"/>
              </a:rPr>
              <a:t>A.</a:t>
            </a:r>
            <a:r>
              <a:rPr lang="zh-CN" altLang="zh-CN" sz="2000" b="1" dirty="0">
                <a:latin typeface="Times New Roman" panose="02020603050405020304" pitchFamily="18" charset="0"/>
                <a:ea typeface="楷体" panose="02010609060101010101" pitchFamily="49" charset="-122"/>
              </a:rPr>
              <a:t>指令执行速度慢，指令功能的修改和扩展容易</a:t>
            </a:r>
            <a:endParaRPr lang="zh-CN" altLang="zh-CN" sz="2000" b="1" dirty="0">
              <a:latin typeface="Times New Roman" panose="02020603050405020304" pitchFamily="18" charset="0"/>
              <a:ea typeface="楷体" panose="02010609060101010101" pitchFamily="49" charset="-122"/>
            </a:endParaRPr>
          </a:p>
          <a:p>
            <a:r>
              <a:rPr lang="en-US" altLang="zh-CN" sz="2000" b="1" dirty="0">
                <a:latin typeface="Times New Roman" panose="02020603050405020304" pitchFamily="18" charset="0"/>
                <a:ea typeface="楷体" panose="02010609060101010101" pitchFamily="49" charset="-122"/>
              </a:rPr>
              <a:t>B.</a:t>
            </a:r>
            <a:r>
              <a:rPr lang="zh-CN" altLang="zh-CN" sz="2000" b="1" dirty="0">
                <a:latin typeface="Times New Roman" panose="02020603050405020304" pitchFamily="18" charset="0"/>
                <a:ea typeface="楷体" panose="02010609060101010101" pitchFamily="49" charset="-122"/>
              </a:rPr>
              <a:t>指令执行速度慢，指令功能的修改和扩展难</a:t>
            </a:r>
            <a:endParaRPr lang="zh-CN" altLang="zh-CN" sz="2000" b="1" dirty="0">
              <a:latin typeface="Times New Roman" panose="02020603050405020304" pitchFamily="18" charset="0"/>
              <a:ea typeface="楷体" panose="02010609060101010101" pitchFamily="49" charset="-122"/>
            </a:endParaRPr>
          </a:p>
          <a:p>
            <a:r>
              <a:rPr lang="en-US" altLang="zh-CN" sz="2000" b="1" dirty="0">
                <a:latin typeface="Times New Roman" panose="02020603050405020304" pitchFamily="18" charset="0"/>
                <a:ea typeface="楷体" panose="02010609060101010101" pitchFamily="49" charset="-122"/>
              </a:rPr>
              <a:t>C.</a:t>
            </a:r>
            <a:r>
              <a:rPr lang="zh-CN" altLang="zh-CN" sz="2000" b="1" dirty="0">
                <a:latin typeface="Times New Roman" panose="02020603050405020304" pitchFamily="18" charset="0"/>
                <a:ea typeface="楷体" panose="02010609060101010101" pitchFamily="49" charset="-122"/>
              </a:rPr>
              <a:t>指令执行速度快，指令功能的修改和扩展容易</a:t>
            </a:r>
            <a:endParaRPr lang="zh-CN" altLang="zh-CN" sz="2000" b="1" dirty="0">
              <a:latin typeface="Times New Roman" panose="02020603050405020304" pitchFamily="18" charset="0"/>
              <a:ea typeface="楷体" panose="02010609060101010101" pitchFamily="49" charset="-122"/>
            </a:endParaRPr>
          </a:p>
          <a:p>
            <a:r>
              <a:rPr lang="en-US" altLang="zh-CN" sz="2000" b="1" dirty="0">
                <a:latin typeface="Times New Roman" panose="02020603050405020304" pitchFamily="18" charset="0"/>
                <a:ea typeface="楷体" panose="02010609060101010101" pitchFamily="49" charset="-122"/>
              </a:rPr>
              <a:t>D.</a:t>
            </a:r>
            <a:r>
              <a:rPr lang="zh-CN" altLang="zh-CN" sz="2000" b="1" dirty="0">
                <a:latin typeface="Times New Roman" panose="02020603050405020304" pitchFamily="18" charset="0"/>
                <a:ea typeface="楷体" panose="02010609060101010101" pitchFamily="49" charset="-122"/>
              </a:rPr>
              <a:t>指令执行速度快，指令功能的修改和扩展难</a:t>
            </a:r>
            <a:endParaRPr lang="zh-CN" altLang="zh-CN" sz="2000" b="1" dirty="0">
              <a:latin typeface="Times New Roman" panose="02020603050405020304" pitchFamily="18" charset="0"/>
              <a:ea typeface="楷体" panose="02010609060101010101" pitchFamily="49" charset="-122"/>
            </a:endParaRPr>
          </a:p>
          <a:p>
            <a:r>
              <a:rPr lang="en-US" altLang="zh-CN" sz="2000" b="1" dirty="0">
                <a:latin typeface="Times New Roman" panose="02020603050405020304" pitchFamily="18" charset="0"/>
                <a:ea typeface="楷体" panose="02010609060101010101" pitchFamily="49" charset="-122"/>
              </a:rPr>
              <a:t>19.</a:t>
            </a:r>
            <a:r>
              <a:rPr lang="zh-CN" altLang="zh-CN" sz="2000" b="1" dirty="0">
                <a:latin typeface="Times New Roman" panose="02020603050405020304" pitchFamily="18" charset="0"/>
                <a:ea typeface="楷体" panose="02010609060101010101" pitchFamily="49" charset="-122"/>
              </a:rPr>
              <a:t>取指令操作（</a:t>
            </a:r>
            <a:r>
              <a:rPr lang="en-US" altLang="zh-CN" sz="2000" b="1" dirty="0">
                <a:latin typeface="Times New Roman" panose="02020603050405020304" pitchFamily="18" charset="0"/>
                <a:ea typeface="楷体" panose="02010609060101010101" pitchFamily="49" charset="-122"/>
              </a:rPr>
              <a:t>			</a:t>
            </a:r>
            <a:r>
              <a:rPr lang="zh-CN" altLang="zh-CN" sz="2000" b="1" dirty="0">
                <a:latin typeface="Times New Roman" panose="02020603050405020304" pitchFamily="18" charset="0"/>
                <a:ea typeface="楷体" panose="02010609060101010101" pitchFamily="49" charset="-122"/>
              </a:rPr>
              <a:t>）。</a:t>
            </a:r>
            <a:endParaRPr lang="zh-CN" altLang="zh-CN" sz="2000" b="1" dirty="0">
              <a:latin typeface="Times New Roman" panose="02020603050405020304" pitchFamily="18" charset="0"/>
              <a:ea typeface="楷体" panose="02010609060101010101" pitchFamily="49" charset="-122"/>
            </a:endParaRPr>
          </a:p>
          <a:p>
            <a:r>
              <a:rPr lang="en-US" altLang="zh-CN" sz="2000" b="1" dirty="0">
                <a:latin typeface="Times New Roman" panose="02020603050405020304" pitchFamily="18" charset="0"/>
                <a:ea typeface="楷体" panose="02010609060101010101" pitchFamily="49" charset="-122"/>
              </a:rPr>
              <a:t>A.</a:t>
            </a:r>
            <a:r>
              <a:rPr lang="zh-CN" altLang="zh-CN" sz="2000" b="1" dirty="0">
                <a:latin typeface="Times New Roman" panose="02020603050405020304" pitchFamily="18" charset="0"/>
                <a:ea typeface="楷体" panose="02010609060101010101" pitchFamily="49" charset="-122"/>
              </a:rPr>
              <a:t>受到上一条指令的操作码</a:t>
            </a:r>
            <a:r>
              <a:rPr lang="zh-CN" altLang="zh-CN" sz="2000" b="1" dirty="0" smtClean="0">
                <a:latin typeface="Times New Roman" panose="02020603050405020304" pitchFamily="18" charset="0"/>
                <a:ea typeface="楷体" panose="02010609060101010101" pitchFamily="49" charset="-122"/>
              </a:rPr>
              <a:t>控制</a:t>
            </a:r>
            <a:r>
              <a:rPr lang="en-US" altLang="zh-CN" sz="2000" b="1" dirty="0" smtClean="0">
                <a:latin typeface="Times New Roman" panose="02020603050405020304" pitchFamily="18" charset="0"/>
                <a:ea typeface="楷体" panose="02010609060101010101" pitchFamily="49" charset="-122"/>
              </a:rPr>
              <a:t>		B</a:t>
            </a:r>
            <a:r>
              <a:rPr lang="en-US" altLang="zh-CN" sz="2000" b="1" dirty="0">
                <a:latin typeface="Times New Roman" panose="02020603050405020304" pitchFamily="18" charset="0"/>
                <a:ea typeface="楷体" panose="02010609060101010101" pitchFamily="49" charset="-122"/>
              </a:rPr>
              <a:t>.</a:t>
            </a:r>
            <a:r>
              <a:rPr lang="zh-CN" altLang="zh-CN" sz="2000" b="1" dirty="0">
                <a:latin typeface="Times New Roman" panose="02020603050405020304" pitchFamily="18" charset="0"/>
                <a:ea typeface="楷体" panose="02010609060101010101" pitchFamily="49" charset="-122"/>
              </a:rPr>
              <a:t>受到当前指令的操作码控制</a:t>
            </a:r>
            <a:endParaRPr lang="zh-CN" altLang="zh-CN" sz="2000" b="1" dirty="0">
              <a:latin typeface="Times New Roman" panose="02020603050405020304" pitchFamily="18" charset="0"/>
              <a:ea typeface="楷体" panose="02010609060101010101" pitchFamily="49" charset="-122"/>
            </a:endParaRPr>
          </a:p>
          <a:p>
            <a:r>
              <a:rPr lang="en-US" altLang="zh-CN" sz="2000" b="1" dirty="0">
                <a:latin typeface="Times New Roman" panose="02020603050405020304" pitchFamily="18" charset="0"/>
                <a:ea typeface="楷体" panose="02010609060101010101" pitchFamily="49" charset="-122"/>
              </a:rPr>
              <a:t>C.</a:t>
            </a:r>
            <a:r>
              <a:rPr lang="zh-CN" altLang="zh-CN" sz="2000" b="1" dirty="0">
                <a:latin typeface="Times New Roman" panose="02020603050405020304" pitchFamily="18" charset="0"/>
                <a:ea typeface="楷体" panose="02010609060101010101" pitchFamily="49" charset="-122"/>
              </a:rPr>
              <a:t>受到下一条指令的操作码</a:t>
            </a:r>
            <a:r>
              <a:rPr lang="zh-CN" altLang="zh-CN" sz="2000" b="1" dirty="0" smtClean="0">
                <a:latin typeface="Times New Roman" panose="02020603050405020304" pitchFamily="18" charset="0"/>
                <a:ea typeface="楷体" panose="02010609060101010101" pitchFamily="49" charset="-122"/>
              </a:rPr>
              <a:t>控制</a:t>
            </a:r>
            <a:r>
              <a:rPr lang="en-US" altLang="zh-CN" sz="2000" b="1" dirty="0" smtClean="0">
                <a:latin typeface="Times New Roman" panose="02020603050405020304" pitchFamily="18" charset="0"/>
                <a:ea typeface="楷体" panose="02010609060101010101" pitchFamily="49" charset="-122"/>
              </a:rPr>
              <a:t>		D</a:t>
            </a:r>
            <a:r>
              <a:rPr lang="en-US" altLang="zh-CN" sz="2000" b="1" dirty="0">
                <a:latin typeface="Times New Roman" panose="02020603050405020304" pitchFamily="18" charset="0"/>
                <a:ea typeface="楷体" panose="02010609060101010101" pitchFamily="49" charset="-122"/>
              </a:rPr>
              <a:t>.</a:t>
            </a:r>
            <a:r>
              <a:rPr lang="zh-CN" altLang="zh-CN" sz="2000" b="1" dirty="0">
                <a:latin typeface="Times New Roman" panose="02020603050405020304" pitchFamily="18" charset="0"/>
                <a:ea typeface="楷体" panose="02010609060101010101" pitchFamily="49" charset="-122"/>
              </a:rPr>
              <a:t>是控制器固有的功能，不需要在操作码控制下进行</a:t>
            </a:r>
            <a:endParaRPr lang="zh-CN" altLang="zh-CN" sz="2000" b="1" dirty="0">
              <a:latin typeface="Times New Roman" panose="02020603050405020304" pitchFamily="18" charset="0"/>
              <a:ea typeface="楷体" panose="02010609060101010101" pitchFamily="49" charset="-122"/>
            </a:endParaRPr>
          </a:p>
          <a:p>
            <a:r>
              <a:rPr lang="en-US" altLang="zh-CN" sz="2000" b="1" dirty="0">
                <a:latin typeface="Times New Roman" panose="02020603050405020304" pitchFamily="18" charset="0"/>
                <a:ea typeface="楷体" panose="02010609060101010101" pitchFamily="49" charset="-122"/>
              </a:rPr>
              <a:t>20.</a:t>
            </a:r>
            <a:r>
              <a:rPr lang="zh-CN" altLang="zh-CN" sz="2000" b="1" dirty="0">
                <a:latin typeface="Times New Roman" panose="02020603050405020304" pitchFamily="18" charset="0"/>
                <a:ea typeface="楷体" panose="02010609060101010101" pitchFamily="49" charset="-122"/>
              </a:rPr>
              <a:t>在组合逻辑控制器中，微操作控制信号的形成主要与（</a:t>
            </a:r>
            <a:r>
              <a:rPr lang="en-US" altLang="zh-CN" sz="2000" b="1" dirty="0">
                <a:latin typeface="Times New Roman" panose="02020603050405020304" pitchFamily="18" charset="0"/>
                <a:ea typeface="楷体" panose="02010609060101010101" pitchFamily="49" charset="-122"/>
              </a:rPr>
              <a:t>	</a:t>
            </a:r>
            <a:r>
              <a:rPr lang="zh-CN" altLang="zh-CN" sz="2000" b="1" dirty="0">
                <a:latin typeface="Times New Roman" panose="02020603050405020304" pitchFamily="18" charset="0"/>
                <a:ea typeface="楷体" panose="02010609060101010101" pitchFamily="49" charset="-122"/>
              </a:rPr>
              <a:t>）信号有关。</a:t>
            </a:r>
            <a:endParaRPr lang="zh-CN" altLang="zh-CN" sz="2000" b="1" dirty="0">
              <a:latin typeface="Times New Roman" panose="02020603050405020304" pitchFamily="18" charset="0"/>
              <a:ea typeface="楷体" panose="02010609060101010101" pitchFamily="49" charset="-122"/>
            </a:endParaRPr>
          </a:p>
          <a:p>
            <a:r>
              <a:rPr lang="en-US" altLang="zh-CN" sz="2000" b="1" dirty="0">
                <a:latin typeface="Times New Roman" panose="02020603050405020304" pitchFamily="18" charset="0"/>
                <a:ea typeface="楷体" panose="02010609060101010101" pitchFamily="49" charset="-122"/>
              </a:rPr>
              <a:t>A.</a:t>
            </a:r>
            <a:r>
              <a:rPr lang="zh-CN" altLang="zh-CN" sz="2000" b="1" dirty="0">
                <a:latin typeface="Times New Roman" panose="02020603050405020304" pitchFamily="18" charset="0"/>
                <a:ea typeface="楷体" panose="02010609060101010101" pitchFamily="49" charset="-122"/>
              </a:rPr>
              <a:t>指令操作码和地址码</a:t>
            </a:r>
            <a:r>
              <a:rPr lang="en-US" altLang="zh-CN" sz="2000" b="1" dirty="0">
                <a:latin typeface="Times New Roman" panose="02020603050405020304" pitchFamily="18" charset="0"/>
                <a:ea typeface="楷体" panose="02010609060101010101" pitchFamily="49" charset="-122"/>
              </a:rPr>
              <a:t>	</a:t>
            </a:r>
            <a:r>
              <a:rPr lang="en-US" altLang="zh-CN" sz="2000" b="1" dirty="0" smtClean="0">
                <a:latin typeface="Times New Roman" panose="02020603050405020304" pitchFamily="18" charset="0"/>
                <a:ea typeface="楷体" panose="02010609060101010101" pitchFamily="49" charset="-122"/>
              </a:rPr>
              <a:t>			B</a:t>
            </a:r>
            <a:r>
              <a:rPr lang="en-US" altLang="zh-CN" sz="2000" b="1" dirty="0">
                <a:latin typeface="Times New Roman" panose="02020603050405020304" pitchFamily="18" charset="0"/>
                <a:ea typeface="楷体" panose="02010609060101010101" pitchFamily="49" charset="-122"/>
              </a:rPr>
              <a:t>.</a:t>
            </a:r>
            <a:r>
              <a:rPr lang="zh-CN" altLang="zh-CN" sz="2000" b="1" dirty="0">
                <a:latin typeface="Times New Roman" panose="02020603050405020304" pitchFamily="18" charset="0"/>
                <a:ea typeface="楷体" panose="02010609060101010101" pitchFamily="49" charset="-122"/>
              </a:rPr>
              <a:t>指令译码信号和时钟</a:t>
            </a:r>
            <a:endParaRPr lang="zh-CN" altLang="zh-CN" sz="2000" b="1" dirty="0">
              <a:latin typeface="Times New Roman" panose="02020603050405020304" pitchFamily="18" charset="0"/>
              <a:ea typeface="楷体" panose="02010609060101010101" pitchFamily="49" charset="-122"/>
            </a:endParaRPr>
          </a:p>
          <a:p>
            <a:r>
              <a:rPr lang="en-US" altLang="zh-CN" sz="2000" b="1" dirty="0">
                <a:latin typeface="Times New Roman" panose="02020603050405020304" pitchFamily="18" charset="0"/>
                <a:ea typeface="楷体" panose="02010609060101010101" pitchFamily="49" charset="-122"/>
              </a:rPr>
              <a:t>C.</a:t>
            </a:r>
            <a:r>
              <a:rPr lang="zh-CN" altLang="zh-CN" sz="2000" b="1" dirty="0">
                <a:latin typeface="Times New Roman" panose="02020603050405020304" pitchFamily="18" charset="0"/>
                <a:ea typeface="楷体" panose="02010609060101010101" pitchFamily="49" charset="-122"/>
              </a:rPr>
              <a:t>操作码和条件码</a:t>
            </a:r>
            <a:r>
              <a:rPr lang="en-US" altLang="zh-CN" sz="2000" b="1" dirty="0">
                <a:latin typeface="Times New Roman" panose="02020603050405020304" pitchFamily="18" charset="0"/>
                <a:ea typeface="楷体" panose="02010609060101010101" pitchFamily="49" charset="-122"/>
              </a:rPr>
              <a:t>		</a:t>
            </a:r>
            <a:r>
              <a:rPr lang="en-US" altLang="zh-CN" sz="2000" b="1" dirty="0" smtClean="0">
                <a:latin typeface="Times New Roman" panose="02020603050405020304" pitchFamily="18" charset="0"/>
                <a:ea typeface="楷体" panose="02010609060101010101" pitchFamily="49" charset="-122"/>
              </a:rPr>
              <a:t>			D</a:t>
            </a:r>
            <a:r>
              <a:rPr lang="en-US" altLang="zh-CN" sz="2000" b="1" dirty="0">
                <a:latin typeface="Times New Roman" panose="02020603050405020304" pitchFamily="18" charset="0"/>
                <a:ea typeface="楷体" panose="02010609060101010101" pitchFamily="49" charset="-122"/>
              </a:rPr>
              <a:t>.</a:t>
            </a:r>
            <a:r>
              <a:rPr lang="zh-CN" altLang="zh-CN" sz="2000" b="1" dirty="0">
                <a:latin typeface="Times New Roman" panose="02020603050405020304" pitchFamily="18" charset="0"/>
                <a:ea typeface="楷体" panose="02010609060101010101" pitchFamily="49" charset="-122"/>
              </a:rPr>
              <a:t>状态信息和条件</a:t>
            </a:r>
            <a:endParaRPr lang="zh-CN" altLang="zh-CN" sz="2000" b="1" dirty="0">
              <a:latin typeface="Times New Roman" panose="02020603050405020304" pitchFamily="18" charset="0"/>
              <a:ea typeface="楷体" panose="02010609060101010101" pitchFamily="49" charset="-122"/>
            </a:endParaRPr>
          </a:p>
          <a:p>
            <a:r>
              <a:rPr lang="en-US" altLang="zh-CN" sz="2000" b="1" dirty="0">
                <a:latin typeface="Times New Roman" panose="02020603050405020304" pitchFamily="18" charset="0"/>
                <a:ea typeface="楷体" panose="02010609060101010101" pitchFamily="49" charset="-122"/>
              </a:rPr>
              <a:t>21.</a:t>
            </a:r>
            <a:r>
              <a:rPr lang="zh-CN" altLang="zh-CN" sz="2000" b="1" dirty="0">
                <a:latin typeface="Times New Roman" panose="02020603050405020304" pitchFamily="18" charset="0"/>
                <a:ea typeface="楷体" panose="02010609060101010101" pitchFamily="49" charset="-122"/>
              </a:rPr>
              <a:t>在微程序控制器中，形成微程序入口地址的是（</a:t>
            </a:r>
            <a:r>
              <a:rPr lang="en-US" altLang="zh-CN" sz="2000" b="1" dirty="0">
                <a:latin typeface="Times New Roman" panose="02020603050405020304" pitchFamily="18" charset="0"/>
                <a:ea typeface="楷体" panose="02010609060101010101" pitchFamily="49" charset="-122"/>
              </a:rPr>
              <a:t>		</a:t>
            </a:r>
            <a:r>
              <a:rPr lang="zh-CN" altLang="zh-CN" sz="2000" b="1" dirty="0">
                <a:latin typeface="Times New Roman" panose="02020603050405020304" pitchFamily="18" charset="0"/>
                <a:ea typeface="楷体" panose="02010609060101010101" pitchFamily="49" charset="-122"/>
              </a:rPr>
              <a:t>）。</a:t>
            </a:r>
            <a:endParaRPr lang="zh-CN" altLang="zh-CN" sz="2000" b="1" dirty="0">
              <a:latin typeface="Times New Roman" panose="02020603050405020304" pitchFamily="18" charset="0"/>
              <a:ea typeface="楷体" panose="02010609060101010101" pitchFamily="49" charset="-122"/>
            </a:endParaRPr>
          </a:p>
          <a:p>
            <a:r>
              <a:rPr lang="en-US" altLang="zh-CN" sz="2000" b="1" dirty="0">
                <a:latin typeface="Times New Roman" panose="02020603050405020304" pitchFamily="18" charset="0"/>
                <a:ea typeface="楷体" panose="02010609060101010101" pitchFamily="49" charset="-122"/>
              </a:rPr>
              <a:t>A.</a:t>
            </a:r>
            <a:r>
              <a:rPr lang="zh-CN" altLang="zh-CN" sz="2000" b="1" dirty="0">
                <a:latin typeface="Times New Roman" panose="02020603050405020304" pitchFamily="18" charset="0"/>
                <a:ea typeface="楷体" panose="02010609060101010101" pitchFamily="49" charset="-122"/>
              </a:rPr>
              <a:t>机器指令的地址码字段</a:t>
            </a:r>
            <a:r>
              <a:rPr lang="en-US" altLang="zh-CN" sz="2000" b="1" dirty="0">
                <a:latin typeface="Times New Roman" panose="02020603050405020304" pitchFamily="18" charset="0"/>
                <a:ea typeface="楷体" panose="02010609060101010101" pitchFamily="49" charset="-122"/>
              </a:rPr>
              <a:t>		</a:t>
            </a:r>
            <a:r>
              <a:rPr lang="en-US" altLang="zh-CN" sz="2000" b="1" dirty="0" smtClean="0">
                <a:latin typeface="Times New Roman" panose="02020603050405020304" pitchFamily="18" charset="0"/>
                <a:ea typeface="楷体" panose="02010609060101010101" pitchFamily="49" charset="-122"/>
              </a:rPr>
              <a:t>	B</a:t>
            </a:r>
            <a:r>
              <a:rPr lang="en-US" altLang="zh-CN" sz="2000" b="1" dirty="0">
                <a:latin typeface="Times New Roman" panose="02020603050405020304" pitchFamily="18" charset="0"/>
                <a:ea typeface="楷体" panose="02010609060101010101" pitchFamily="49" charset="-122"/>
              </a:rPr>
              <a:t>.</a:t>
            </a:r>
            <a:r>
              <a:rPr lang="zh-CN" altLang="zh-CN" sz="2000" b="1" dirty="0">
                <a:latin typeface="Times New Roman" panose="02020603050405020304" pitchFamily="18" charset="0"/>
                <a:ea typeface="楷体" panose="02010609060101010101" pitchFamily="49" charset="-122"/>
              </a:rPr>
              <a:t>微指令的微地址码字段</a:t>
            </a:r>
            <a:endParaRPr lang="zh-CN" altLang="zh-CN" sz="2000" b="1" dirty="0">
              <a:latin typeface="Times New Roman" panose="02020603050405020304" pitchFamily="18" charset="0"/>
              <a:ea typeface="楷体" panose="02010609060101010101" pitchFamily="49" charset="-122"/>
            </a:endParaRPr>
          </a:p>
          <a:p>
            <a:r>
              <a:rPr lang="en-US" altLang="zh-CN" sz="2000" b="1" dirty="0">
                <a:latin typeface="Times New Roman" panose="02020603050405020304" pitchFamily="18" charset="0"/>
                <a:ea typeface="楷体" panose="02010609060101010101" pitchFamily="49" charset="-122"/>
              </a:rPr>
              <a:t>C.</a:t>
            </a:r>
            <a:r>
              <a:rPr lang="zh-CN" altLang="zh-CN" sz="2000" b="1" dirty="0">
                <a:latin typeface="Times New Roman" panose="02020603050405020304" pitchFamily="18" charset="0"/>
                <a:ea typeface="楷体" panose="02010609060101010101" pitchFamily="49" charset="-122"/>
              </a:rPr>
              <a:t>机器指令的操作码字段</a:t>
            </a:r>
            <a:r>
              <a:rPr lang="en-US" altLang="zh-CN" sz="2000" b="1" dirty="0">
                <a:latin typeface="Times New Roman" panose="02020603050405020304" pitchFamily="18" charset="0"/>
                <a:ea typeface="楷体" panose="02010609060101010101" pitchFamily="49" charset="-122"/>
              </a:rPr>
              <a:t>		</a:t>
            </a:r>
            <a:r>
              <a:rPr lang="en-US" altLang="zh-CN" sz="2000" b="1" dirty="0" smtClean="0">
                <a:latin typeface="Times New Roman" panose="02020603050405020304" pitchFamily="18" charset="0"/>
                <a:ea typeface="楷体" panose="02010609060101010101" pitchFamily="49" charset="-122"/>
              </a:rPr>
              <a:t>	D</a:t>
            </a:r>
            <a:r>
              <a:rPr lang="en-US" altLang="zh-CN" sz="2000" b="1" dirty="0">
                <a:latin typeface="Times New Roman" panose="02020603050405020304" pitchFamily="18" charset="0"/>
                <a:ea typeface="楷体" panose="02010609060101010101" pitchFamily="49" charset="-122"/>
              </a:rPr>
              <a:t>.</a:t>
            </a:r>
            <a:r>
              <a:rPr lang="zh-CN" altLang="zh-CN" sz="2000" b="1" dirty="0">
                <a:latin typeface="Times New Roman" panose="02020603050405020304" pitchFamily="18" charset="0"/>
                <a:ea typeface="楷体" panose="02010609060101010101" pitchFamily="49" charset="-122"/>
              </a:rPr>
              <a:t>微指令的微操作码字段</a:t>
            </a:r>
            <a:endParaRPr lang="zh-CN" altLang="zh-CN" sz="2000" b="1" dirty="0">
              <a:latin typeface="Times New Roman" panose="02020603050405020304" pitchFamily="18" charset="0"/>
              <a:ea typeface="楷体" panose="02010609060101010101" pitchFamily="49" charset="-122"/>
            </a:endParaRPr>
          </a:p>
          <a:p>
            <a:endParaRPr lang="zh-CN" altLang="en-US" dirty="0" smtClean="0"/>
          </a:p>
        </p:txBody>
      </p:sp>
      <mc:AlternateContent xmlns:mc="http://schemas.openxmlformats.org/markup-compatibility/2006" xmlns:p14="http://schemas.microsoft.com/office/powerpoint/2010/main">
        <mc:Choice Requires="p14">
          <p:contentPart r:id="rId1" p14:bwMode="auto">
            <p14:nvContentPartPr>
              <p14:cNvPr id="2" name="墨迹 1"/>
              <p14:cNvContentPartPr/>
              <p14:nvPr/>
            </p14:nvContentPartPr>
            <p14:xfrm>
              <a:off x="5842635" y="857885"/>
              <a:ext cx="2998470" cy="62865"/>
            </p14:xfrm>
          </p:contentPart>
        </mc:Choice>
        <mc:Fallback xmlns="">
          <p:pic>
            <p:nvPicPr>
              <p:cNvPr id="2" name="墨迹 1"/>
            </p:nvPicPr>
            <p:blipFill>
              <a:blip r:embed="rId2"/>
            </p:blipFill>
            <p:spPr>
              <a:xfrm>
                <a:off x="5842635" y="857885"/>
                <a:ext cx="2998470" cy="62865"/>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3" name="墨迹 2"/>
              <p14:cNvContentPartPr/>
              <p14:nvPr/>
            </p14:nvContentPartPr>
            <p14:xfrm>
              <a:off x="2895600" y="1052830"/>
              <a:ext cx="151765" cy="257810"/>
            </p14:xfrm>
          </p:contentPart>
        </mc:Choice>
        <mc:Fallback xmlns="">
          <p:pic>
            <p:nvPicPr>
              <p:cNvPr id="3" name="墨迹 2"/>
            </p:nvPicPr>
            <p:blipFill>
              <a:blip r:embed="rId4"/>
            </p:blipFill>
            <p:spPr>
              <a:xfrm>
                <a:off x="2895600" y="1052830"/>
                <a:ext cx="151765" cy="25781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4" name="墨迹 3"/>
              <p14:cNvContentPartPr/>
              <p14:nvPr/>
            </p14:nvContentPartPr>
            <p14:xfrm>
              <a:off x="2975610" y="1504315"/>
              <a:ext cx="122555" cy="196215"/>
            </p14:xfrm>
          </p:contentPart>
        </mc:Choice>
        <mc:Fallback xmlns="">
          <p:pic>
            <p:nvPicPr>
              <p:cNvPr id="4" name="墨迹 3"/>
            </p:nvPicPr>
            <p:blipFill>
              <a:blip r:embed="rId6"/>
            </p:blipFill>
            <p:spPr>
              <a:xfrm>
                <a:off x="2975610" y="1504315"/>
                <a:ext cx="122555" cy="196215"/>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5" name="墨迹 4"/>
              <p14:cNvContentPartPr/>
              <p14:nvPr/>
            </p14:nvContentPartPr>
            <p14:xfrm>
              <a:off x="5692140" y="1750695"/>
              <a:ext cx="1376680" cy="927100"/>
            </p14:xfrm>
          </p:contentPart>
        </mc:Choice>
        <mc:Fallback xmlns="">
          <p:pic>
            <p:nvPicPr>
              <p:cNvPr id="5" name="墨迹 4"/>
            </p:nvPicPr>
            <p:blipFill>
              <a:blip r:embed="rId8"/>
            </p:blipFill>
            <p:spPr>
              <a:xfrm>
                <a:off x="5692140" y="1750695"/>
                <a:ext cx="1376680" cy="927100"/>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6" name="墨迹 5"/>
              <p14:cNvContentPartPr/>
              <p14:nvPr/>
            </p14:nvContentPartPr>
            <p14:xfrm>
              <a:off x="8299450" y="840740"/>
              <a:ext cx="180975" cy="1045845"/>
            </p14:xfrm>
          </p:contentPart>
        </mc:Choice>
        <mc:Fallback xmlns="">
          <p:pic>
            <p:nvPicPr>
              <p:cNvPr id="6" name="墨迹 5"/>
            </p:nvPicPr>
            <p:blipFill>
              <a:blip r:embed="rId10"/>
            </p:blipFill>
            <p:spPr>
              <a:xfrm>
                <a:off x="8299450" y="840740"/>
                <a:ext cx="180975" cy="1045845"/>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7" name="墨迹 6"/>
              <p14:cNvContentPartPr/>
              <p14:nvPr/>
            </p14:nvContentPartPr>
            <p14:xfrm>
              <a:off x="7732395" y="901700"/>
              <a:ext cx="2329180" cy="1076960"/>
            </p14:xfrm>
          </p:contentPart>
        </mc:Choice>
        <mc:Fallback xmlns="">
          <p:pic>
            <p:nvPicPr>
              <p:cNvPr id="7" name="墨迹 6"/>
            </p:nvPicPr>
            <p:blipFill>
              <a:blip r:embed="rId12"/>
            </p:blipFill>
            <p:spPr>
              <a:xfrm>
                <a:off x="7732395" y="901700"/>
                <a:ext cx="2329180" cy="1076960"/>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8" name="墨迹 7"/>
              <p14:cNvContentPartPr/>
              <p14:nvPr/>
            </p14:nvContentPartPr>
            <p14:xfrm>
              <a:off x="5118100" y="3367405"/>
              <a:ext cx="623570" cy="280035"/>
            </p14:xfrm>
          </p:contentPart>
        </mc:Choice>
        <mc:Fallback xmlns="">
          <p:pic>
            <p:nvPicPr>
              <p:cNvPr id="8" name="墨迹 7"/>
            </p:nvPicPr>
            <p:blipFill>
              <a:blip r:embed="rId14"/>
            </p:blipFill>
            <p:spPr>
              <a:xfrm>
                <a:off x="5118100" y="3367405"/>
                <a:ext cx="623570" cy="280035"/>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9" name="墨迹 8"/>
              <p14:cNvContentPartPr/>
              <p14:nvPr/>
            </p14:nvContentPartPr>
            <p14:xfrm>
              <a:off x="3691890" y="2522220"/>
              <a:ext cx="53975" cy="546735"/>
            </p14:xfrm>
          </p:contentPart>
        </mc:Choice>
        <mc:Fallback xmlns="">
          <p:pic>
            <p:nvPicPr>
              <p:cNvPr id="9" name="墨迹 8"/>
            </p:nvPicPr>
            <p:blipFill>
              <a:blip r:embed="rId16"/>
            </p:blipFill>
            <p:spPr>
              <a:xfrm>
                <a:off x="3691890" y="2522220"/>
                <a:ext cx="53975" cy="546735"/>
              </a:xfrm>
              <a:prstGeom prst="rect"/>
            </p:spPr>
          </p:pic>
        </mc:Fallback>
      </mc:AlternateContent>
      <mc:AlternateContent xmlns:mc="http://schemas.openxmlformats.org/markup-compatibility/2006" xmlns:p14="http://schemas.microsoft.com/office/powerpoint/2010/main">
        <mc:Choice Requires="p14">
          <p:contentPart r:id="rId17" p14:bwMode="auto">
            <p14:nvContentPartPr>
              <p14:cNvPr id="10" name="墨迹 9"/>
              <p14:cNvContentPartPr/>
              <p14:nvPr/>
            </p14:nvContentPartPr>
            <p14:xfrm>
              <a:off x="3772535" y="2508885"/>
              <a:ext cx="555625" cy="548640"/>
            </p14:xfrm>
          </p:contentPart>
        </mc:Choice>
        <mc:Fallback xmlns="">
          <p:pic>
            <p:nvPicPr>
              <p:cNvPr id="10" name="墨迹 9"/>
            </p:nvPicPr>
            <p:blipFill>
              <a:blip r:embed="rId18"/>
            </p:blipFill>
            <p:spPr>
              <a:xfrm>
                <a:off x="3772535" y="2508885"/>
                <a:ext cx="555625" cy="548640"/>
              </a:xfrm>
              <a:prstGeom prst="rect"/>
            </p:spPr>
          </p:pic>
        </mc:Fallback>
      </mc:AlternateContent>
      <mc:AlternateContent xmlns:mc="http://schemas.openxmlformats.org/markup-compatibility/2006" xmlns:p14="http://schemas.microsoft.com/office/powerpoint/2010/main">
        <mc:Choice Requires="p14">
          <p:contentPart r:id="rId19" p14:bwMode="auto">
            <p14:nvContentPartPr>
              <p14:cNvPr id="11" name="墨迹 10"/>
              <p14:cNvContentPartPr/>
              <p14:nvPr/>
            </p14:nvContentPartPr>
            <p14:xfrm>
              <a:off x="3869055" y="4051935"/>
              <a:ext cx="3048000" cy="72390"/>
            </p14:xfrm>
          </p:contentPart>
        </mc:Choice>
        <mc:Fallback xmlns="">
          <p:pic>
            <p:nvPicPr>
              <p:cNvPr id="11" name="墨迹 10"/>
            </p:nvPicPr>
            <p:blipFill>
              <a:blip r:embed="rId20"/>
            </p:blipFill>
            <p:spPr>
              <a:xfrm>
                <a:off x="3869055" y="4051935"/>
                <a:ext cx="3048000" cy="72390"/>
              </a:xfrm>
              <a:prstGeom prst="rect"/>
            </p:spPr>
          </p:pic>
        </mc:Fallback>
      </mc:AlternateContent>
      <mc:AlternateContent xmlns:mc="http://schemas.openxmlformats.org/markup-compatibility/2006" xmlns:p14="http://schemas.microsoft.com/office/powerpoint/2010/main">
        <mc:Choice Requires="p14">
          <p:contentPart r:id="rId21" p14:bwMode="auto">
            <p14:nvContentPartPr>
              <p14:cNvPr id="12" name="墨迹 11"/>
              <p14:cNvContentPartPr/>
              <p14:nvPr/>
            </p14:nvContentPartPr>
            <p14:xfrm>
              <a:off x="7957185" y="4025900"/>
              <a:ext cx="1161415" cy="71755"/>
            </p14:xfrm>
          </p:contentPart>
        </mc:Choice>
        <mc:Fallback xmlns="">
          <p:pic>
            <p:nvPicPr>
              <p:cNvPr id="12" name="墨迹 11"/>
            </p:nvPicPr>
            <p:blipFill>
              <a:blip r:embed="rId22"/>
            </p:blipFill>
            <p:spPr>
              <a:xfrm>
                <a:off x="7957185" y="4025900"/>
                <a:ext cx="1161415" cy="71755"/>
              </a:xfrm>
              <a:prstGeom prst="rect"/>
            </p:spPr>
          </p:pic>
        </mc:Fallback>
      </mc:AlternateContent>
      <mc:AlternateContent xmlns:mc="http://schemas.openxmlformats.org/markup-compatibility/2006" xmlns:p14="http://schemas.microsoft.com/office/powerpoint/2010/main">
        <mc:Choice Requires="p14">
          <p:contentPart r:id="rId23" p14:bwMode="auto">
            <p14:nvContentPartPr>
              <p14:cNvPr id="13" name="墨迹 12"/>
              <p14:cNvContentPartPr/>
              <p14:nvPr/>
            </p14:nvContentPartPr>
            <p14:xfrm>
              <a:off x="1480185" y="3635375"/>
              <a:ext cx="1815465" cy="747395"/>
            </p14:xfrm>
          </p:contentPart>
        </mc:Choice>
        <mc:Fallback xmlns="">
          <p:pic>
            <p:nvPicPr>
              <p:cNvPr id="13" name="墨迹 12"/>
            </p:nvPicPr>
            <p:blipFill>
              <a:blip r:embed="rId24"/>
            </p:blipFill>
            <p:spPr>
              <a:xfrm>
                <a:off x="1480185" y="3635375"/>
                <a:ext cx="1815465" cy="747395"/>
              </a:xfrm>
              <a:prstGeom prst="rect"/>
            </p:spPr>
          </p:pic>
        </mc:Fallback>
      </mc:AlternateContent>
      <mc:AlternateContent xmlns:mc="http://schemas.openxmlformats.org/markup-compatibility/2006" xmlns:p14="http://schemas.microsoft.com/office/powerpoint/2010/main">
        <mc:Choice Requires="p14">
          <p:contentPart r:id="rId25" p14:bwMode="auto">
            <p14:nvContentPartPr>
              <p14:cNvPr id="14" name="墨迹 13"/>
              <p14:cNvContentPartPr/>
              <p14:nvPr/>
            </p14:nvContentPartPr>
            <p14:xfrm>
              <a:off x="4993005" y="4191635"/>
              <a:ext cx="180340" cy="295275"/>
            </p14:xfrm>
          </p:contentPart>
        </mc:Choice>
        <mc:Fallback xmlns="">
          <p:pic>
            <p:nvPicPr>
              <p:cNvPr id="14" name="墨迹 13"/>
            </p:nvPicPr>
            <p:blipFill>
              <a:blip r:embed="rId26"/>
            </p:blipFill>
            <p:spPr>
              <a:xfrm>
                <a:off x="4993005" y="4191635"/>
                <a:ext cx="180340" cy="295275"/>
              </a:xfrm>
              <a:prstGeom prst="rect"/>
            </p:spPr>
          </p:pic>
        </mc:Fallback>
      </mc:AlternateContent>
      <mc:AlternateContent xmlns:mc="http://schemas.openxmlformats.org/markup-compatibility/2006" xmlns:p14="http://schemas.microsoft.com/office/powerpoint/2010/main">
        <mc:Choice Requires="p14">
          <p:contentPart r:id="rId27" p14:bwMode="auto">
            <p14:nvContentPartPr>
              <p14:cNvPr id="15" name="墨迹 14"/>
              <p14:cNvContentPartPr/>
              <p14:nvPr/>
            </p14:nvContentPartPr>
            <p14:xfrm>
              <a:off x="7452995" y="3566160"/>
              <a:ext cx="9525" cy="850900"/>
            </p14:xfrm>
          </p:contentPart>
        </mc:Choice>
        <mc:Fallback xmlns="">
          <p:pic>
            <p:nvPicPr>
              <p:cNvPr id="15" name="墨迹 14"/>
            </p:nvPicPr>
            <p:blipFill>
              <a:blip r:embed="rId28"/>
            </p:blipFill>
            <p:spPr>
              <a:xfrm>
                <a:off x="7452995" y="3566160"/>
                <a:ext cx="9525" cy="850900"/>
              </a:xfrm>
              <a:prstGeom prst="rect"/>
            </p:spPr>
          </p:pic>
        </mc:Fallback>
      </mc:AlternateContent>
      <mc:AlternateContent xmlns:mc="http://schemas.openxmlformats.org/markup-compatibility/2006" xmlns:p14="http://schemas.microsoft.com/office/powerpoint/2010/main">
        <mc:Choice Requires="p14">
          <p:contentPart r:id="rId29" p14:bwMode="auto">
            <p14:nvContentPartPr>
              <p14:cNvPr id="21" name="墨迹 20"/>
              <p14:cNvContentPartPr/>
              <p14:nvPr/>
            </p14:nvContentPartPr>
            <p14:xfrm>
              <a:off x="7419975" y="3734435"/>
              <a:ext cx="659130" cy="678180"/>
            </p14:xfrm>
          </p:contentPart>
        </mc:Choice>
        <mc:Fallback xmlns="">
          <p:pic>
            <p:nvPicPr>
              <p:cNvPr id="21" name="墨迹 20"/>
            </p:nvPicPr>
            <p:blipFill>
              <a:blip r:embed="rId30"/>
            </p:blipFill>
            <p:spPr>
              <a:xfrm>
                <a:off x="7419975" y="3734435"/>
                <a:ext cx="659130" cy="678180"/>
              </a:xfrm>
              <a:prstGeom prst="rect"/>
            </p:spPr>
          </p:pic>
        </mc:Fallback>
      </mc:AlternateContent>
      <mc:AlternateContent xmlns:mc="http://schemas.openxmlformats.org/markup-compatibility/2006" xmlns:p14="http://schemas.microsoft.com/office/powerpoint/2010/main">
        <mc:Choice Requires="p14">
          <p:contentPart r:id="rId31" p14:bwMode="auto">
            <p14:nvContentPartPr>
              <p14:cNvPr id="22" name="墨迹 21"/>
              <p14:cNvContentPartPr/>
              <p14:nvPr/>
            </p14:nvContentPartPr>
            <p14:xfrm>
              <a:off x="4939665" y="6212205"/>
              <a:ext cx="3742690" cy="635"/>
            </p14:xfrm>
          </p:contentPart>
        </mc:Choice>
        <mc:Fallback xmlns="">
          <p:pic>
            <p:nvPicPr>
              <p:cNvPr id="22" name="墨迹 21"/>
            </p:nvPicPr>
            <p:blipFill>
              <a:blip r:embed="rId32"/>
            </p:blipFill>
            <p:spPr>
              <a:xfrm>
                <a:off x="4939665" y="6212205"/>
                <a:ext cx="3742690" cy="635"/>
              </a:xfrm>
              <a:prstGeom prst="rect"/>
            </p:spPr>
          </p:pic>
        </mc:Fallback>
      </mc:AlternateContent>
      <mc:AlternateContent xmlns:mc="http://schemas.openxmlformats.org/markup-compatibility/2006" xmlns:p14="http://schemas.microsoft.com/office/powerpoint/2010/main">
        <mc:Choice Requires="p14">
          <p:contentPart r:id="rId33" p14:bwMode="auto">
            <p14:nvContentPartPr>
              <p14:cNvPr id="23" name="墨迹 22"/>
              <p14:cNvContentPartPr/>
              <p14:nvPr/>
            </p14:nvContentPartPr>
            <p14:xfrm>
              <a:off x="6565900" y="4840605"/>
              <a:ext cx="153035" cy="518795"/>
            </p14:xfrm>
          </p:contentPart>
        </mc:Choice>
        <mc:Fallback xmlns="">
          <p:pic>
            <p:nvPicPr>
              <p:cNvPr id="23" name="墨迹 22"/>
            </p:nvPicPr>
            <p:blipFill>
              <a:blip r:embed="rId34"/>
            </p:blipFill>
            <p:spPr>
              <a:xfrm>
                <a:off x="6565900" y="4840605"/>
                <a:ext cx="153035" cy="518795"/>
              </a:xfrm>
              <a:prstGeom prst="rect"/>
            </p:spPr>
          </p:pic>
        </mc:Fallback>
      </mc:AlternateContent>
      <mc:AlternateContent xmlns:mc="http://schemas.openxmlformats.org/markup-compatibility/2006" xmlns:p14="http://schemas.microsoft.com/office/powerpoint/2010/main">
        <mc:Choice Requires="p14">
          <p:contentPart r:id="rId35" p14:bwMode="auto">
            <p14:nvContentPartPr>
              <p14:cNvPr id="24" name="墨迹 23"/>
              <p14:cNvContentPartPr/>
              <p14:nvPr/>
            </p14:nvContentPartPr>
            <p14:xfrm>
              <a:off x="6460490" y="4760595"/>
              <a:ext cx="1085850" cy="657860"/>
            </p14:xfrm>
          </p:contentPart>
        </mc:Choice>
        <mc:Fallback xmlns="">
          <p:pic>
            <p:nvPicPr>
              <p:cNvPr id="24" name="墨迹 23"/>
            </p:nvPicPr>
            <p:blipFill>
              <a:blip r:embed="rId36"/>
            </p:blipFill>
            <p:spPr>
              <a:xfrm>
                <a:off x="6460490" y="4760595"/>
                <a:ext cx="1085850" cy="657860"/>
              </a:xfrm>
              <a:prstGeom prst="rect"/>
            </p:spPr>
          </p:pic>
        </mc:Fallback>
      </mc:AlternateContent>
      <mc:AlternateContent xmlns:mc="http://schemas.openxmlformats.org/markup-compatibility/2006" xmlns:p14="http://schemas.microsoft.com/office/powerpoint/2010/main">
        <mc:Choice Requires="p14">
          <p:contentPart r:id="rId37" p14:bwMode="auto">
            <p14:nvContentPartPr>
              <p14:cNvPr id="25" name="墨迹 24"/>
              <p14:cNvContentPartPr/>
              <p14:nvPr/>
            </p14:nvContentPartPr>
            <p14:xfrm>
              <a:off x="6736080" y="4389120"/>
              <a:ext cx="1229360" cy="1737995"/>
            </p14:xfrm>
          </p:contentPart>
        </mc:Choice>
        <mc:Fallback xmlns="">
          <p:pic>
            <p:nvPicPr>
              <p:cNvPr id="25" name="墨迹 24"/>
            </p:nvPicPr>
            <p:blipFill>
              <a:blip r:embed="rId38"/>
            </p:blipFill>
            <p:spPr>
              <a:xfrm>
                <a:off x="6736080" y="4389120"/>
                <a:ext cx="1229360" cy="1737995"/>
              </a:xfrm>
              <a:prstGeom prst="rect"/>
            </p:spPr>
          </p:pic>
        </mc:Fallback>
      </mc:AlternateContent>
      <mc:AlternateContent xmlns:mc="http://schemas.openxmlformats.org/markup-compatibility/2006" xmlns:p14="http://schemas.microsoft.com/office/powerpoint/2010/main">
        <mc:Choice Requires="p14">
          <p:contentPart r:id="rId39" p14:bwMode="auto">
            <p14:nvContentPartPr>
              <p14:cNvPr id="26" name="墨迹 25"/>
              <p14:cNvContentPartPr/>
              <p14:nvPr/>
            </p14:nvContentPartPr>
            <p14:xfrm>
              <a:off x="6266180" y="4456430"/>
              <a:ext cx="1415415" cy="1410335"/>
            </p14:xfrm>
          </p:contentPart>
        </mc:Choice>
        <mc:Fallback xmlns="">
          <p:pic>
            <p:nvPicPr>
              <p:cNvPr id="26" name="墨迹 25"/>
            </p:nvPicPr>
            <p:blipFill>
              <a:blip r:embed="rId40"/>
            </p:blipFill>
            <p:spPr>
              <a:xfrm>
                <a:off x="6266180" y="4456430"/>
                <a:ext cx="1415415" cy="1410335"/>
              </a:xfrm>
              <a:prstGeom prst="rect"/>
            </p:spPr>
          </p:pic>
        </mc:Fallback>
      </mc:AlternateContent>
      <mc:AlternateContent xmlns:mc="http://schemas.openxmlformats.org/markup-compatibility/2006" xmlns:p14="http://schemas.microsoft.com/office/powerpoint/2010/main">
        <mc:Choice Requires="p14">
          <p:contentPart r:id="rId41" p14:bwMode="auto">
            <p14:nvContentPartPr>
              <p14:cNvPr id="27" name="墨迹 26"/>
              <p14:cNvContentPartPr/>
              <p14:nvPr/>
            </p14:nvContentPartPr>
            <p14:xfrm>
              <a:off x="8247380" y="4768850"/>
              <a:ext cx="1310005" cy="1192530"/>
            </p14:xfrm>
          </p:contentPart>
        </mc:Choice>
        <mc:Fallback xmlns="">
          <p:pic>
            <p:nvPicPr>
              <p:cNvPr id="27" name="墨迹 26"/>
            </p:nvPicPr>
            <p:blipFill>
              <a:blip r:embed="rId42"/>
            </p:blipFill>
            <p:spPr>
              <a:xfrm>
                <a:off x="8247380" y="4768850"/>
                <a:ext cx="1310005" cy="1192530"/>
              </a:xfrm>
              <a:prstGeom prst="rect"/>
            </p:spPr>
          </p:pic>
        </mc:Fallback>
      </mc:AlternateContent>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9970" name="内容占位符 2"/>
          <p:cNvSpPr>
            <a:spLocks noGrp="1"/>
          </p:cNvSpPr>
          <p:nvPr>
            <p:ph idx="1"/>
          </p:nvPr>
        </p:nvSpPr>
        <p:spPr bwMode="auto">
          <a:xfrm>
            <a:off x="791308" y="620713"/>
            <a:ext cx="10603523" cy="55054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normAutofit fontScale="92500" lnSpcReduction="20000"/>
          </a:bodyPr>
          <a:lstStyle/>
          <a:p>
            <a:r>
              <a:rPr lang="en-US" altLang="zh-CN" sz="2000" b="1" dirty="0">
                <a:latin typeface="Times New Roman" panose="02020603050405020304" pitchFamily="18" charset="0"/>
                <a:ea typeface="楷体" panose="02010609060101010101" pitchFamily="49" charset="-122"/>
              </a:rPr>
              <a:t>22.</a:t>
            </a:r>
            <a:r>
              <a:rPr lang="zh-CN" altLang="zh-CN" sz="2000" b="1" dirty="0">
                <a:latin typeface="Times New Roman" panose="02020603050405020304" pitchFamily="18" charset="0"/>
                <a:ea typeface="楷体" panose="02010609060101010101" pitchFamily="49" charset="-122"/>
              </a:rPr>
              <a:t>下列不属于微指令结构设计所追求目标的是（</a:t>
            </a:r>
            <a:r>
              <a:rPr lang="en-US" altLang="zh-CN" sz="2000" b="1" dirty="0">
                <a:latin typeface="Times New Roman" panose="02020603050405020304" pitchFamily="18" charset="0"/>
                <a:ea typeface="楷体" panose="02010609060101010101" pitchFamily="49" charset="-122"/>
              </a:rPr>
              <a:t>		</a:t>
            </a:r>
            <a:r>
              <a:rPr lang="zh-CN" altLang="zh-CN" sz="2000" b="1" dirty="0">
                <a:latin typeface="Times New Roman" panose="02020603050405020304" pitchFamily="18" charset="0"/>
                <a:ea typeface="楷体" panose="02010609060101010101" pitchFamily="49" charset="-122"/>
              </a:rPr>
              <a:t>）。</a:t>
            </a:r>
            <a:endParaRPr lang="zh-CN" altLang="zh-CN" sz="2000" b="1" dirty="0">
              <a:latin typeface="Times New Roman" panose="02020603050405020304" pitchFamily="18" charset="0"/>
              <a:ea typeface="楷体" panose="02010609060101010101" pitchFamily="49" charset="-122"/>
            </a:endParaRPr>
          </a:p>
          <a:p>
            <a:r>
              <a:rPr lang="en-US" altLang="zh-CN" sz="2000" b="1" dirty="0">
                <a:latin typeface="Times New Roman" panose="02020603050405020304" pitchFamily="18" charset="0"/>
                <a:ea typeface="楷体" panose="02010609060101010101" pitchFamily="49" charset="-122"/>
              </a:rPr>
              <a:t>A.</a:t>
            </a:r>
            <a:r>
              <a:rPr lang="zh-CN" altLang="zh-CN" sz="2000" b="1" dirty="0">
                <a:latin typeface="Times New Roman" panose="02020603050405020304" pitchFamily="18" charset="0"/>
                <a:ea typeface="楷体" panose="02010609060101010101" pitchFamily="49" charset="-122"/>
              </a:rPr>
              <a:t>提高执行速度</a:t>
            </a:r>
            <a:r>
              <a:rPr lang="en-US" altLang="zh-CN" sz="2000" b="1" dirty="0">
                <a:latin typeface="Times New Roman" panose="02020603050405020304" pitchFamily="18" charset="0"/>
                <a:ea typeface="楷体" panose="02010609060101010101" pitchFamily="49" charset="-122"/>
              </a:rPr>
              <a:t>			</a:t>
            </a:r>
            <a:r>
              <a:rPr lang="en-US" altLang="zh-CN" sz="2000" b="1" dirty="0" smtClean="0">
                <a:latin typeface="Times New Roman" panose="02020603050405020304" pitchFamily="18" charset="0"/>
                <a:ea typeface="楷体" panose="02010609060101010101" pitchFamily="49" charset="-122"/>
              </a:rPr>
              <a:t>	B</a:t>
            </a:r>
            <a:r>
              <a:rPr lang="en-US" altLang="zh-CN" sz="2000" b="1" dirty="0">
                <a:latin typeface="Times New Roman" panose="02020603050405020304" pitchFamily="18" charset="0"/>
                <a:ea typeface="楷体" panose="02010609060101010101" pitchFamily="49" charset="-122"/>
              </a:rPr>
              <a:t>.</a:t>
            </a:r>
            <a:r>
              <a:rPr lang="zh-CN" altLang="zh-CN" sz="2000" b="1" dirty="0">
                <a:latin typeface="Times New Roman" panose="02020603050405020304" pitchFamily="18" charset="0"/>
                <a:ea typeface="楷体" panose="02010609060101010101" pitchFamily="49" charset="-122"/>
              </a:rPr>
              <a:t>提供微程序设计的灵活性</a:t>
            </a:r>
            <a:endParaRPr lang="zh-CN" altLang="zh-CN" sz="2000" b="1" dirty="0">
              <a:latin typeface="Times New Roman" panose="02020603050405020304" pitchFamily="18" charset="0"/>
              <a:ea typeface="楷体" panose="02010609060101010101" pitchFamily="49" charset="-122"/>
            </a:endParaRPr>
          </a:p>
          <a:p>
            <a:r>
              <a:rPr lang="en-US" altLang="zh-CN" sz="2000" b="1" dirty="0">
                <a:latin typeface="Times New Roman" panose="02020603050405020304" pitchFamily="18" charset="0"/>
                <a:ea typeface="楷体" panose="02010609060101010101" pitchFamily="49" charset="-122"/>
              </a:rPr>
              <a:t>C.</a:t>
            </a:r>
            <a:r>
              <a:rPr lang="zh-CN" altLang="zh-CN" sz="2000" b="1" dirty="0">
                <a:latin typeface="Times New Roman" panose="02020603050405020304" pitchFamily="18" charset="0"/>
                <a:ea typeface="楷体" panose="02010609060101010101" pitchFamily="49" charset="-122"/>
              </a:rPr>
              <a:t>缩短微指令的长度</a:t>
            </a:r>
            <a:r>
              <a:rPr lang="en-US" altLang="zh-CN" sz="2000" b="1" dirty="0">
                <a:latin typeface="Times New Roman" panose="02020603050405020304" pitchFamily="18" charset="0"/>
                <a:ea typeface="楷体" panose="02010609060101010101" pitchFamily="49" charset="-122"/>
              </a:rPr>
              <a:t>			D.</a:t>
            </a:r>
            <a:r>
              <a:rPr lang="zh-CN" altLang="zh-CN" sz="2000" b="1" dirty="0">
                <a:latin typeface="Times New Roman" panose="02020603050405020304" pitchFamily="18" charset="0"/>
                <a:ea typeface="楷体" panose="02010609060101010101" pitchFamily="49" charset="-122"/>
              </a:rPr>
              <a:t>增大控制存储器的容量</a:t>
            </a:r>
            <a:endParaRPr lang="zh-CN" altLang="zh-CN" sz="2000" b="1" dirty="0">
              <a:latin typeface="Times New Roman" panose="02020603050405020304" pitchFamily="18" charset="0"/>
              <a:ea typeface="楷体" panose="02010609060101010101" pitchFamily="49" charset="-122"/>
            </a:endParaRPr>
          </a:p>
          <a:p>
            <a:r>
              <a:rPr lang="en-US" altLang="zh-CN" sz="2000" b="1" dirty="0">
                <a:latin typeface="Times New Roman" panose="02020603050405020304" pitchFamily="18" charset="0"/>
                <a:ea typeface="楷体" panose="02010609060101010101" pitchFamily="49" charset="-122"/>
              </a:rPr>
              <a:t>23.</a:t>
            </a:r>
            <a:r>
              <a:rPr lang="zh-CN" altLang="zh-CN" sz="2000" b="1" dirty="0">
                <a:latin typeface="Times New Roman" panose="02020603050405020304" pitchFamily="18" charset="0"/>
                <a:ea typeface="楷体" panose="02010609060101010101" pitchFamily="49" charset="-122"/>
              </a:rPr>
              <a:t>【</a:t>
            </a:r>
            <a:r>
              <a:rPr lang="en-US" altLang="zh-CN" sz="2000" b="1" dirty="0">
                <a:latin typeface="Times New Roman" panose="02020603050405020304" pitchFamily="18" charset="0"/>
                <a:ea typeface="楷体" panose="02010609060101010101" pitchFamily="49" charset="-122"/>
              </a:rPr>
              <a:t>2012 </a:t>
            </a:r>
            <a:r>
              <a:rPr lang="zh-CN" altLang="zh-CN" sz="2000" b="1" dirty="0">
                <a:latin typeface="Times New Roman" panose="02020603050405020304" pitchFamily="18" charset="0"/>
                <a:ea typeface="楷体" panose="02010609060101010101" pitchFamily="49" charset="-122"/>
              </a:rPr>
              <a:t>统考真题】某计算机的控制器采用微程序控制方式，微指令中的操作控制字段采用字段直接编码法，共有</a:t>
            </a:r>
            <a:r>
              <a:rPr lang="en-US" altLang="zh-CN" sz="2000" b="1" dirty="0">
                <a:latin typeface="Times New Roman" panose="02020603050405020304" pitchFamily="18" charset="0"/>
                <a:ea typeface="楷体" panose="02010609060101010101" pitchFamily="49" charset="-122"/>
              </a:rPr>
              <a:t> 33 </a:t>
            </a:r>
            <a:r>
              <a:rPr lang="zh-CN" altLang="zh-CN" sz="2000" b="1" dirty="0">
                <a:latin typeface="Times New Roman" panose="02020603050405020304" pitchFamily="18" charset="0"/>
                <a:ea typeface="楷体" panose="02010609060101010101" pitchFamily="49" charset="-122"/>
              </a:rPr>
              <a:t>个微命令，构成</a:t>
            </a:r>
            <a:r>
              <a:rPr lang="en-US" altLang="zh-CN" sz="2000" b="1" dirty="0">
                <a:latin typeface="Times New Roman" panose="02020603050405020304" pitchFamily="18" charset="0"/>
                <a:ea typeface="楷体" panose="02010609060101010101" pitchFamily="49" charset="-122"/>
              </a:rPr>
              <a:t> 5 </a:t>
            </a:r>
            <a:r>
              <a:rPr lang="zh-CN" altLang="zh-CN" sz="2000" b="1" dirty="0">
                <a:latin typeface="Times New Roman" panose="02020603050405020304" pitchFamily="18" charset="0"/>
                <a:ea typeface="楷体" panose="02010609060101010101" pitchFamily="49" charset="-122"/>
              </a:rPr>
              <a:t>个互斥类，分别包含</a:t>
            </a:r>
            <a:r>
              <a:rPr lang="en-US" altLang="zh-CN" sz="2000" b="1" dirty="0">
                <a:latin typeface="Times New Roman" panose="02020603050405020304" pitchFamily="18" charset="0"/>
                <a:ea typeface="楷体" panose="02010609060101010101" pitchFamily="49" charset="-122"/>
              </a:rPr>
              <a:t> 7</a:t>
            </a:r>
            <a:r>
              <a:rPr lang="zh-CN" altLang="zh-CN" sz="2000" b="1" dirty="0">
                <a:latin typeface="Times New Roman" panose="02020603050405020304" pitchFamily="18" charset="0"/>
                <a:ea typeface="楷体" panose="02010609060101010101" pitchFamily="49" charset="-122"/>
              </a:rPr>
              <a:t>、</a:t>
            </a:r>
            <a:r>
              <a:rPr lang="en-US" altLang="zh-CN" sz="2000" b="1" dirty="0">
                <a:latin typeface="Times New Roman" panose="02020603050405020304" pitchFamily="18" charset="0"/>
                <a:ea typeface="楷体" panose="02010609060101010101" pitchFamily="49" charset="-122"/>
              </a:rPr>
              <a:t>3</a:t>
            </a:r>
            <a:r>
              <a:rPr lang="zh-CN" altLang="zh-CN" sz="2000" b="1" dirty="0">
                <a:latin typeface="Times New Roman" panose="02020603050405020304" pitchFamily="18" charset="0"/>
                <a:ea typeface="楷体" panose="02010609060101010101" pitchFamily="49" charset="-122"/>
              </a:rPr>
              <a:t>、</a:t>
            </a:r>
            <a:r>
              <a:rPr lang="en-US" altLang="zh-CN" sz="2000" b="1" dirty="0">
                <a:latin typeface="Times New Roman" panose="02020603050405020304" pitchFamily="18" charset="0"/>
                <a:ea typeface="楷体" panose="02010609060101010101" pitchFamily="49" charset="-122"/>
              </a:rPr>
              <a:t>12</a:t>
            </a:r>
            <a:r>
              <a:rPr lang="zh-CN" altLang="zh-CN" sz="2000" b="1" dirty="0">
                <a:latin typeface="Times New Roman" panose="02020603050405020304" pitchFamily="18" charset="0"/>
                <a:ea typeface="楷体" panose="02010609060101010101" pitchFamily="49" charset="-122"/>
              </a:rPr>
              <a:t>、</a:t>
            </a:r>
            <a:r>
              <a:rPr lang="en-US" altLang="zh-CN" sz="2000" b="1" dirty="0">
                <a:latin typeface="Times New Roman" panose="02020603050405020304" pitchFamily="18" charset="0"/>
                <a:ea typeface="楷体" panose="02010609060101010101" pitchFamily="49" charset="-122"/>
              </a:rPr>
              <a:t>5</a:t>
            </a:r>
            <a:r>
              <a:rPr lang="zh-CN" altLang="zh-CN" sz="2000" b="1" dirty="0">
                <a:latin typeface="Times New Roman" panose="02020603050405020304" pitchFamily="18" charset="0"/>
                <a:ea typeface="楷体" panose="02010609060101010101" pitchFamily="49" charset="-122"/>
              </a:rPr>
              <a:t>和</a:t>
            </a:r>
            <a:r>
              <a:rPr lang="en-US" altLang="zh-CN" sz="2000" b="1" dirty="0">
                <a:latin typeface="Times New Roman" panose="02020603050405020304" pitchFamily="18" charset="0"/>
                <a:ea typeface="楷体" panose="02010609060101010101" pitchFamily="49" charset="-122"/>
              </a:rPr>
              <a:t>6</a:t>
            </a:r>
            <a:r>
              <a:rPr lang="zh-CN" altLang="zh-CN" sz="2000" b="1" dirty="0">
                <a:latin typeface="Times New Roman" panose="02020603050405020304" pitchFamily="18" charset="0"/>
                <a:ea typeface="楷体" panose="02010609060101010101" pitchFamily="49" charset="-122"/>
              </a:rPr>
              <a:t>个微命令，则操作控制字段至少有（</a:t>
            </a:r>
            <a:r>
              <a:rPr lang="en-US" altLang="zh-CN" sz="2000" b="1" dirty="0">
                <a:latin typeface="Times New Roman" panose="02020603050405020304" pitchFamily="18" charset="0"/>
                <a:ea typeface="楷体" panose="02010609060101010101" pitchFamily="49" charset="-122"/>
              </a:rPr>
              <a:t>		</a:t>
            </a:r>
            <a:r>
              <a:rPr lang="zh-CN" altLang="zh-CN" sz="2000" b="1" dirty="0">
                <a:latin typeface="Times New Roman" panose="02020603050405020304" pitchFamily="18" charset="0"/>
                <a:ea typeface="楷体" panose="02010609060101010101" pitchFamily="49" charset="-122"/>
              </a:rPr>
              <a:t>）。</a:t>
            </a:r>
            <a:endParaRPr lang="zh-CN" altLang="zh-CN" sz="2000" b="1" dirty="0">
              <a:latin typeface="Times New Roman" panose="02020603050405020304" pitchFamily="18" charset="0"/>
              <a:ea typeface="楷体" panose="02010609060101010101" pitchFamily="49" charset="-122"/>
            </a:endParaRPr>
          </a:p>
          <a:p>
            <a:r>
              <a:rPr lang="en-US" altLang="zh-CN" sz="2000" b="1" dirty="0">
                <a:latin typeface="Times New Roman" panose="02020603050405020304" pitchFamily="18" charset="0"/>
                <a:ea typeface="楷体" panose="02010609060101010101" pitchFamily="49" charset="-122"/>
              </a:rPr>
              <a:t>A. 5 </a:t>
            </a:r>
            <a:r>
              <a:rPr lang="zh-CN" altLang="zh-CN" sz="2000" b="1" dirty="0">
                <a:latin typeface="Times New Roman" panose="02020603050405020304" pitchFamily="18" charset="0"/>
                <a:ea typeface="楷体" panose="02010609060101010101" pitchFamily="49" charset="-122"/>
              </a:rPr>
              <a:t>位</a:t>
            </a:r>
            <a:r>
              <a:rPr lang="en-US" altLang="zh-CN" sz="2000" b="1" dirty="0">
                <a:latin typeface="Times New Roman" panose="02020603050405020304" pitchFamily="18" charset="0"/>
                <a:ea typeface="楷体" panose="02010609060101010101" pitchFamily="49" charset="-122"/>
              </a:rPr>
              <a:t>		</a:t>
            </a:r>
            <a:r>
              <a:rPr lang="en-US" altLang="zh-CN" sz="2000" b="1" dirty="0" smtClean="0">
                <a:latin typeface="Times New Roman" panose="02020603050405020304" pitchFamily="18" charset="0"/>
                <a:ea typeface="楷体" panose="02010609060101010101" pitchFamily="49" charset="-122"/>
              </a:rPr>
              <a:t>	B</a:t>
            </a:r>
            <a:r>
              <a:rPr lang="en-US" altLang="zh-CN" sz="2000" b="1" dirty="0">
                <a:latin typeface="Times New Roman" panose="02020603050405020304" pitchFamily="18" charset="0"/>
                <a:ea typeface="楷体" panose="02010609060101010101" pitchFamily="49" charset="-122"/>
              </a:rPr>
              <a:t>. 6</a:t>
            </a:r>
            <a:r>
              <a:rPr lang="zh-CN" altLang="zh-CN" sz="2000" b="1" dirty="0">
                <a:latin typeface="Times New Roman" panose="02020603050405020304" pitchFamily="18" charset="0"/>
                <a:ea typeface="楷体" panose="02010609060101010101" pitchFamily="49" charset="-122"/>
              </a:rPr>
              <a:t>位</a:t>
            </a:r>
            <a:r>
              <a:rPr lang="en-US" altLang="zh-CN" sz="2000" b="1" dirty="0">
                <a:latin typeface="Times New Roman" panose="02020603050405020304" pitchFamily="18" charset="0"/>
                <a:ea typeface="楷体" panose="02010609060101010101" pitchFamily="49" charset="-122"/>
              </a:rPr>
              <a:t>		</a:t>
            </a:r>
            <a:r>
              <a:rPr lang="en-US" altLang="zh-CN" sz="2000" b="1" dirty="0" smtClean="0">
                <a:latin typeface="Times New Roman" panose="02020603050405020304" pitchFamily="18" charset="0"/>
                <a:ea typeface="楷体" panose="02010609060101010101" pitchFamily="49" charset="-122"/>
              </a:rPr>
              <a:t>	C</a:t>
            </a:r>
            <a:r>
              <a:rPr lang="en-US" altLang="zh-CN" sz="2000" b="1" dirty="0">
                <a:latin typeface="Times New Roman" panose="02020603050405020304" pitchFamily="18" charset="0"/>
                <a:ea typeface="楷体" panose="02010609060101010101" pitchFamily="49" charset="-122"/>
              </a:rPr>
              <a:t>. 15</a:t>
            </a:r>
            <a:r>
              <a:rPr lang="zh-CN" altLang="zh-CN" sz="2000" b="1" dirty="0">
                <a:latin typeface="Times New Roman" panose="02020603050405020304" pitchFamily="18" charset="0"/>
                <a:ea typeface="楷体" panose="02010609060101010101" pitchFamily="49" charset="-122"/>
              </a:rPr>
              <a:t>位</a:t>
            </a:r>
            <a:r>
              <a:rPr lang="en-US" altLang="zh-CN" sz="2000" b="1" dirty="0">
                <a:latin typeface="Times New Roman" panose="02020603050405020304" pitchFamily="18" charset="0"/>
                <a:ea typeface="楷体" panose="02010609060101010101" pitchFamily="49" charset="-122"/>
              </a:rPr>
              <a:t>		</a:t>
            </a:r>
            <a:r>
              <a:rPr lang="en-US" altLang="zh-CN" sz="2000" b="1" dirty="0" smtClean="0">
                <a:latin typeface="Times New Roman" panose="02020603050405020304" pitchFamily="18" charset="0"/>
                <a:ea typeface="楷体" panose="02010609060101010101" pitchFamily="49" charset="-122"/>
              </a:rPr>
              <a:t>	D</a:t>
            </a:r>
            <a:r>
              <a:rPr lang="en-US" altLang="zh-CN" sz="2000" b="1" dirty="0">
                <a:latin typeface="Times New Roman" panose="02020603050405020304" pitchFamily="18" charset="0"/>
                <a:ea typeface="楷体" panose="02010609060101010101" pitchFamily="49" charset="-122"/>
              </a:rPr>
              <a:t>. 33 </a:t>
            </a:r>
            <a:r>
              <a:rPr lang="zh-CN" altLang="zh-CN" sz="2000" b="1" dirty="0">
                <a:latin typeface="Times New Roman" panose="02020603050405020304" pitchFamily="18" charset="0"/>
                <a:ea typeface="楷体" panose="02010609060101010101" pitchFamily="49" charset="-122"/>
              </a:rPr>
              <a:t>位</a:t>
            </a:r>
            <a:endParaRPr lang="zh-CN" altLang="zh-CN" sz="2000" b="1" dirty="0">
              <a:latin typeface="Times New Roman" panose="02020603050405020304" pitchFamily="18" charset="0"/>
              <a:ea typeface="楷体" panose="02010609060101010101" pitchFamily="49" charset="-122"/>
            </a:endParaRPr>
          </a:p>
          <a:p>
            <a:r>
              <a:rPr lang="en-US" altLang="zh-CN" sz="2000" b="1" dirty="0">
                <a:latin typeface="Times New Roman" panose="02020603050405020304" pitchFamily="18" charset="0"/>
                <a:ea typeface="楷体" panose="02010609060101010101" pitchFamily="49" charset="-122"/>
              </a:rPr>
              <a:t>24.</a:t>
            </a:r>
            <a:r>
              <a:rPr lang="zh-CN" altLang="zh-CN" sz="2000" b="1" dirty="0">
                <a:latin typeface="Times New Roman" panose="02020603050405020304" pitchFamily="18" charset="0"/>
                <a:ea typeface="楷体" panose="02010609060101010101" pitchFamily="49" charset="-122"/>
              </a:rPr>
              <a:t>【</a:t>
            </a:r>
            <a:r>
              <a:rPr lang="en-US" altLang="zh-CN" sz="2000" b="1" dirty="0">
                <a:latin typeface="Times New Roman" panose="02020603050405020304" pitchFamily="18" charset="0"/>
                <a:ea typeface="楷体" panose="02010609060101010101" pitchFamily="49" charset="-122"/>
              </a:rPr>
              <a:t>2014 </a:t>
            </a:r>
            <a:r>
              <a:rPr lang="zh-CN" altLang="zh-CN" sz="2000" b="1" dirty="0">
                <a:latin typeface="Times New Roman" panose="02020603050405020304" pitchFamily="18" charset="0"/>
                <a:ea typeface="楷体" panose="02010609060101010101" pitchFamily="49" charset="-122"/>
              </a:rPr>
              <a:t>统考真题】某计算机采用微程序控制器，共有</a:t>
            </a:r>
            <a:r>
              <a:rPr lang="en-US" altLang="zh-CN" sz="2000" b="1" dirty="0">
                <a:latin typeface="Times New Roman" panose="02020603050405020304" pitchFamily="18" charset="0"/>
                <a:ea typeface="楷体" panose="02010609060101010101" pitchFamily="49" charset="-122"/>
              </a:rPr>
              <a:t> 32 </a:t>
            </a:r>
            <a:r>
              <a:rPr lang="zh-CN" altLang="zh-CN" sz="2000" b="1" dirty="0">
                <a:latin typeface="Times New Roman" panose="02020603050405020304" pitchFamily="18" charset="0"/>
                <a:ea typeface="楷体" panose="02010609060101010101" pitchFamily="49" charset="-122"/>
              </a:rPr>
              <a:t>条指令，公共的取指令微程序包含</a:t>
            </a:r>
            <a:r>
              <a:rPr lang="en-US" altLang="zh-CN" sz="2000" b="1" dirty="0">
                <a:latin typeface="Times New Roman" panose="02020603050405020304" pitchFamily="18" charset="0"/>
                <a:ea typeface="楷体" panose="02010609060101010101" pitchFamily="49" charset="-122"/>
              </a:rPr>
              <a:t> 2 </a:t>
            </a:r>
            <a:r>
              <a:rPr lang="zh-CN" altLang="zh-CN" sz="2000" b="1" dirty="0">
                <a:latin typeface="Times New Roman" panose="02020603050405020304" pitchFamily="18" charset="0"/>
                <a:ea typeface="楷体" panose="02010609060101010101" pitchFamily="49" charset="-122"/>
              </a:rPr>
              <a:t>条微指令，各指令对应的微程序平均由</a:t>
            </a:r>
            <a:r>
              <a:rPr lang="en-US" altLang="zh-CN" sz="2000" b="1" dirty="0">
                <a:latin typeface="Times New Roman" panose="02020603050405020304" pitchFamily="18" charset="0"/>
                <a:ea typeface="楷体" panose="02010609060101010101" pitchFamily="49" charset="-122"/>
              </a:rPr>
              <a:t> 4 </a:t>
            </a:r>
            <a:r>
              <a:rPr lang="zh-CN" altLang="zh-CN" sz="2000" b="1" dirty="0">
                <a:latin typeface="Times New Roman" panose="02020603050405020304" pitchFamily="18" charset="0"/>
                <a:ea typeface="楷体" panose="02010609060101010101" pitchFamily="49" charset="-122"/>
              </a:rPr>
              <a:t>条微指令组成，采用断定法（下地址字段法）确定下条微指令地址，则微指令中下地址字段的位数至少是（</a:t>
            </a:r>
            <a:r>
              <a:rPr lang="en-US" altLang="zh-CN" sz="2000" b="1" dirty="0">
                <a:latin typeface="Times New Roman" panose="02020603050405020304" pitchFamily="18" charset="0"/>
                <a:ea typeface="楷体" panose="02010609060101010101" pitchFamily="49" charset="-122"/>
              </a:rPr>
              <a:t>            </a:t>
            </a:r>
            <a:r>
              <a:rPr lang="zh-CN" altLang="zh-CN" sz="2000" b="1" dirty="0">
                <a:latin typeface="Times New Roman" panose="02020603050405020304" pitchFamily="18" charset="0"/>
                <a:ea typeface="楷体" panose="02010609060101010101" pitchFamily="49" charset="-122"/>
              </a:rPr>
              <a:t>）。</a:t>
            </a:r>
            <a:endParaRPr lang="zh-CN" altLang="zh-CN" sz="2000" b="1" dirty="0">
              <a:latin typeface="Times New Roman" panose="02020603050405020304" pitchFamily="18" charset="0"/>
              <a:ea typeface="楷体" panose="02010609060101010101" pitchFamily="49" charset="-122"/>
            </a:endParaRPr>
          </a:p>
          <a:p>
            <a:r>
              <a:rPr lang="en-US" altLang="zh-CN" sz="2000" b="1" dirty="0">
                <a:latin typeface="Times New Roman" panose="02020603050405020304" pitchFamily="18" charset="0"/>
                <a:ea typeface="楷体" panose="02010609060101010101" pitchFamily="49" charset="-122"/>
              </a:rPr>
              <a:t>A.5		</a:t>
            </a:r>
            <a:r>
              <a:rPr lang="en-US" altLang="zh-CN" sz="2000" b="1" dirty="0" smtClean="0">
                <a:latin typeface="Times New Roman" panose="02020603050405020304" pitchFamily="18" charset="0"/>
                <a:ea typeface="楷体" panose="02010609060101010101" pitchFamily="49" charset="-122"/>
              </a:rPr>
              <a:t>	B.6</a:t>
            </a:r>
            <a:r>
              <a:rPr lang="en-US" altLang="zh-CN" sz="2000" b="1" dirty="0">
                <a:latin typeface="Times New Roman" panose="02020603050405020304" pitchFamily="18" charset="0"/>
                <a:ea typeface="楷体" panose="02010609060101010101" pitchFamily="49" charset="-122"/>
              </a:rPr>
              <a:t>		</a:t>
            </a:r>
            <a:r>
              <a:rPr lang="en-US" altLang="zh-CN" sz="2000" b="1" dirty="0" smtClean="0">
                <a:latin typeface="Times New Roman" panose="02020603050405020304" pitchFamily="18" charset="0"/>
                <a:ea typeface="楷体" panose="02010609060101010101" pitchFamily="49" charset="-122"/>
              </a:rPr>
              <a:t>	C.8</a:t>
            </a:r>
            <a:r>
              <a:rPr lang="en-US" altLang="zh-CN" sz="2000" b="1" dirty="0">
                <a:latin typeface="Times New Roman" panose="02020603050405020304" pitchFamily="18" charset="0"/>
                <a:ea typeface="楷体" panose="02010609060101010101" pitchFamily="49" charset="-122"/>
              </a:rPr>
              <a:t>		</a:t>
            </a:r>
            <a:r>
              <a:rPr lang="en-US" altLang="zh-CN" sz="2000" b="1" dirty="0" smtClean="0">
                <a:latin typeface="Times New Roman" panose="02020603050405020304" pitchFamily="18" charset="0"/>
                <a:ea typeface="楷体" panose="02010609060101010101" pitchFamily="49" charset="-122"/>
              </a:rPr>
              <a:t>	D.9</a:t>
            </a:r>
            <a:endParaRPr lang="zh-CN" altLang="zh-CN" sz="2000" b="1" dirty="0">
              <a:latin typeface="Times New Roman" panose="02020603050405020304" pitchFamily="18" charset="0"/>
              <a:ea typeface="楷体" panose="02010609060101010101" pitchFamily="49" charset="-122"/>
            </a:endParaRPr>
          </a:p>
          <a:p>
            <a:r>
              <a:rPr lang="en-US" altLang="zh-CN" sz="2000" b="1" dirty="0">
                <a:latin typeface="Times New Roman" panose="02020603050405020304" pitchFamily="18" charset="0"/>
                <a:ea typeface="楷体" panose="02010609060101010101" pitchFamily="49" charset="-122"/>
              </a:rPr>
              <a:t>25.</a:t>
            </a:r>
            <a:r>
              <a:rPr lang="zh-CN" altLang="zh-CN" sz="2000" b="1" dirty="0">
                <a:latin typeface="Times New Roman" panose="02020603050405020304" pitchFamily="18" charset="0"/>
                <a:ea typeface="楷体" panose="02010609060101010101" pitchFamily="49" charset="-122"/>
              </a:rPr>
              <a:t>某带中断的计算机指令系统共有</a:t>
            </a:r>
            <a:r>
              <a:rPr lang="en-US" altLang="zh-CN" sz="2000" b="1" dirty="0">
                <a:latin typeface="Times New Roman" panose="02020603050405020304" pitchFamily="18" charset="0"/>
                <a:ea typeface="楷体" panose="02010609060101010101" pitchFamily="49" charset="-122"/>
              </a:rPr>
              <a:t> 101 </a:t>
            </a:r>
            <a:r>
              <a:rPr lang="zh-CN" altLang="zh-CN" sz="2000" b="1" dirty="0">
                <a:latin typeface="Times New Roman" panose="02020603050405020304" pitchFamily="18" charset="0"/>
                <a:ea typeface="楷体" panose="02010609060101010101" pitchFamily="49" charset="-122"/>
              </a:rPr>
              <a:t>种操作，采用微程序控制方式时，控制存储器中相应最少有（</a:t>
            </a:r>
            <a:r>
              <a:rPr lang="en-US" altLang="zh-CN" sz="2000" b="1" dirty="0">
                <a:latin typeface="Times New Roman" panose="02020603050405020304" pitchFamily="18" charset="0"/>
                <a:ea typeface="楷体" panose="02010609060101010101" pitchFamily="49" charset="-122"/>
              </a:rPr>
              <a:t>		</a:t>
            </a:r>
            <a:r>
              <a:rPr lang="zh-CN" altLang="zh-CN" sz="2000" b="1" dirty="0">
                <a:latin typeface="Times New Roman" panose="02020603050405020304" pitchFamily="18" charset="0"/>
                <a:ea typeface="楷体" panose="02010609060101010101" pitchFamily="49" charset="-122"/>
              </a:rPr>
              <a:t>）个微程序。</a:t>
            </a:r>
            <a:endParaRPr lang="zh-CN" altLang="zh-CN" sz="2000" b="1" dirty="0">
              <a:latin typeface="Times New Roman" panose="02020603050405020304" pitchFamily="18" charset="0"/>
              <a:ea typeface="楷体" panose="02010609060101010101" pitchFamily="49" charset="-122"/>
            </a:endParaRPr>
          </a:p>
          <a:p>
            <a:r>
              <a:rPr lang="en-US" altLang="zh-CN" sz="2000" b="1" dirty="0">
                <a:latin typeface="Times New Roman" panose="02020603050405020304" pitchFamily="18" charset="0"/>
                <a:ea typeface="楷体" panose="02010609060101010101" pitchFamily="49" charset="-122"/>
              </a:rPr>
              <a:t>A. 101		B. 102		C. 103		D. 104</a:t>
            </a:r>
            <a:endParaRPr lang="zh-CN" altLang="zh-CN" sz="2000" b="1" dirty="0">
              <a:latin typeface="Times New Roman" panose="02020603050405020304" pitchFamily="18" charset="0"/>
              <a:ea typeface="楷体" panose="02010609060101010101" pitchFamily="49" charset="-122"/>
            </a:endParaRPr>
          </a:p>
          <a:p>
            <a:r>
              <a:rPr lang="en-US" altLang="zh-CN" sz="2000" b="1" dirty="0">
                <a:latin typeface="Times New Roman" panose="02020603050405020304" pitchFamily="18" charset="0"/>
                <a:ea typeface="楷体" panose="02010609060101010101" pitchFamily="49" charset="-122"/>
              </a:rPr>
              <a:t>26.</a:t>
            </a:r>
            <a:r>
              <a:rPr lang="zh-CN" altLang="zh-CN" sz="2000" b="1" dirty="0">
                <a:latin typeface="Times New Roman" panose="02020603050405020304" pitchFamily="18" charset="0"/>
                <a:ea typeface="楷体" panose="02010609060101010101" pitchFamily="49" charset="-122"/>
              </a:rPr>
              <a:t>兼容性微命令指几个微命令（</a:t>
            </a:r>
            <a:r>
              <a:rPr lang="en-US" altLang="zh-CN" sz="2000" b="1" dirty="0">
                <a:latin typeface="Times New Roman" panose="02020603050405020304" pitchFamily="18" charset="0"/>
                <a:ea typeface="楷体" panose="02010609060101010101" pitchFamily="49" charset="-122"/>
              </a:rPr>
              <a:t>		</a:t>
            </a:r>
            <a:r>
              <a:rPr lang="zh-CN" altLang="zh-CN" sz="2000" b="1" dirty="0">
                <a:latin typeface="Times New Roman" panose="02020603050405020304" pitchFamily="18" charset="0"/>
                <a:ea typeface="楷体" panose="02010609060101010101" pitchFamily="49" charset="-122"/>
              </a:rPr>
              <a:t>）。</a:t>
            </a:r>
            <a:endParaRPr lang="zh-CN" altLang="zh-CN" sz="2000" b="1" dirty="0">
              <a:latin typeface="Times New Roman" panose="02020603050405020304" pitchFamily="18" charset="0"/>
              <a:ea typeface="楷体" panose="02010609060101010101" pitchFamily="49" charset="-122"/>
            </a:endParaRPr>
          </a:p>
          <a:p>
            <a:r>
              <a:rPr lang="en-US" altLang="zh-CN" sz="2000" b="1" dirty="0">
                <a:latin typeface="Times New Roman" panose="02020603050405020304" pitchFamily="18" charset="0"/>
                <a:ea typeface="楷体" panose="02010609060101010101" pitchFamily="49" charset="-122"/>
              </a:rPr>
              <a:t>A.</a:t>
            </a:r>
            <a:r>
              <a:rPr lang="zh-CN" altLang="zh-CN" sz="2000" b="1" dirty="0">
                <a:latin typeface="Times New Roman" panose="02020603050405020304" pitchFamily="18" charset="0"/>
                <a:ea typeface="楷体" panose="02010609060101010101" pitchFamily="49" charset="-122"/>
              </a:rPr>
              <a:t>可以同时出现 </a:t>
            </a:r>
            <a:r>
              <a:rPr lang="en-US" altLang="zh-CN" sz="2000" b="1" dirty="0">
                <a:latin typeface="Times New Roman" panose="02020603050405020304" pitchFamily="18" charset="0"/>
                <a:ea typeface="楷体" panose="02010609060101010101" pitchFamily="49" charset="-122"/>
              </a:rPr>
              <a:t>   B.</a:t>
            </a:r>
            <a:r>
              <a:rPr lang="zh-CN" altLang="zh-CN" sz="2000" b="1" dirty="0">
                <a:latin typeface="Times New Roman" panose="02020603050405020304" pitchFamily="18" charset="0"/>
                <a:ea typeface="楷体" panose="02010609060101010101" pitchFamily="49" charset="-122"/>
              </a:rPr>
              <a:t>可以相继出现 </a:t>
            </a:r>
            <a:r>
              <a:rPr lang="en-US" altLang="zh-CN" sz="2000" b="1" dirty="0">
                <a:latin typeface="Times New Roman" panose="02020603050405020304" pitchFamily="18" charset="0"/>
                <a:ea typeface="楷体" panose="02010609060101010101" pitchFamily="49" charset="-122"/>
              </a:rPr>
              <a:t>   C.</a:t>
            </a:r>
            <a:r>
              <a:rPr lang="zh-CN" altLang="zh-CN" sz="2000" b="1" dirty="0">
                <a:latin typeface="Times New Roman" panose="02020603050405020304" pitchFamily="18" charset="0"/>
                <a:ea typeface="楷体" panose="02010609060101010101" pitchFamily="49" charset="-122"/>
              </a:rPr>
              <a:t>可以相互代替 </a:t>
            </a:r>
            <a:r>
              <a:rPr lang="en-US" altLang="zh-CN" sz="2000" b="1" dirty="0">
                <a:latin typeface="Times New Roman" panose="02020603050405020304" pitchFamily="18" charset="0"/>
                <a:ea typeface="楷体" panose="02010609060101010101" pitchFamily="49" charset="-122"/>
              </a:rPr>
              <a:t>	D.</a:t>
            </a:r>
            <a:r>
              <a:rPr lang="zh-CN" altLang="zh-CN" sz="2000" b="1" dirty="0">
                <a:latin typeface="Times New Roman" panose="02020603050405020304" pitchFamily="18" charset="0"/>
                <a:ea typeface="楷体" panose="02010609060101010101" pitchFamily="49" charset="-122"/>
              </a:rPr>
              <a:t>可以相处容错</a:t>
            </a:r>
            <a:endParaRPr lang="zh-CN" altLang="zh-CN" sz="2000" b="1" dirty="0">
              <a:latin typeface="Times New Roman" panose="02020603050405020304" pitchFamily="18" charset="0"/>
              <a:ea typeface="楷体" panose="02010609060101010101" pitchFamily="49" charset="-122"/>
            </a:endParaRPr>
          </a:p>
          <a:p>
            <a:endParaRPr lang="zh-CN" altLang="en-US" dirty="0" smtClean="0"/>
          </a:p>
        </p:txBody>
      </p:sp>
      <mc:AlternateContent xmlns:mc="http://schemas.openxmlformats.org/markup-compatibility/2006" xmlns:p14="http://schemas.microsoft.com/office/powerpoint/2010/main">
        <mc:Choice Requires="p14">
          <p:contentPart r:id="rId1" p14:bwMode="auto">
            <p14:nvContentPartPr>
              <p14:cNvPr id="2" name="墨迹 1"/>
              <p14:cNvContentPartPr/>
              <p14:nvPr/>
            </p14:nvContentPartPr>
            <p14:xfrm>
              <a:off x="7536180" y="965200"/>
              <a:ext cx="634365" cy="196850"/>
            </p14:xfrm>
          </p:contentPart>
        </mc:Choice>
        <mc:Fallback xmlns="">
          <p:pic>
            <p:nvPicPr>
              <p:cNvPr id="2" name="墨迹 1"/>
            </p:nvPicPr>
            <p:blipFill>
              <a:blip r:embed="rId2"/>
            </p:blipFill>
            <p:spPr>
              <a:xfrm>
                <a:off x="7536180" y="965200"/>
                <a:ext cx="634365" cy="19685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3" name="墨迹 2"/>
              <p14:cNvContentPartPr/>
              <p14:nvPr/>
            </p14:nvContentPartPr>
            <p14:xfrm>
              <a:off x="3329940" y="1208405"/>
              <a:ext cx="979805" cy="332740"/>
            </p14:xfrm>
          </p:contentPart>
        </mc:Choice>
        <mc:Fallback xmlns="">
          <p:pic>
            <p:nvPicPr>
              <p:cNvPr id="3" name="墨迹 2"/>
            </p:nvPicPr>
            <p:blipFill>
              <a:blip r:embed="rId4"/>
            </p:blipFill>
            <p:spPr>
              <a:xfrm>
                <a:off x="3329940" y="1208405"/>
                <a:ext cx="979805" cy="33274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4" name="墨迹 3"/>
              <p14:cNvContentPartPr/>
              <p14:nvPr/>
            </p14:nvContentPartPr>
            <p14:xfrm>
              <a:off x="3147060" y="787400"/>
              <a:ext cx="1000125" cy="332105"/>
            </p14:xfrm>
          </p:contentPart>
        </mc:Choice>
        <mc:Fallback xmlns="">
          <p:pic>
            <p:nvPicPr>
              <p:cNvPr id="4" name="墨迹 3"/>
            </p:nvPicPr>
            <p:blipFill>
              <a:blip r:embed="rId6"/>
            </p:blipFill>
            <p:spPr>
              <a:xfrm>
                <a:off x="3147060" y="787400"/>
                <a:ext cx="1000125" cy="332105"/>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5" name="墨迹 4"/>
              <p14:cNvContentPartPr/>
              <p14:nvPr/>
            </p14:nvContentPartPr>
            <p14:xfrm>
              <a:off x="7322820" y="1393190"/>
              <a:ext cx="244475" cy="153035"/>
            </p14:xfrm>
          </p:contentPart>
        </mc:Choice>
        <mc:Fallback xmlns="">
          <p:pic>
            <p:nvPicPr>
              <p:cNvPr id="5" name="墨迹 4"/>
            </p:nvPicPr>
            <p:blipFill>
              <a:blip r:embed="rId8"/>
            </p:blipFill>
            <p:spPr>
              <a:xfrm>
                <a:off x="7322820" y="1393190"/>
                <a:ext cx="244475" cy="153035"/>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6" name="墨迹 5"/>
              <p14:cNvContentPartPr/>
              <p14:nvPr/>
            </p14:nvContentPartPr>
            <p14:xfrm>
              <a:off x="7382510" y="1344295"/>
              <a:ext cx="200025" cy="256540"/>
            </p14:xfrm>
          </p:contentPart>
        </mc:Choice>
        <mc:Fallback xmlns="">
          <p:pic>
            <p:nvPicPr>
              <p:cNvPr id="6" name="墨迹 5"/>
            </p:nvPicPr>
            <p:blipFill>
              <a:blip r:embed="rId10"/>
            </p:blipFill>
            <p:spPr>
              <a:xfrm>
                <a:off x="7382510" y="1344295"/>
                <a:ext cx="200025" cy="256540"/>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7" name="墨迹 6"/>
              <p14:cNvContentPartPr/>
              <p14:nvPr/>
            </p14:nvContentPartPr>
            <p14:xfrm>
              <a:off x="6544310" y="593090"/>
              <a:ext cx="146685" cy="384810"/>
            </p14:xfrm>
          </p:contentPart>
        </mc:Choice>
        <mc:Fallback xmlns="">
          <p:pic>
            <p:nvPicPr>
              <p:cNvPr id="7" name="墨迹 6"/>
            </p:nvPicPr>
            <p:blipFill>
              <a:blip r:embed="rId12"/>
            </p:blipFill>
            <p:spPr>
              <a:xfrm>
                <a:off x="6544310" y="593090"/>
                <a:ext cx="146685" cy="384810"/>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8" name="墨迹 7"/>
              <p14:cNvContentPartPr/>
              <p14:nvPr/>
            </p14:nvContentPartPr>
            <p14:xfrm>
              <a:off x="6403975" y="615950"/>
              <a:ext cx="524510" cy="444500"/>
            </p14:xfrm>
          </p:contentPart>
        </mc:Choice>
        <mc:Fallback xmlns="">
          <p:pic>
            <p:nvPicPr>
              <p:cNvPr id="8" name="墨迹 7"/>
            </p:nvPicPr>
            <p:blipFill>
              <a:blip r:embed="rId14"/>
            </p:blipFill>
            <p:spPr>
              <a:xfrm>
                <a:off x="6403975" y="615950"/>
                <a:ext cx="524510" cy="444500"/>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9" name="墨迹 8"/>
              <p14:cNvContentPartPr/>
              <p14:nvPr/>
            </p14:nvContentPartPr>
            <p14:xfrm>
              <a:off x="7954645" y="2299970"/>
              <a:ext cx="116205" cy="375285"/>
            </p14:xfrm>
          </p:contentPart>
        </mc:Choice>
        <mc:Fallback xmlns="">
          <p:pic>
            <p:nvPicPr>
              <p:cNvPr id="9" name="墨迹 8"/>
            </p:nvPicPr>
            <p:blipFill>
              <a:blip r:embed="rId16"/>
            </p:blipFill>
            <p:spPr>
              <a:xfrm>
                <a:off x="7954645" y="2299970"/>
                <a:ext cx="116205" cy="375285"/>
              </a:xfrm>
              <a:prstGeom prst="rect"/>
            </p:spPr>
          </p:pic>
        </mc:Fallback>
      </mc:AlternateContent>
      <mc:AlternateContent xmlns:mc="http://schemas.openxmlformats.org/markup-compatibility/2006" xmlns:p14="http://schemas.microsoft.com/office/powerpoint/2010/main">
        <mc:Choice Requires="p14">
          <p:contentPart r:id="rId17" p14:bwMode="auto">
            <p14:nvContentPartPr>
              <p14:cNvPr id="10" name="墨迹 9"/>
              <p14:cNvContentPartPr/>
              <p14:nvPr/>
            </p14:nvContentPartPr>
            <p14:xfrm>
              <a:off x="8214995" y="2391410"/>
              <a:ext cx="231140" cy="216535"/>
            </p14:xfrm>
          </p:contentPart>
        </mc:Choice>
        <mc:Fallback xmlns="">
          <p:pic>
            <p:nvPicPr>
              <p:cNvPr id="10" name="墨迹 9"/>
            </p:nvPicPr>
            <p:blipFill>
              <a:blip r:embed="rId18"/>
            </p:blipFill>
            <p:spPr>
              <a:xfrm>
                <a:off x="8214995" y="2391410"/>
                <a:ext cx="231140" cy="216535"/>
              </a:xfrm>
              <a:prstGeom prst="rect"/>
            </p:spPr>
          </p:pic>
        </mc:Fallback>
      </mc:AlternateContent>
      <mc:AlternateContent xmlns:mc="http://schemas.openxmlformats.org/markup-compatibility/2006" xmlns:p14="http://schemas.microsoft.com/office/powerpoint/2010/main">
        <mc:Choice Requires="p14">
          <p:contentPart r:id="rId19" p14:bwMode="auto">
            <p14:nvContentPartPr>
              <p14:cNvPr id="11" name="墨迹 10"/>
              <p14:cNvContentPartPr/>
              <p14:nvPr/>
            </p14:nvContentPartPr>
            <p14:xfrm>
              <a:off x="8211820" y="2451100"/>
              <a:ext cx="224155" cy="457200"/>
            </p14:xfrm>
          </p:contentPart>
        </mc:Choice>
        <mc:Fallback xmlns="">
          <p:pic>
            <p:nvPicPr>
              <p:cNvPr id="11" name="墨迹 10"/>
            </p:nvPicPr>
            <p:blipFill>
              <a:blip r:embed="rId20"/>
            </p:blipFill>
            <p:spPr>
              <a:xfrm>
                <a:off x="8211820" y="2451100"/>
                <a:ext cx="224155" cy="457200"/>
              </a:xfrm>
              <a:prstGeom prst="rect"/>
            </p:spPr>
          </p:pic>
        </mc:Fallback>
      </mc:AlternateContent>
      <mc:AlternateContent xmlns:mc="http://schemas.openxmlformats.org/markup-compatibility/2006" xmlns:p14="http://schemas.microsoft.com/office/powerpoint/2010/main">
        <mc:Choice Requires="p14">
          <p:contentPart r:id="rId21" p14:bwMode="auto">
            <p14:nvContentPartPr>
              <p14:cNvPr id="12" name="墨迹 11"/>
              <p14:cNvContentPartPr/>
              <p14:nvPr/>
            </p14:nvContentPartPr>
            <p14:xfrm>
              <a:off x="8731885" y="2498090"/>
              <a:ext cx="85090" cy="271145"/>
            </p14:xfrm>
          </p:contentPart>
        </mc:Choice>
        <mc:Fallback xmlns="">
          <p:pic>
            <p:nvPicPr>
              <p:cNvPr id="12" name="墨迹 11"/>
            </p:nvPicPr>
            <p:blipFill>
              <a:blip r:embed="rId22"/>
            </p:blipFill>
            <p:spPr>
              <a:xfrm>
                <a:off x="8731885" y="2498090"/>
                <a:ext cx="85090" cy="271145"/>
              </a:xfrm>
              <a:prstGeom prst="rect"/>
            </p:spPr>
          </p:pic>
        </mc:Fallback>
      </mc:AlternateContent>
      <mc:AlternateContent xmlns:mc="http://schemas.openxmlformats.org/markup-compatibility/2006" xmlns:p14="http://schemas.microsoft.com/office/powerpoint/2010/main">
        <mc:Choice Requires="p14">
          <p:contentPart r:id="rId23" p14:bwMode="auto">
            <p14:nvContentPartPr>
              <p14:cNvPr id="13" name="墨迹 12"/>
              <p14:cNvContentPartPr/>
              <p14:nvPr/>
            </p14:nvContentPartPr>
            <p14:xfrm>
              <a:off x="8851900" y="2485390"/>
              <a:ext cx="273685" cy="335280"/>
            </p14:xfrm>
          </p:contentPart>
        </mc:Choice>
        <mc:Fallback xmlns="">
          <p:pic>
            <p:nvPicPr>
              <p:cNvPr id="13" name="墨迹 12"/>
            </p:nvPicPr>
            <p:blipFill>
              <a:blip r:embed="rId24"/>
            </p:blipFill>
            <p:spPr>
              <a:xfrm>
                <a:off x="8851900" y="2485390"/>
                <a:ext cx="273685" cy="335280"/>
              </a:xfrm>
              <a:prstGeom prst="rect"/>
            </p:spPr>
          </p:pic>
        </mc:Fallback>
      </mc:AlternateContent>
      <mc:AlternateContent xmlns:mc="http://schemas.openxmlformats.org/markup-compatibility/2006" xmlns:p14="http://schemas.microsoft.com/office/powerpoint/2010/main">
        <mc:Choice Requires="p14">
          <p:contentPart r:id="rId25" p14:bwMode="auto">
            <p14:nvContentPartPr>
              <p14:cNvPr id="14" name="墨迹 13"/>
              <p14:cNvContentPartPr/>
              <p14:nvPr/>
            </p14:nvContentPartPr>
            <p14:xfrm>
              <a:off x="9422765" y="2353310"/>
              <a:ext cx="171450" cy="337185"/>
            </p14:xfrm>
          </p:contentPart>
        </mc:Choice>
        <mc:Fallback xmlns="">
          <p:pic>
            <p:nvPicPr>
              <p:cNvPr id="14" name="墨迹 13"/>
            </p:nvPicPr>
            <p:blipFill>
              <a:blip r:embed="rId26"/>
            </p:blipFill>
            <p:spPr>
              <a:xfrm>
                <a:off x="9422765" y="2353310"/>
                <a:ext cx="171450" cy="337185"/>
              </a:xfrm>
              <a:prstGeom prst="rect"/>
            </p:spPr>
          </p:pic>
        </mc:Fallback>
      </mc:AlternateContent>
      <mc:AlternateContent xmlns:mc="http://schemas.openxmlformats.org/markup-compatibility/2006" xmlns:p14="http://schemas.microsoft.com/office/powerpoint/2010/main">
        <mc:Choice Requires="p14">
          <p:contentPart r:id="rId27" p14:bwMode="auto">
            <p14:nvContentPartPr>
              <p14:cNvPr id="15" name="墨迹 14"/>
              <p14:cNvContentPartPr/>
              <p14:nvPr/>
            </p14:nvContentPartPr>
            <p14:xfrm>
              <a:off x="9966960" y="2459355"/>
              <a:ext cx="318135" cy="365125"/>
            </p14:xfrm>
          </p:contentPart>
        </mc:Choice>
        <mc:Fallback xmlns="">
          <p:pic>
            <p:nvPicPr>
              <p:cNvPr id="15" name="墨迹 14"/>
            </p:nvPicPr>
            <p:blipFill>
              <a:blip r:embed="rId28"/>
            </p:blipFill>
            <p:spPr>
              <a:xfrm>
                <a:off x="9966960" y="2459355"/>
                <a:ext cx="318135" cy="365125"/>
              </a:xfrm>
              <a:prstGeom prst="rect"/>
            </p:spPr>
          </p:pic>
        </mc:Fallback>
      </mc:AlternateContent>
      <mc:AlternateContent xmlns:mc="http://schemas.openxmlformats.org/markup-compatibility/2006" xmlns:p14="http://schemas.microsoft.com/office/powerpoint/2010/main">
        <mc:Choice Requires="p14">
          <p:contentPart r:id="rId29" p14:bwMode="auto">
            <p14:nvContentPartPr>
              <p14:cNvPr id="16" name="墨迹 15"/>
              <p14:cNvContentPartPr/>
              <p14:nvPr/>
            </p14:nvContentPartPr>
            <p14:xfrm>
              <a:off x="9998710" y="1191260"/>
              <a:ext cx="374650" cy="1078865"/>
            </p14:xfrm>
          </p:contentPart>
        </mc:Choice>
        <mc:Fallback xmlns="">
          <p:pic>
            <p:nvPicPr>
              <p:cNvPr id="16" name="墨迹 15"/>
            </p:nvPicPr>
            <p:blipFill>
              <a:blip r:embed="rId30"/>
            </p:blipFill>
            <p:spPr>
              <a:xfrm>
                <a:off x="9998710" y="1191260"/>
                <a:ext cx="374650" cy="1078865"/>
              </a:xfrm>
              <a:prstGeom prst="rect"/>
            </p:spPr>
          </p:pic>
        </mc:Fallback>
      </mc:AlternateContent>
      <mc:AlternateContent xmlns:mc="http://schemas.openxmlformats.org/markup-compatibility/2006" xmlns:p14="http://schemas.microsoft.com/office/powerpoint/2010/main">
        <mc:Choice Requires="p14">
          <p:contentPart r:id="rId31" p14:bwMode="auto">
            <p14:nvContentPartPr>
              <p14:cNvPr id="17" name="墨迹 16"/>
              <p14:cNvContentPartPr/>
              <p14:nvPr/>
            </p14:nvContentPartPr>
            <p14:xfrm>
              <a:off x="9601200" y="1299845"/>
              <a:ext cx="207010" cy="817880"/>
            </p14:xfrm>
          </p:contentPart>
        </mc:Choice>
        <mc:Fallback xmlns="">
          <p:pic>
            <p:nvPicPr>
              <p:cNvPr id="17" name="墨迹 16"/>
            </p:nvPicPr>
            <p:blipFill>
              <a:blip r:embed="rId32"/>
            </p:blipFill>
            <p:spPr>
              <a:xfrm>
                <a:off x="9601200" y="1299845"/>
                <a:ext cx="207010" cy="817880"/>
              </a:xfrm>
              <a:prstGeom prst="rect"/>
            </p:spPr>
          </p:pic>
        </mc:Fallback>
      </mc:AlternateContent>
      <mc:AlternateContent xmlns:mc="http://schemas.openxmlformats.org/markup-compatibility/2006" xmlns:p14="http://schemas.microsoft.com/office/powerpoint/2010/main">
        <mc:Choice Requires="p14">
          <p:contentPart r:id="rId33" p14:bwMode="auto">
            <p14:nvContentPartPr>
              <p14:cNvPr id="18" name="墨迹 17"/>
              <p14:cNvContentPartPr/>
              <p14:nvPr/>
            </p14:nvContentPartPr>
            <p14:xfrm>
              <a:off x="8929370" y="1345565"/>
              <a:ext cx="261620" cy="894080"/>
            </p14:xfrm>
          </p:contentPart>
        </mc:Choice>
        <mc:Fallback xmlns="">
          <p:pic>
            <p:nvPicPr>
              <p:cNvPr id="18" name="墨迹 17"/>
            </p:nvPicPr>
            <p:blipFill>
              <a:blip r:embed="rId34"/>
            </p:blipFill>
            <p:spPr>
              <a:xfrm>
                <a:off x="8929370" y="1345565"/>
                <a:ext cx="261620" cy="894080"/>
              </a:xfrm>
              <a:prstGeom prst="rect"/>
            </p:spPr>
          </p:pic>
        </mc:Fallback>
      </mc:AlternateContent>
      <mc:AlternateContent xmlns:mc="http://schemas.openxmlformats.org/markup-compatibility/2006" xmlns:p14="http://schemas.microsoft.com/office/powerpoint/2010/main">
        <mc:Choice Requires="p14">
          <p:contentPart r:id="rId35" p14:bwMode="auto">
            <p14:nvContentPartPr>
              <p14:cNvPr id="19" name="墨迹 18"/>
              <p14:cNvContentPartPr/>
              <p14:nvPr/>
            </p14:nvContentPartPr>
            <p14:xfrm>
              <a:off x="8382000" y="1373505"/>
              <a:ext cx="168910" cy="820420"/>
            </p14:xfrm>
          </p:contentPart>
        </mc:Choice>
        <mc:Fallback xmlns="">
          <p:pic>
            <p:nvPicPr>
              <p:cNvPr id="19" name="墨迹 18"/>
            </p:nvPicPr>
            <p:blipFill>
              <a:blip r:embed="rId36"/>
            </p:blipFill>
            <p:spPr>
              <a:xfrm>
                <a:off x="8382000" y="1373505"/>
                <a:ext cx="168910" cy="820420"/>
              </a:xfrm>
              <a:prstGeom prst="rect"/>
            </p:spPr>
          </p:pic>
        </mc:Fallback>
      </mc:AlternateContent>
      <mc:AlternateContent xmlns:mc="http://schemas.openxmlformats.org/markup-compatibility/2006" xmlns:p14="http://schemas.microsoft.com/office/powerpoint/2010/main">
        <mc:Choice Requires="p14">
          <p:contentPart r:id="rId37" p14:bwMode="auto">
            <p14:nvContentPartPr>
              <p14:cNvPr id="20" name="墨迹 19"/>
              <p14:cNvContentPartPr/>
              <p14:nvPr/>
            </p14:nvContentPartPr>
            <p14:xfrm>
              <a:off x="7970520" y="1326515"/>
              <a:ext cx="295910" cy="791210"/>
            </p14:xfrm>
          </p:contentPart>
        </mc:Choice>
        <mc:Fallback xmlns="">
          <p:pic>
            <p:nvPicPr>
              <p:cNvPr id="20" name="墨迹 19"/>
            </p:nvPicPr>
            <p:blipFill>
              <a:blip r:embed="rId38"/>
            </p:blipFill>
            <p:spPr>
              <a:xfrm>
                <a:off x="7970520" y="1326515"/>
                <a:ext cx="295910" cy="791210"/>
              </a:xfrm>
              <a:prstGeom prst="rect"/>
            </p:spPr>
          </p:pic>
        </mc:Fallback>
      </mc:AlternateContent>
      <mc:AlternateContent xmlns:mc="http://schemas.openxmlformats.org/markup-compatibility/2006" xmlns:p14="http://schemas.microsoft.com/office/powerpoint/2010/main">
        <mc:Choice Requires="p14">
          <p:contentPart r:id="rId39" p14:bwMode="auto">
            <p14:nvContentPartPr>
              <p14:cNvPr id="21" name="墨迹 20"/>
              <p14:cNvContentPartPr/>
              <p14:nvPr/>
            </p14:nvContentPartPr>
            <p14:xfrm>
              <a:off x="10141585" y="623570"/>
              <a:ext cx="168275" cy="275590"/>
            </p14:xfrm>
          </p:contentPart>
        </mc:Choice>
        <mc:Fallback xmlns="">
          <p:pic>
            <p:nvPicPr>
              <p:cNvPr id="21" name="墨迹 20"/>
            </p:nvPicPr>
            <p:blipFill>
              <a:blip r:embed="rId40"/>
            </p:blipFill>
            <p:spPr>
              <a:xfrm>
                <a:off x="10141585" y="623570"/>
                <a:ext cx="168275" cy="275590"/>
              </a:xfrm>
              <a:prstGeom prst="rect"/>
            </p:spPr>
          </p:pic>
        </mc:Fallback>
      </mc:AlternateContent>
      <mc:AlternateContent xmlns:mc="http://schemas.openxmlformats.org/markup-compatibility/2006" xmlns:p14="http://schemas.microsoft.com/office/powerpoint/2010/main">
        <mc:Choice Requires="p14">
          <p:contentPart r:id="rId41" p14:bwMode="auto">
            <p14:nvContentPartPr>
              <p14:cNvPr id="22" name="墨迹 21"/>
              <p14:cNvContentPartPr/>
              <p14:nvPr/>
            </p14:nvContentPartPr>
            <p14:xfrm>
              <a:off x="9663430" y="715010"/>
              <a:ext cx="220345" cy="314325"/>
            </p14:xfrm>
          </p:contentPart>
        </mc:Choice>
        <mc:Fallback xmlns="">
          <p:pic>
            <p:nvPicPr>
              <p:cNvPr id="22" name="墨迹 21"/>
            </p:nvPicPr>
            <p:blipFill>
              <a:blip r:embed="rId42"/>
            </p:blipFill>
            <p:spPr>
              <a:xfrm>
                <a:off x="9663430" y="715010"/>
                <a:ext cx="220345" cy="314325"/>
              </a:xfrm>
              <a:prstGeom prst="rect"/>
            </p:spPr>
          </p:pic>
        </mc:Fallback>
      </mc:AlternateContent>
      <mc:AlternateContent xmlns:mc="http://schemas.openxmlformats.org/markup-compatibility/2006" xmlns:p14="http://schemas.microsoft.com/office/powerpoint/2010/main">
        <mc:Choice Requires="p14">
          <p:contentPart r:id="rId43" p14:bwMode="auto">
            <p14:nvContentPartPr>
              <p14:cNvPr id="23" name="墨迹 22"/>
              <p14:cNvContentPartPr/>
              <p14:nvPr/>
            </p14:nvContentPartPr>
            <p14:xfrm>
              <a:off x="9182100" y="852170"/>
              <a:ext cx="183515" cy="100330"/>
            </p14:xfrm>
          </p:contentPart>
        </mc:Choice>
        <mc:Fallback xmlns="">
          <p:pic>
            <p:nvPicPr>
              <p:cNvPr id="23" name="墨迹 22"/>
            </p:nvPicPr>
            <p:blipFill>
              <a:blip r:embed="rId44"/>
            </p:blipFill>
            <p:spPr>
              <a:xfrm>
                <a:off x="9182100" y="852170"/>
                <a:ext cx="183515" cy="100330"/>
              </a:xfrm>
              <a:prstGeom prst="rect"/>
            </p:spPr>
          </p:pic>
        </mc:Fallback>
      </mc:AlternateContent>
      <mc:AlternateContent xmlns:mc="http://schemas.openxmlformats.org/markup-compatibility/2006" xmlns:p14="http://schemas.microsoft.com/office/powerpoint/2010/main">
        <mc:Choice Requires="p14">
          <p:contentPart r:id="rId45" p14:bwMode="auto">
            <p14:nvContentPartPr>
              <p14:cNvPr id="24" name="墨迹 23"/>
              <p14:cNvContentPartPr/>
              <p14:nvPr/>
            </p14:nvContentPartPr>
            <p14:xfrm>
              <a:off x="9273540" y="844550"/>
              <a:ext cx="61595" cy="198755"/>
            </p14:xfrm>
          </p:contentPart>
        </mc:Choice>
        <mc:Fallback xmlns="">
          <p:pic>
            <p:nvPicPr>
              <p:cNvPr id="24" name="墨迹 23"/>
            </p:nvPicPr>
            <p:blipFill>
              <a:blip r:embed="rId46"/>
            </p:blipFill>
            <p:spPr>
              <a:xfrm>
                <a:off x="9273540" y="844550"/>
                <a:ext cx="61595" cy="198755"/>
              </a:xfrm>
              <a:prstGeom prst="rect"/>
            </p:spPr>
          </p:pic>
        </mc:Fallback>
      </mc:AlternateContent>
      <mc:AlternateContent xmlns:mc="http://schemas.openxmlformats.org/markup-compatibility/2006" xmlns:p14="http://schemas.microsoft.com/office/powerpoint/2010/main">
        <mc:Choice Requires="p14">
          <p:contentPart r:id="rId47" p14:bwMode="auto">
            <p14:nvContentPartPr>
              <p14:cNvPr id="25" name="墨迹 24"/>
              <p14:cNvContentPartPr/>
              <p14:nvPr/>
            </p14:nvContentPartPr>
            <p14:xfrm>
              <a:off x="8512175" y="935990"/>
              <a:ext cx="295275" cy="213995"/>
            </p14:xfrm>
          </p:contentPart>
        </mc:Choice>
        <mc:Fallback xmlns="">
          <p:pic>
            <p:nvPicPr>
              <p:cNvPr id="25" name="墨迹 24"/>
            </p:nvPicPr>
            <p:blipFill>
              <a:blip r:embed="rId48"/>
            </p:blipFill>
            <p:spPr>
              <a:xfrm>
                <a:off x="8512175" y="935990"/>
                <a:ext cx="295275" cy="213995"/>
              </a:xfrm>
              <a:prstGeom prst="rect"/>
            </p:spPr>
          </p:pic>
        </mc:Fallback>
      </mc:AlternateContent>
      <mc:AlternateContent xmlns:mc="http://schemas.openxmlformats.org/markup-compatibility/2006" xmlns:p14="http://schemas.microsoft.com/office/powerpoint/2010/main">
        <mc:Choice Requires="p14">
          <p:contentPart r:id="rId49" p14:bwMode="auto">
            <p14:nvContentPartPr>
              <p14:cNvPr id="26" name="墨迹 25"/>
              <p14:cNvContentPartPr/>
              <p14:nvPr/>
            </p14:nvContentPartPr>
            <p14:xfrm>
              <a:off x="8252460" y="692150"/>
              <a:ext cx="99695" cy="459740"/>
            </p14:xfrm>
          </p:contentPart>
        </mc:Choice>
        <mc:Fallback xmlns="">
          <p:pic>
            <p:nvPicPr>
              <p:cNvPr id="26" name="墨迹 25"/>
            </p:nvPicPr>
            <p:blipFill>
              <a:blip r:embed="rId50"/>
            </p:blipFill>
            <p:spPr>
              <a:xfrm>
                <a:off x="8252460" y="692150"/>
                <a:ext cx="99695" cy="459740"/>
              </a:xfrm>
              <a:prstGeom prst="rect"/>
            </p:spPr>
          </p:pic>
        </mc:Fallback>
      </mc:AlternateContent>
      <mc:AlternateContent xmlns:mc="http://schemas.openxmlformats.org/markup-compatibility/2006" xmlns:p14="http://schemas.microsoft.com/office/powerpoint/2010/main">
        <mc:Choice Requires="p14">
          <p:contentPart r:id="rId51" p14:bwMode="auto">
            <p14:nvContentPartPr>
              <p14:cNvPr id="27" name="墨迹 26"/>
              <p14:cNvContentPartPr/>
              <p14:nvPr/>
            </p14:nvContentPartPr>
            <p14:xfrm>
              <a:off x="4968875" y="2513330"/>
              <a:ext cx="206375" cy="323850"/>
            </p14:xfrm>
          </p:contentPart>
        </mc:Choice>
        <mc:Fallback xmlns="">
          <p:pic>
            <p:nvPicPr>
              <p:cNvPr id="27" name="墨迹 26"/>
            </p:nvPicPr>
            <p:blipFill>
              <a:blip r:embed="rId52"/>
            </p:blipFill>
            <p:spPr>
              <a:xfrm>
                <a:off x="4968875" y="2513330"/>
                <a:ext cx="206375" cy="323850"/>
              </a:xfrm>
              <a:prstGeom prst="rect"/>
            </p:spPr>
          </p:pic>
        </mc:Fallback>
      </mc:AlternateContent>
      <mc:AlternateContent xmlns:mc="http://schemas.openxmlformats.org/markup-compatibility/2006" xmlns:p14="http://schemas.microsoft.com/office/powerpoint/2010/main">
        <mc:Choice Requires="p14">
          <p:contentPart r:id="rId53" p14:bwMode="auto">
            <p14:nvContentPartPr>
              <p14:cNvPr id="28" name="墨迹 27"/>
              <p14:cNvContentPartPr/>
              <p14:nvPr/>
            </p14:nvContentPartPr>
            <p14:xfrm>
              <a:off x="3554730" y="2101850"/>
              <a:ext cx="753745" cy="414655"/>
            </p14:xfrm>
          </p:contentPart>
        </mc:Choice>
        <mc:Fallback xmlns="">
          <p:pic>
            <p:nvPicPr>
              <p:cNvPr id="28" name="墨迹 27"/>
            </p:nvPicPr>
            <p:blipFill>
              <a:blip r:embed="rId54"/>
            </p:blipFill>
            <p:spPr>
              <a:xfrm>
                <a:off x="3554730" y="2101850"/>
                <a:ext cx="753745" cy="414655"/>
              </a:xfrm>
              <a:prstGeom prst="rect"/>
            </p:spPr>
          </p:pic>
        </mc:Fallback>
      </mc:AlternateContent>
      <mc:AlternateContent xmlns:mc="http://schemas.openxmlformats.org/markup-compatibility/2006" xmlns:p14="http://schemas.microsoft.com/office/powerpoint/2010/main">
        <mc:Choice Requires="p14">
          <p:contentPart r:id="rId55" p14:bwMode="auto">
            <p14:nvContentPartPr>
              <p14:cNvPr id="29" name="墨迹 28"/>
              <p14:cNvContentPartPr/>
              <p14:nvPr/>
            </p14:nvContentPartPr>
            <p14:xfrm>
              <a:off x="6507480" y="3137535"/>
              <a:ext cx="1508125" cy="77470"/>
            </p14:xfrm>
          </p:contentPart>
        </mc:Choice>
        <mc:Fallback xmlns="">
          <p:pic>
            <p:nvPicPr>
              <p:cNvPr id="29" name="墨迹 28"/>
            </p:nvPicPr>
            <p:blipFill>
              <a:blip r:embed="rId56"/>
            </p:blipFill>
            <p:spPr>
              <a:xfrm>
                <a:off x="6507480" y="3137535"/>
                <a:ext cx="1508125" cy="77470"/>
              </a:xfrm>
              <a:prstGeom prst="rect"/>
            </p:spPr>
          </p:pic>
        </mc:Fallback>
      </mc:AlternateContent>
      <mc:AlternateContent xmlns:mc="http://schemas.openxmlformats.org/markup-compatibility/2006" xmlns:p14="http://schemas.microsoft.com/office/powerpoint/2010/main">
        <mc:Choice Requires="p14">
          <p:contentPart r:id="rId57" p14:bwMode="auto">
            <p14:nvContentPartPr>
              <p14:cNvPr id="30" name="墨迹 29"/>
              <p14:cNvContentPartPr/>
              <p14:nvPr/>
            </p14:nvContentPartPr>
            <p14:xfrm>
              <a:off x="8435340" y="3113405"/>
              <a:ext cx="2752090" cy="83820"/>
            </p14:xfrm>
          </p:contentPart>
        </mc:Choice>
        <mc:Fallback xmlns="">
          <p:pic>
            <p:nvPicPr>
              <p:cNvPr id="30" name="墨迹 29"/>
            </p:nvPicPr>
            <p:blipFill>
              <a:blip r:embed="rId58"/>
            </p:blipFill>
            <p:spPr>
              <a:xfrm>
                <a:off x="8435340" y="3113405"/>
                <a:ext cx="2752090" cy="83820"/>
              </a:xfrm>
              <a:prstGeom prst="rect"/>
            </p:spPr>
          </p:pic>
        </mc:Fallback>
      </mc:AlternateContent>
      <mc:AlternateContent xmlns:mc="http://schemas.openxmlformats.org/markup-compatibility/2006" xmlns:p14="http://schemas.microsoft.com/office/powerpoint/2010/main">
        <mc:Choice Requires="p14">
          <p:contentPart r:id="rId59" p14:bwMode="auto">
            <p14:nvContentPartPr>
              <p14:cNvPr id="31" name="墨迹 30"/>
              <p14:cNvContentPartPr/>
              <p14:nvPr/>
            </p14:nvContentPartPr>
            <p14:xfrm>
              <a:off x="1089660" y="3329305"/>
              <a:ext cx="1167765" cy="62865"/>
            </p14:xfrm>
          </p:contentPart>
        </mc:Choice>
        <mc:Fallback xmlns="">
          <p:pic>
            <p:nvPicPr>
              <p:cNvPr id="31" name="墨迹 30"/>
            </p:nvPicPr>
            <p:blipFill>
              <a:blip r:embed="rId60"/>
            </p:blipFill>
            <p:spPr>
              <a:xfrm>
                <a:off x="1089660" y="3329305"/>
                <a:ext cx="1167765" cy="62865"/>
              </a:xfrm>
              <a:prstGeom prst="rect"/>
            </p:spPr>
          </p:pic>
        </mc:Fallback>
      </mc:AlternateContent>
      <mc:AlternateContent xmlns:mc="http://schemas.openxmlformats.org/markup-compatibility/2006" xmlns:p14="http://schemas.microsoft.com/office/powerpoint/2010/main">
        <mc:Choice Requires="p14">
          <p:contentPart r:id="rId61" p14:bwMode="auto">
            <p14:nvContentPartPr>
              <p14:cNvPr id="32" name="墨迹 31"/>
              <p14:cNvContentPartPr/>
              <p14:nvPr/>
            </p14:nvContentPartPr>
            <p14:xfrm>
              <a:off x="2415540" y="3319145"/>
              <a:ext cx="4047490" cy="149860"/>
            </p14:xfrm>
          </p:contentPart>
        </mc:Choice>
        <mc:Fallback xmlns="">
          <p:pic>
            <p:nvPicPr>
              <p:cNvPr id="32" name="墨迹 31"/>
            </p:nvPicPr>
            <p:blipFill>
              <a:blip r:embed="rId62"/>
            </p:blipFill>
            <p:spPr>
              <a:xfrm>
                <a:off x="2415540" y="3319145"/>
                <a:ext cx="4047490" cy="149860"/>
              </a:xfrm>
              <a:prstGeom prst="rect"/>
            </p:spPr>
          </p:pic>
        </mc:Fallback>
      </mc:AlternateContent>
      <mc:AlternateContent xmlns:mc="http://schemas.openxmlformats.org/markup-compatibility/2006" xmlns:p14="http://schemas.microsoft.com/office/powerpoint/2010/main">
        <mc:Choice Requires="p14">
          <p:contentPart r:id="rId63" p14:bwMode="auto">
            <p14:nvContentPartPr>
              <p14:cNvPr id="33" name="墨迹 32"/>
              <p14:cNvContentPartPr/>
              <p14:nvPr/>
            </p14:nvContentPartPr>
            <p14:xfrm>
              <a:off x="8375015" y="3473450"/>
              <a:ext cx="220980" cy="481330"/>
            </p14:xfrm>
          </p:contentPart>
        </mc:Choice>
        <mc:Fallback xmlns="">
          <p:pic>
            <p:nvPicPr>
              <p:cNvPr id="33" name="墨迹 32"/>
            </p:nvPicPr>
            <p:blipFill>
              <a:blip r:embed="rId64"/>
            </p:blipFill>
            <p:spPr>
              <a:xfrm>
                <a:off x="8375015" y="3473450"/>
                <a:ext cx="220980" cy="481330"/>
              </a:xfrm>
              <a:prstGeom prst="rect"/>
            </p:spPr>
          </p:pic>
        </mc:Fallback>
      </mc:AlternateContent>
      <mc:AlternateContent xmlns:mc="http://schemas.openxmlformats.org/markup-compatibility/2006" xmlns:p14="http://schemas.microsoft.com/office/powerpoint/2010/main">
        <mc:Choice Requires="p14">
          <p:contentPart r:id="rId65" p14:bwMode="auto">
            <p14:nvContentPartPr>
              <p14:cNvPr id="34" name="墨迹 33"/>
              <p14:cNvContentPartPr/>
              <p14:nvPr/>
            </p14:nvContentPartPr>
            <p14:xfrm>
              <a:off x="8907145" y="3587750"/>
              <a:ext cx="541655" cy="190500"/>
            </p14:xfrm>
          </p:contentPart>
        </mc:Choice>
        <mc:Fallback xmlns="">
          <p:pic>
            <p:nvPicPr>
              <p:cNvPr id="34" name="墨迹 33"/>
            </p:nvPicPr>
            <p:blipFill>
              <a:blip r:embed="rId66"/>
            </p:blipFill>
            <p:spPr>
              <a:xfrm>
                <a:off x="8907145" y="3587750"/>
                <a:ext cx="541655" cy="190500"/>
              </a:xfrm>
              <a:prstGeom prst="rect"/>
            </p:spPr>
          </p:pic>
        </mc:Fallback>
      </mc:AlternateContent>
      <mc:AlternateContent xmlns:mc="http://schemas.openxmlformats.org/markup-compatibility/2006" xmlns:p14="http://schemas.microsoft.com/office/powerpoint/2010/main">
        <mc:Choice Requires="p14">
          <p:contentPart r:id="rId67" p14:bwMode="auto">
            <p14:nvContentPartPr>
              <p14:cNvPr id="35" name="墨迹 34"/>
              <p14:cNvContentPartPr/>
              <p14:nvPr/>
            </p14:nvContentPartPr>
            <p14:xfrm>
              <a:off x="9058275" y="3534410"/>
              <a:ext cx="154940" cy="640080"/>
            </p14:xfrm>
          </p:contentPart>
        </mc:Choice>
        <mc:Fallback xmlns="">
          <p:pic>
            <p:nvPicPr>
              <p:cNvPr id="35" name="墨迹 34"/>
            </p:nvPicPr>
            <p:blipFill>
              <a:blip r:embed="rId68"/>
            </p:blipFill>
            <p:spPr>
              <a:xfrm>
                <a:off x="9058275" y="3534410"/>
                <a:ext cx="154940" cy="640080"/>
              </a:xfrm>
              <a:prstGeom prst="rect"/>
            </p:spPr>
          </p:pic>
        </mc:Fallback>
      </mc:AlternateContent>
      <mc:AlternateContent xmlns:mc="http://schemas.openxmlformats.org/markup-compatibility/2006" xmlns:p14="http://schemas.microsoft.com/office/powerpoint/2010/main">
        <mc:Choice Requires="p14">
          <p:contentPart r:id="rId69" p14:bwMode="auto">
            <p14:nvContentPartPr>
              <p14:cNvPr id="36" name="墨迹 35"/>
              <p14:cNvContentPartPr/>
              <p14:nvPr/>
            </p14:nvContentPartPr>
            <p14:xfrm>
              <a:off x="9715500" y="3705225"/>
              <a:ext cx="283845" cy="43180"/>
            </p14:xfrm>
          </p:contentPart>
        </mc:Choice>
        <mc:Fallback xmlns="">
          <p:pic>
            <p:nvPicPr>
              <p:cNvPr id="36" name="墨迹 35"/>
            </p:nvPicPr>
            <p:blipFill>
              <a:blip r:embed="rId70"/>
            </p:blipFill>
            <p:spPr>
              <a:xfrm>
                <a:off x="9715500" y="3705225"/>
                <a:ext cx="283845" cy="43180"/>
              </a:xfrm>
              <a:prstGeom prst="rect"/>
            </p:spPr>
          </p:pic>
        </mc:Fallback>
      </mc:AlternateContent>
      <mc:AlternateContent xmlns:mc="http://schemas.openxmlformats.org/markup-compatibility/2006" xmlns:p14="http://schemas.microsoft.com/office/powerpoint/2010/main">
        <mc:Choice Requires="p14">
          <p:contentPart r:id="rId71" p14:bwMode="auto">
            <p14:nvContentPartPr>
              <p14:cNvPr id="37" name="墨迹 36"/>
              <p14:cNvContentPartPr/>
              <p14:nvPr/>
            </p14:nvContentPartPr>
            <p14:xfrm>
              <a:off x="9852660" y="3473450"/>
              <a:ext cx="15240" cy="292100"/>
            </p14:xfrm>
          </p:contentPart>
        </mc:Choice>
        <mc:Fallback xmlns="">
          <p:pic>
            <p:nvPicPr>
              <p:cNvPr id="37" name="墨迹 36"/>
            </p:nvPicPr>
            <p:blipFill>
              <a:blip r:embed="rId72"/>
            </p:blipFill>
            <p:spPr>
              <a:xfrm>
                <a:off x="9852660" y="3473450"/>
                <a:ext cx="15240" cy="292100"/>
              </a:xfrm>
              <a:prstGeom prst="rect"/>
            </p:spPr>
          </p:pic>
        </mc:Fallback>
      </mc:AlternateContent>
      <mc:AlternateContent xmlns:mc="http://schemas.openxmlformats.org/markup-compatibility/2006" xmlns:p14="http://schemas.microsoft.com/office/powerpoint/2010/main">
        <mc:Choice Requires="p14">
          <p:contentPart r:id="rId73" p14:bwMode="auto">
            <p14:nvContentPartPr>
              <p14:cNvPr id="38" name="墨迹 37"/>
              <p14:cNvContentPartPr/>
              <p14:nvPr/>
            </p14:nvContentPartPr>
            <p14:xfrm>
              <a:off x="9877425" y="3564890"/>
              <a:ext cx="998855" cy="398145"/>
            </p14:xfrm>
          </p:contentPart>
        </mc:Choice>
        <mc:Fallback xmlns="">
          <p:pic>
            <p:nvPicPr>
              <p:cNvPr id="38" name="墨迹 37"/>
            </p:nvPicPr>
            <p:blipFill>
              <a:blip r:embed="rId74"/>
            </p:blipFill>
            <p:spPr>
              <a:xfrm>
                <a:off x="9877425" y="3564890"/>
                <a:ext cx="998855" cy="398145"/>
              </a:xfrm>
              <a:prstGeom prst="rect"/>
            </p:spPr>
          </p:pic>
        </mc:Fallback>
      </mc:AlternateContent>
      <mc:AlternateContent xmlns:mc="http://schemas.openxmlformats.org/markup-compatibility/2006" xmlns:p14="http://schemas.microsoft.com/office/powerpoint/2010/main">
        <mc:Choice Requires="p14">
          <p:contentPart r:id="rId75" p14:bwMode="auto">
            <p14:nvContentPartPr>
              <p14:cNvPr id="39" name="墨迹 38"/>
              <p14:cNvContentPartPr/>
              <p14:nvPr/>
            </p14:nvContentPartPr>
            <p14:xfrm>
              <a:off x="7002145" y="3160395"/>
              <a:ext cx="748030" cy="606425"/>
            </p14:xfrm>
          </p:contentPart>
        </mc:Choice>
        <mc:Fallback xmlns="">
          <p:pic>
            <p:nvPicPr>
              <p:cNvPr id="39" name="墨迹 38"/>
            </p:nvPicPr>
            <p:blipFill>
              <a:blip r:embed="rId76"/>
            </p:blipFill>
            <p:spPr>
              <a:xfrm>
                <a:off x="7002145" y="3160395"/>
                <a:ext cx="748030" cy="606425"/>
              </a:xfrm>
              <a:prstGeom prst="rect"/>
            </p:spPr>
          </p:pic>
        </mc:Fallback>
      </mc:AlternateContent>
      <mc:AlternateContent xmlns:mc="http://schemas.openxmlformats.org/markup-compatibility/2006" xmlns:p14="http://schemas.microsoft.com/office/powerpoint/2010/main">
        <mc:Choice Requires="p14">
          <p:contentPart r:id="rId77" p14:bwMode="auto">
            <p14:nvContentPartPr>
              <p14:cNvPr id="40" name="墨迹 39"/>
              <p14:cNvContentPartPr/>
              <p14:nvPr/>
            </p14:nvContentPartPr>
            <p14:xfrm>
              <a:off x="5067300" y="4425950"/>
              <a:ext cx="742315" cy="635"/>
            </p14:xfrm>
          </p:contentPart>
        </mc:Choice>
        <mc:Fallback xmlns="">
          <p:pic>
            <p:nvPicPr>
              <p:cNvPr id="40" name="墨迹 39"/>
            </p:nvPicPr>
            <p:blipFill>
              <a:blip r:embed="rId78"/>
            </p:blipFill>
            <p:spPr>
              <a:xfrm>
                <a:off x="5067300" y="4425950"/>
                <a:ext cx="742315" cy="635"/>
              </a:xfrm>
              <a:prstGeom prst="rect"/>
            </p:spPr>
          </p:pic>
        </mc:Fallback>
      </mc:AlternateContent>
      <mc:AlternateContent xmlns:mc="http://schemas.openxmlformats.org/markup-compatibility/2006" xmlns:p14="http://schemas.microsoft.com/office/powerpoint/2010/main">
        <mc:Choice Requires="p14">
          <p:contentPart r:id="rId79" p14:bwMode="auto">
            <p14:nvContentPartPr>
              <p14:cNvPr id="41" name="墨迹 40"/>
              <p14:cNvContentPartPr/>
              <p14:nvPr/>
            </p14:nvContentPartPr>
            <p14:xfrm>
              <a:off x="2245995" y="4326890"/>
              <a:ext cx="139700" cy="385445"/>
            </p14:xfrm>
          </p:contentPart>
        </mc:Choice>
        <mc:Fallback xmlns="">
          <p:pic>
            <p:nvPicPr>
              <p:cNvPr id="41" name="墨迹 40"/>
            </p:nvPicPr>
            <p:blipFill>
              <a:blip r:embed="rId80"/>
            </p:blipFill>
            <p:spPr>
              <a:xfrm>
                <a:off x="2245995" y="4326890"/>
                <a:ext cx="139700" cy="385445"/>
              </a:xfrm>
              <a:prstGeom prst="rect"/>
            </p:spPr>
          </p:pic>
        </mc:Fallback>
      </mc:AlternateContent>
      <mc:AlternateContent xmlns:mc="http://schemas.openxmlformats.org/markup-compatibility/2006" xmlns:p14="http://schemas.microsoft.com/office/powerpoint/2010/main">
        <mc:Choice Requires="p14">
          <p:contentPart r:id="rId81" p14:bwMode="auto">
            <p14:nvContentPartPr>
              <p14:cNvPr id="42" name="墨迹 41"/>
              <p14:cNvContentPartPr/>
              <p14:nvPr/>
            </p14:nvContentPartPr>
            <p14:xfrm>
              <a:off x="2138045" y="4273550"/>
              <a:ext cx="666750" cy="536575"/>
            </p14:xfrm>
          </p:contentPart>
        </mc:Choice>
        <mc:Fallback xmlns="">
          <p:pic>
            <p:nvPicPr>
              <p:cNvPr id="42" name="墨迹 41"/>
            </p:nvPicPr>
            <p:blipFill>
              <a:blip r:embed="rId82"/>
            </p:blipFill>
            <p:spPr>
              <a:xfrm>
                <a:off x="2138045" y="4273550"/>
                <a:ext cx="666750" cy="536575"/>
              </a:xfrm>
              <a:prstGeom prst="rect"/>
            </p:spPr>
          </p:pic>
        </mc:Fallback>
      </mc:AlternateContent>
      <mc:AlternateContent xmlns:mc="http://schemas.openxmlformats.org/markup-compatibility/2006" xmlns:p14="http://schemas.microsoft.com/office/powerpoint/2010/main">
        <mc:Choice Requires="p14">
          <p:contentPart r:id="rId83" p14:bwMode="auto">
            <p14:nvContentPartPr>
              <p14:cNvPr id="43" name="墨迹 42"/>
              <p14:cNvContentPartPr/>
              <p14:nvPr/>
            </p14:nvContentPartPr>
            <p14:xfrm>
              <a:off x="855345" y="4964430"/>
              <a:ext cx="2726055" cy="794385"/>
            </p14:xfrm>
          </p:contentPart>
        </mc:Choice>
        <mc:Fallback xmlns="">
          <p:pic>
            <p:nvPicPr>
              <p:cNvPr id="43" name="墨迹 42"/>
            </p:nvPicPr>
            <p:blipFill>
              <a:blip r:embed="rId84"/>
            </p:blipFill>
            <p:spPr>
              <a:xfrm>
                <a:off x="855345" y="4964430"/>
                <a:ext cx="2726055" cy="794385"/>
              </a:xfrm>
              <a:prstGeom prst="rect"/>
            </p:spPr>
          </p:pic>
        </mc:Fallback>
      </mc:AlternateContent>
      <mc:AlternateContent xmlns:mc="http://schemas.openxmlformats.org/markup-compatibility/2006" xmlns:p14="http://schemas.microsoft.com/office/powerpoint/2010/main">
        <mc:Choice Requires="p14">
          <p:contentPart r:id="rId85" p14:bwMode="auto">
            <p14:nvContentPartPr>
              <p14:cNvPr id="44" name="墨迹 43"/>
              <p14:cNvContentPartPr/>
              <p14:nvPr/>
            </p14:nvContentPartPr>
            <p14:xfrm>
              <a:off x="4724400" y="4980305"/>
              <a:ext cx="855345" cy="1075690"/>
            </p14:xfrm>
          </p:contentPart>
        </mc:Choice>
        <mc:Fallback xmlns="">
          <p:pic>
            <p:nvPicPr>
              <p:cNvPr id="44" name="墨迹 43"/>
            </p:nvPicPr>
            <p:blipFill>
              <a:blip r:embed="rId86"/>
            </p:blipFill>
            <p:spPr>
              <a:xfrm>
                <a:off x="4724400" y="4980305"/>
                <a:ext cx="855345" cy="1075690"/>
              </a:xfrm>
              <a:prstGeom prst="rect"/>
            </p:spPr>
          </p:pic>
        </mc:Fallback>
      </mc:AlternateContent>
      <mc:AlternateContent xmlns:mc="http://schemas.openxmlformats.org/markup-compatibility/2006" xmlns:p14="http://schemas.microsoft.com/office/powerpoint/2010/main">
        <mc:Choice Requires="p14">
          <p:contentPart r:id="rId87" p14:bwMode="auto">
            <p14:nvContentPartPr>
              <p14:cNvPr id="45" name="墨迹 44"/>
              <p14:cNvContentPartPr/>
              <p14:nvPr/>
            </p14:nvContentPartPr>
            <p14:xfrm>
              <a:off x="4579620" y="5422265"/>
              <a:ext cx="933450" cy="93980"/>
            </p14:xfrm>
          </p:contentPart>
        </mc:Choice>
        <mc:Fallback xmlns="">
          <p:pic>
            <p:nvPicPr>
              <p:cNvPr id="45" name="墨迹 44"/>
            </p:nvPicPr>
            <p:blipFill>
              <a:blip r:embed="rId88"/>
            </p:blipFill>
            <p:spPr>
              <a:xfrm>
                <a:off x="4579620" y="5422265"/>
                <a:ext cx="933450" cy="93980"/>
              </a:xfrm>
              <a:prstGeom prst="rect"/>
            </p:spPr>
          </p:pic>
        </mc:Fallback>
      </mc:AlternateContent>
      <mc:AlternateContent xmlns:mc="http://schemas.openxmlformats.org/markup-compatibility/2006" xmlns:p14="http://schemas.microsoft.com/office/powerpoint/2010/main">
        <mc:Choice Requires="p14">
          <p:contentPart r:id="rId89" p14:bwMode="auto">
            <p14:nvContentPartPr>
              <p14:cNvPr id="46" name="墨迹 45"/>
              <p14:cNvContentPartPr/>
              <p14:nvPr/>
            </p14:nvContentPartPr>
            <p14:xfrm>
              <a:off x="2369820" y="3920490"/>
              <a:ext cx="394335" cy="1010920"/>
            </p14:xfrm>
          </p:contentPart>
        </mc:Choice>
        <mc:Fallback xmlns="">
          <p:pic>
            <p:nvPicPr>
              <p:cNvPr id="46" name="墨迹 45"/>
            </p:nvPicPr>
            <p:blipFill>
              <a:blip r:embed="rId90"/>
            </p:blipFill>
            <p:spPr>
              <a:xfrm>
                <a:off x="2369820" y="3920490"/>
                <a:ext cx="394335" cy="1010920"/>
              </a:xfrm>
              <a:prstGeom prst="rect"/>
            </p:spPr>
          </p:pic>
        </mc:Fallback>
      </mc:AlternateContent>
      <mc:AlternateContent xmlns:mc="http://schemas.openxmlformats.org/markup-compatibility/2006" xmlns:p14="http://schemas.microsoft.com/office/powerpoint/2010/main">
        <mc:Choice Requires="p14">
          <p:contentPart r:id="rId91" p14:bwMode="auto">
            <p14:nvContentPartPr>
              <p14:cNvPr id="47" name="墨迹 46"/>
              <p14:cNvContentPartPr/>
              <p14:nvPr/>
            </p14:nvContentPartPr>
            <p14:xfrm>
              <a:off x="2077085" y="4156710"/>
              <a:ext cx="781050" cy="647065"/>
            </p14:xfrm>
          </p:contentPart>
        </mc:Choice>
        <mc:Fallback xmlns="">
          <p:pic>
            <p:nvPicPr>
              <p:cNvPr id="47" name="墨迹 46"/>
            </p:nvPicPr>
            <p:blipFill>
              <a:blip r:embed="rId92"/>
            </p:blipFill>
            <p:spPr>
              <a:xfrm>
                <a:off x="2077085" y="4156710"/>
                <a:ext cx="781050" cy="647065"/>
              </a:xfrm>
              <a:prstGeom prst="rect"/>
            </p:spPr>
          </p:pic>
        </mc:Fallback>
      </mc:AlternateContent>
      <mc:AlternateContent xmlns:mc="http://schemas.openxmlformats.org/markup-compatibility/2006" xmlns:p14="http://schemas.microsoft.com/office/powerpoint/2010/main">
        <mc:Choice Requires="p14">
          <p:contentPart r:id="rId93" p14:bwMode="auto">
            <p14:nvContentPartPr>
              <p14:cNvPr id="48" name="墨迹 47"/>
              <p14:cNvContentPartPr/>
              <p14:nvPr/>
            </p14:nvContentPartPr>
            <p14:xfrm>
              <a:off x="3907155" y="4361815"/>
              <a:ext cx="712470" cy="341630"/>
            </p14:xfrm>
          </p:contentPart>
        </mc:Choice>
        <mc:Fallback xmlns="">
          <p:pic>
            <p:nvPicPr>
              <p:cNvPr id="48" name="墨迹 47"/>
            </p:nvPicPr>
            <p:blipFill>
              <a:blip r:embed="rId94"/>
            </p:blipFill>
            <p:spPr>
              <a:xfrm>
                <a:off x="3907155" y="4361815"/>
                <a:ext cx="712470" cy="341630"/>
              </a:xfrm>
              <a:prstGeom prst="rect"/>
            </p:spPr>
          </p:pic>
        </mc:Fallback>
      </mc:AlternateContent>
      <mc:AlternateContent xmlns:mc="http://schemas.openxmlformats.org/markup-compatibility/2006" xmlns:p14="http://schemas.microsoft.com/office/powerpoint/2010/main">
        <mc:Choice Requires="p14">
          <p:contentPart r:id="rId95" p14:bwMode="auto">
            <p14:nvContentPartPr>
              <p14:cNvPr id="49" name="墨迹 48"/>
              <p14:cNvContentPartPr/>
              <p14:nvPr/>
            </p14:nvContentPartPr>
            <p14:xfrm>
              <a:off x="6660515" y="4521835"/>
              <a:ext cx="455295" cy="360680"/>
            </p14:xfrm>
          </p:contentPart>
        </mc:Choice>
        <mc:Fallback xmlns="">
          <p:pic>
            <p:nvPicPr>
              <p:cNvPr id="49" name="墨迹 48"/>
            </p:nvPicPr>
            <p:blipFill>
              <a:blip r:embed="rId96"/>
            </p:blipFill>
            <p:spPr>
              <a:xfrm>
                <a:off x="6660515" y="4521835"/>
                <a:ext cx="455295" cy="360680"/>
              </a:xfrm>
              <a:prstGeom prst="rect"/>
            </p:spPr>
          </p:pic>
        </mc:Fallback>
      </mc:AlternateContent>
      <mc:AlternateContent xmlns:mc="http://schemas.openxmlformats.org/markup-compatibility/2006" xmlns:p14="http://schemas.microsoft.com/office/powerpoint/2010/main">
        <mc:Choice Requires="p14">
          <p:contentPart r:id="rId97" p14:bwMode="auto">
            <p14:nvContentPartPr>
              <p14:cNvPr id="50" name="墨迹 49"/>
              <p14:cNvContentPartPr/>
              <p14:nvPr/>
            </p14:nvContentPartPr>
            <p14:xfrm>
              <a:off x="7101840" y="4636135"/>
              <a:ext cx="362585" cy="170180"/>
            </p14:xfrm>
          </p:contentPart>
        </mc:Choice>
        <mc:Fallback xmlns="">
          <p:pic>
            <p:nvPicPr>
              <p:cNvPr id="50" name="墨迹 49"/>
            </p:nvPicPr>
            <p:blipFill>
              <a:blip r:embed="rId98"/>
            </p:blipFill>
            <p:spPr>
              <a:xfrm>
                <a:off x="7101840" y="4636135"/>
                <a:ext cx="362585" cy="170180"/>
              </a:xfrm>
              <a:prstGeom prst="rect"/>
            </p:spPr>
          </p:pic>
        </mc:Fallback>
      </mc:AlternateContent>
      <mc:AlternateContent xmlns:mc="http://schemas.openxmlformats.org/markup-compatibility/2006" xmlns:p14="http://schemas.microsoft.com/office/powerpoint/2010/main">
        <mc:Choice Requires="p14">
          <p:contentPart r:id="rId99" p14:bwMode="auto">
            <p14:nvContentPartPr>
              <p14:cNvPr id="51" name="墨迹 50"/>
              <p14:cNvContentPartPr/>
              <p14:nvPr/>
            </p14:nvContentPartPr>
            <p14:xfrm>
              <a:off x="7063740" y="4667250"/>
              <a:ext cx="480695" cy="160655"/>
            </p14:xfrm>
          </p:contentPart>
        </mc:Choice>
        <mc:Fallback xmlns="">
          <p:pic>
            <p:nvPicPr>
              <p:cNvPr id="51" name="墨迹 50"/>
            </p:nvPicPr>
            <p:blipFill>
              <a:blip r:embed="rId100"/>
            </p:blipFill>
            <p:spPr>
              <a:xfrm>
                <a:off x="7063740" y="4667250"/>
                <a:ext cx="480695" cy="160655"/>
              </a:xfrm>
              <a:prstGeom prst="rect"/>
            </p:spPr>
          </p:pic>
        </mc:Fallback>
      </mc:AlternateContent>
      <mc:AlternateContent xmlns:mc="http://schemas.openxmlformats.org/markup-compatibility/2006" xmlns:p14="http://schemas.microsoft.com/office/powerpoint/2010/main">
        <mc:Choice Requires="p14">
          <p:contentPart r:id="rId101" p14:bwMode="auto">
            <p14:nvContentPartPr>
              <p14:cNvPr id="52" name="墨迹 51"/>
              <p14:cNvContentPartPr/>
              <p14:nvPr/>
            </p14:nvContentPartPr>
            <p14:xfrm>
              <a:off x="7734300" y="4561205"/>
              <a:ext cx="308610" cy="15240"/>
            </p14:xfrm>
          </p:contentPart>
        </mc:Choice>
        <mc:Fallback xmlns="">
          <p:pic>
            <p:nvPicPr>
              <p:cNvPr id="52" name="墨迹 51"/>
            </p:nvPicPr>
            <p:blipFill>
              <a:blip r:embed="rId102"/>
            </p:blipFill>
            <p:spPr>
              <a:xfrm>
                <a:off x="7734300" y="4561205"/>
                <a:ext cx="308610" cy="15240"/>
              </a:xfrm>
              <a:prstGeom prst="rect"/>
            </p:spPr>
          </p:pic>
        </mc:Fallback>
      </mc:AlternateContent>
      <mc:AlternateContent xmlns:mc="http://schemas.openxmlformats.org/markup-compatibility/2006" xmlns:p14="http://schemas.microsoft.com/office/powerpoint/2010/main">
        <mc:Choice Requires="p14">
          <p:contentPart r:id="rId103" p14:bwMode="auto">
            <p14:nvContentPartPr>
              <p14:cNvPr id="53" name="墨迹 52"/>
              <p14:cNvContentPartPr/>
              <p14:nvPr/>
            </p14:nvContentPartPr>
            <p14:xfrm>
              <a:off x="7896860" y="4491990"/>
              <a:ext cx="104775" cy="365125"/>
            </p14:xfrm>
          </p:contentPart>
        </mc:Choice>
        <mc:Fallback xmlns="">
          <p:pic>
            <p:nvPicPr>
              <p:cNvPr id="53" name="墨迹 52"/>
            </p:nvPicPr>
            <p:blipFill>
              <a:blip r:embed="rId104"/>
            </p:blipFill>
            <p:spPr>
              <a:xfrm>
                <a:off x="7896860" y="4491990"/>
                <a:ext cx="104775" cy="365125"/>
              </a:xfrm>
              <a:prstGeom prst="rect"/>
            </p:spPr>
          </p:pic>
        </mc:Fallback>
      </mc:AlternateContent>
      <mc:AlternateContent xmlns:mc="http://schemas.openxmlformats.org/markup-compatibility/2006" xmlns:p14="http://schemas.microsoft.com/office/powerpoint/2010/main">
        <mc:Choice Requires="p14">
          <p:contentPart r:id="rId105" p14:bwMode="auto">
            <p14:nvContentPartPr>
              <p14:cNvPr id="54" name="墨迹 53"/>
              <p14:cNvContentPartPr/>
              <p14:nvPr/>
            </p14:nvContentPartPr>
            <p14:xfrm>
              <a:off x="7604760" y="4645660"/>
              <a:ext cx="367030" cy="45085"/>
            </p14:xfrm>
          </p:contentPart>
        </mc:Choice>
        <mc:Fallback xmlns="">
          <p:pic>
            <p:nvPicPr>
              <p:cNvPr id="54" name="墨迹 53"/>
            </p:nvPicPr>
            <p:blipFill>
              <a:blip r:embed="rId106"/>
            </p:blipFill>
            <p:spPr>
              <a:xfrm>
                <a:off x="7604760" y="4645660"/>
                <a:ext cx="367030" cy="45085"/>
              </a:xfrm>
              <a:prstGeom prst="rect"/>
            </p:spPr>
          </p:pic>
        </mc:Fallback>
      </mc:AlternateContent>
      <mc:AlternateContent xmlns:mc="http://schemas.openxmlformats.org/markup-compatibility/2006" xmlns:p14="http://schemas.microsoft.com/office/powerpoint/2010/main">
        <mc:Choice Requires="p14">
          <p:contentPart r:id="rId107" p14:bwMode="auto">
            <p14:nvContentPartPr>
              <p14:cNvPr id="55" name="墨迹 54"/>
              <p14:cNvContentPartPr/>
              <p14:nvPr/>
            </p14:nvContentPartPr>
            <p14:xfrm>
              <a:off x="8161655" y="4423410"/>
              <a:ext cx="130810" cy="162560"/>
            </p14:xfrm>
          </p:contentPart>
        </mc:Choice>
        <mc:Fallback xmlns="">
          <p:pic>
            <p:nvPicPr>
              <p:cNvPr id="55" name="墨迹 54"/>
            </p:nvPicPr>
            <p:blipFill>
              <a:blip r:embed="rId108"/>
            </p:blipFill>
            <p:spPr>
              <a:xfrm>
                <a:off x="8161655" y="4423410"/>
                <a:ext cx="130810" cy="162560"/>
              </a:xfrm>
              <a:prstGeom prst="rect"/>
            </p:spPr>
          </p:pic>
        </mc:Fallback>
      </mc:AlternateContent>
      <mc:AlternateContent xmlns:mc="http://schemas.openxmlformats.org/markup-compatibility/2006" xmlns:p14="http://schemas.microsoft.com/office/powerpoint/2010/main">
        <mc:Choice Requires="p14">
          <p:contentPart r:id="rId109" p14:bwMode="auto">
            <p14:nvContentPartPr>
              <p14:cNvPr id="56" name="墨迹 55"/>
              <p14:cNvContentPartPr/>
              <p14:nvPr/>
            </p14:nvContentPartPr>
            <p14:xfrm>
              <a:off x="8066405" y="4734560"/>
              <a:ext cx="603250" cy="140970"/>
            </p14:xfrm>
          </p:contentPart>
        </mc:Choice>
        <mc:Fallback xmlns="">
          <p:pic>
            <p:nvPicPr>
              <p:cNvPr id="56" name="墨迹 55"/>
            </p:nvPicPr>
            <p:blipFill>
              <a:blip r:embed="rId110"/>
            </p:blipFill>
            <p:spPr>
              <a:xfrm>
                <a:off x="8066405" y="4734560"/>
                <a:ext cx="603250" cy="140970"/>
              </a:xfrm>
              <a:prstGeom prst="rect"/>
            </p:spPr>
          </p:pic>
        </mc:Fallback>
      </mc:AlternateContent>
      <mc:AlternateContent xmlns:mc="http://schemas.openxmlformats.org/markup-compatibility/2006" xmlns:p14="http://schemas.microsoft.com/office/powerpoint/2010/main">
        <mc:Choice Requires="p14">
          <p:contentPart r:id="rId111" p14:bwMode="auto">
            <p14:nvContentPartPr>
              <p14:cNvPr id="57" name="墨迹 56"/>
              <p14:cNvContentPartPr/>
              <p14:nvPr/>
            </p14:nvContentPartPr>
            <p14:xfrm>
              <a:off x="8778240" y="4690110"/>
              <a:ext cx="500380" cy="70485"/>
            </p14:xfrm>
          </p:contentPart>
        </mc:Choice>
        <mc:Fallback xmlns="">
          <p:pic>
            <p:nvPicPr>
              <p:cNvPr id="57" name="墨迹 56"/>
            </p:nvPicPr>
            <p:blipFill>
              <a:blip r:embed="rId112"/>
            </p:blipFill>
            <p:spPr>
              <a:xfrm>
                <a:off x="8778240" y="4690110"/>
                <a:ext cx="500380" cy="70485"/>
              </a:xfrm>
              <a:prstGeom prst="rect"/>
            </p:spPr>
          </p:pic>
        </mc:Fallback>
      </mc:AlternateContent>
      <mc:AlternateContent xmlns:mc="http://schemas.openxmlformats.org/markup-compatibility/2006" xmlns:p14="http://schemas.microsoft.com/office/powerpoint/2010/main">
        <mc:Choice Requires="p14">
          <p:contentPart r:id="rId113" p14:bwMode="auto">
            <p14:nvContentPartPr>
              <p14:cNvPr id="58" name="墨迹 57"/>
              <p14:cNvContentPartPr/>
              <p14:nvPr/>
            </p14:nvContentPartPr>
            <p14:xfrm>
              <a:off x="9089390" y="4636770"/>
              <a:ext cx="47625" cy="369570"/>
            </p14:xfrm>
          </p:contentPart>
        </mc:Choice>
        <mc:Fallback xmlns="">
          <p:pic>
            <p:nvPicPr>
              <p:cNvPr id="58" name="墨迹 57"/>
            </p:nvPicPr>
            <p:blipFill>
              <a:blip r:embed="rId114"/>
            </p:blipFill>
            <p:spPr>
              <a:xfrm>
                <a:off x="9089390" y="4636770"/>
                <a:ext cx="47625" cy="369570"/>
              </a:xfrm>
              <a:prstGeom prst="rect"/>
            </p:spPr>
          </p:pic>
        </mc:Fallback>
      </mc:AlternateContent>
      <mc:AlternateContent xmlns:mc="http://schemas.openxmlformats.org/markup-compatibility/2006" xmlns:p14="http://schemas.microsoft.com/office/powerpoint/2010/main">
        <mc:Choice Requires="p14">
          <p:contentPart r:id="rId115" p14:bwMode="auto">
            <p14:nvContentPartPr>
              <p14:cNvPr id="59" name="墨迹 58"/>
              <p14:cNvContentPartPr/>
              <p14:nvPr/>
            </p14:nvContentPartPr>
            <p14:xfrm>
              <a:off x="9309100" y="4665980"/>
              <a:ext cx="557530" cy="232410"/>
            </p14:xfrm>
          </p:contentPart>
        </mc:Choice>
        <mc:Fallback xmlns="">
          <p:pic>
            <p:nvPicPr>
              <p:cNvPr id="59" name="墨迹 58"/>
            </p:nvPicPr>
            <p:blipFill>
              <a:blip r:embed="rId116"/>
            </p:blipFill>
            <p:spPr>
              <a:xfrm>
                <a:off x="9309100" y="4665980"/>
                <a:ext cx="557530" cy="232410"/>
              </a:xfrm>
              <a:prstGeom prst="rect"/>
            </p:spPr>
          </p:pic>
        </mc:Fallback>
      </mc:AlternateContent>
      <mc:AlternateContent xmlns:mc="http://schemas.openxmlformats.org/markup-compatibility/2006" xmlns:p14="http://schemas.microsoft.com/office/powerpoint/2010/main">
        <mc:Choice Requires="p14">
          <p:contentPart r:id="rId117" p14:bwMode="auto">
            <p14:nvContentPartPr>
              <p14:cNvPr id="60" name="墨迹 59"/>
              <p14:cNvContentPartPr/>
              <p14:nvPr/>
            </p14:nvContentPartPr>
            <p14:xfrm>
              <a:off x="9644380" y="4613910"/>
              <a:ext cx="186055" cy="556895"/>
            </p14:xfrm>
          </p:contentPart>
        </mc:Choice>
        <mc:Fallback xmlns="">
          <p:pic>
            <p:nvPicPr>
              <p:cNvPr id="60" name="墨迹 59"/>
            </p:nvPicPr>
            <p:blipFill>
              <a:blip r:embed="rId118"/>
            </p:blipFill>
            <p:spPr>
              <a:xfrm>
                <a:off x="9644380" y="4613910"/>
                <a:ext cx="186055" cy="556895"/>
              </a:xfrm>
              <a:prstGeom prst="rect"/>
            </p:spPr>
          </p:pic>
        </mc:Fallback>
      </mc:AlternateContent>
      <mc:AlternateContent xmlns:mc="http://schemas.openxmlformats.org/markup-compatibility/2006" xmlns:p14="http://schemas.microsoft.com/office/powerpoint/2010/main">
        <mc:Choice Requires="p14">
          <p:contentPart r:id="rId119" p14:bwMode="auto">
            <p14:nvContentPartPr>
              <p14:cNvPr id="61" name="墨迹 60"/>
              <p14:cNvContentPartPr/>
              <p14:nvPr/>
            </p14:nvContentPartPr>
            <p14:xfrm>
              <a:off x="10032365" y="4690110"/>
              <a:ext cx="304800" cy="348615"/>
            </p14:xfrm>
          </p:contentPart>
        </mc:Choice>
        <mc:Fallback xmlns="">
          <p:pic>
            <p:nvPicPr>
              <p:cNvPr id="61" name="墨迹 60"/>
            </p:nvPicPr>
            <p:blipFill>
              <a:blip r:embed="rId120"/>
            </p:blipFill>
            <p:spPr>
              <a:xfrm>
                <a:off x="10032365" y="4690110"/>
                <a:ext cx="304800" cy="348615"/>
              </a:xfrm>
              <a:prstGeom prst="rect"/>
            </p:spPr>
          </p:pic>
        </mc:Fallback>
      </mc:AlternateContent>
      <mc:AlternateContent xmlns:mc="http://schemas.openxmlformats.org/markup-compatibility/2006" xmlns:p14="http://schemas.microsoft.com/office/powerpoint/2010/main">
        <mc:Choice Requires="p14">
          <p:contentPart r:id="rId121" p14:bwMode="auto">
            <p14:nvContentPartPr>
              <p14:cNvPr id="62" name="墨迹 61"/>
              <p14:cNvContentPartPr/>
              <p14:nvPr/>
            </p14:nvContentPartPr>
            <p14:xfrm>
              <a:off x="10149840" y="4842510"/>
              <a:ext cx="186690" cy="38735"/>
            </p14:xfrm>
          </p:contentPart>
        </mc:Choice>
        <mc:Fallback xmlns="">
          <p:pic>
            <p:nvPicPr>
              <p:cNvPr id="62" name="墨迹 61"/>
            </p:nvPicPr>
            <p:blipFill>
              <a:blip r:embed="rId122"/>
            </p:blipFill>
            <p:spPr>
              <a:xfrm>
                <a:off x="10149840" y="4842510"/>
                <a:ext cx="186690" cy="38735"/>
              </a:xfrm>
              <a:prstGeom prst="rect"/>
            </p:spPr>
          </p:pic>
        </mc:Fallback>
      </mc:AlternateContent>
      <mc:AlternateContent xmlns:mc="http://schemas.openxmlformats.org/markup-compatibility/2006" xmlns:p14="http://schemas.microsoft.com/office/powerpoint/2010/main">
        <mc:Choice Requires="p14">
          <p:contentPart r:id="rId123" p14:bwMode="auto">
            <p14:nvContentPartPr>
              <p14:cNvPr id="63" name="墨迹 62"/>
              <p14:cNvContentPartPr/>
              <p14:nvPr/>
            </p14:nvContentPartPr>
            <p14:xfrm>
              <a:off x="10104120" y="4712970"/>
              <a:ext cx="168275" cy="324485"/>
            </p14:xfrm>
          </p:contentPart>
        </mc:Choice>
        <mc:Fallback xmlns="">
          <p:pic>
            <p:nvPicPr>
              <p:cNvPr id="63" name="墨迹 62"/>
            </p:nvPicPr>
            <p:blipFill>
              <a:blip r:embed="rId124"/>
            </p:blipFill>
            <p:spPr>
              <a:xfrm>
                <a:off x="10104120" y="4712970"/>
                <a:ext cx="168275" cy="324485"/>
              </a:xfrm>
              <a:prstGeom prst="rect"/>
            </p:spPr>
          </p:pic>
        </mc:Fallback>
      </mc:AlternateContent>
      <mc:AlternateContent xmlns:mc="http://schemas.openxmlformats.org/markup-compatibility/2006" xmlns:p14="http://schemas.microsoft.com/office/powerpoint/2010/main">
        <mc:Choice Requires="p14">
          <p:contentPart r:id="rId125" p14:bwMode="auto">
            <p14:nvContentPartPr>
              <p14:cNvPr id="64" name="墨迹 63"/>
              <p14:cNvContentPartPr/>
              <p14:nvPr/>
            </p14:nvContentPartPr>
            <p14:xfrm>
              <a:off x="10146665" y="4792980"/>
              <a:ext cx="318770" cy="165735"/>
            </p14:xfrm>
          </p:contentPart>
        </mc:Choice>
        <mc:Fallback xmlns="">
          <p:pic>
            <p:nvPicPr>
              <p:cNvPr id="64" name="墨迹 63"/>
            </p:nvPicPr>
            <p:blipFill>
              <a:blip r:embed="rId126"/>
            </p:blipFill>
            <p:spPr>
              <a:xfrm>
                <a:off x="10146665" y="4792980"/>
                <a:ext cx="318770" cy="165735"/>
              </a:xfrm>
              <a:prstGeom prst="rect"/>
            </p:spPr>
          </p:pic>
        </mc:Fallback>
      </mc:AlternateContent>
      <mc:AlternateContent xmlns:mc="http://schemas.openxmlformats.org/markup-compatibility/2006" xmlns:p14="http://schemas.microsoft.com/office/powerpoint/2010/main">
        <mc:Choice Requires="p14">
          <p:contentPart r:id="rId127" p14:bwMode="auto">
            <p14:nvContentPartPr>
              <p14:cNvPr id="65" name="墨迹 64"/>
              <p14:cNvContentPartPr/>
              <p14:nvPr/>
            </p14:nvContentPartPr>
            <p14:xfrm>
              <a:off x="10248265" y="4735830"/>
              <a:ext cx="237490" cy="362585"/>
            </p14:xfrm>
          </p:contentPart>
        </mc:Choice>
        <mc:Fallback xmlns="">
          <p:pic>
            <p:nvPicPr>
              <p:cNvPr id="65" name="墨迹 64"/>
            </p:nvPicPr>
            <p:blipFill>
              <a:blip r:embed="rId128"/>
            </p:blipFill>
            <p:spPr>
              <a:xfrm>
                <a:off x="10248265" y="4735830"/>
                <a:ext cx="237490" cy="362585"/>
              </a:xfrm>
              <a:prstGeom prst="rect"/>
            </p:spPr>
          </p:pic>
        </mc:Fallback>
      </mc:AlternateContent>
      <mc:AlternateContent xmlns:mc="http://schemas.openxmlformats.org/markup-compatibility/2006" xmlns:p14="http://schemas.microsoft.com/office/powerpoint/2010/main">
        <mc:Choice Requires="p14">
          <p:contentPart r:id="rId129" p14:bwMode="auto">
            <p14:nvContentPartPr>
              <p14:cNvPr id="66" name="墨迹 65"/>
              <p14:cNvContentPartPr/>
              <p14:nvPr/>
            </p14:nvContentPartPr>
            <p14:xfrm>
              <a:off x="10194925" y="4895850"/>
              <a:ext cx="250825" cy="1044575"/>
            </p14:xfrm>
          </p:contentPart>
        </mc:Choice>
        <mc:Fallback xmlns="">
          <p:pic>
            <p:nvPicPr>
              <p:cNvPr id="66" name="墨迹 65"/>
            </p:nvPicPr>
            <p:blipFill>
              <a:blip r:embed="rId130"/>
            </p:blipFill>
            <p:spPr>
              <a:xfrm>
                <a:off x="10194925" y="4895850"/>
                <a:ext cx="250825" cy="1044575"/>
              </a:xfrm>
              <a:prstGeom prst="rect"/>
            </p:spPr>
          </p:pic>
        </mc:Fallback>
      </mc:AlternateContent>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2018" name="内容占位符 2"/>
          <p:cNvSpPr>
            <a:spLocks noGrp="1"/>
          </p:cNvSpPr>
          <p:nvPr>
            <p:ph idx="1"/>
          </p:nvPr>
        </p:nvSpPr>
        <p:spPr bwMode="auto">
          <a:xfrm>
            <a:off x="773723" y="691662"/>
            <a:ext cx="10808677" cy="438357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normAutofit/>
          </a:bodyPr>
          <a:lstStyle/>
          <a:p>
            <a:r>
              <a:rPr lang="zh-CN" altLang="zh-CN" sz="2000" b="1" dirty="0">
                <a:latin typeface="Times New Roman" panose="02020603050405020304" pitchFamily="18" charset="0"/>
                <a:ea typeface="楷体" panose="02010609060101010101" pitchFamily="49" charset="-122"/>
              </a:rPr>
              <a:t>【</a:t>
            </a:r>
            <a:r>
              <a:rPr lang="en-US" altLang="zh-CN" sz="2000" b="1" dirty="0">
                <a:latin typeface="Times New Roman" panose="02020603050405020304" pitchFamily="18" charset="0"/>
                <a:ea typeface="楷体" panose="02010609060101010101" pitchFamily="49" charset="-122"/>
              </a:rPr>
              <a:t>2009 </a:t>
            </a:r>
            <a:r>
              <a:rPr lang="zh-CN" altLang="zh-CN" sz="2000" b="1" dirty="0">
                <a:latin typeface="Times New Roman" panose="02020603050405020304" pitchFamily="18" charset="0"/>
                <a:ea typeface="楷体" panose="02010609060101010101" pitchFamily="49" charset="-122"/>
              </a:rPr>
              <a:t>统考真题】某计算机字长</a:t>
            </a:r>
            <a:r>
              <a:rPr lang="en-US" altLang="zh-CN" sz="2000" b="1" dirty="0">
                <a:latin typeface="Times New Roman" panose="02020603050405020304" pitchFamily="18" charset="0"/>
                <a:ea typeface="楷体" panose="02010609060101010101" pitchFamily="49" charset="-122"/>
              </a:rPr>
              <a:t> 16 </a:t>
            </a:r>
            <a:r>
              <a:rPr lang="zh-CN" altLang="zh-CN" sz="2000" b="1" dirty="0">
                <a:latin typeface="Times New Roman" panose="02020603050405020304" pitchFamily="18" charset="0"/>
                <a:ea typeface="楷体" panose="02010609060101010101" pitchFamily="49" charset="-122"/>
              </a:rPr>
              <a:t>位，采用</a:t>
            </a:r>
            <a:r>
              <a:rPr lang="en-US" altLang="zh-CN" sz="2000" b="1" dirty="0">
                <a:latin typeface="Times New Roman" panose="02020603050405020304" pitchFamily="18" charset="0"/>
                <a:ea typeface="楷体" panose="02010609060101010101" pitchFamily="49" charset="-122"/>
              </a:rPr>
              <a:t> 16 </a:t>
            </a:r>
            <a:r>
              <a:rPr lang="zh-CN" altLang="zh-CN" sz="2000" b="1" dirty="0">
                <a:latin typeface="Times New Roman" panose="02020603050405020304" pitchFamily="18" charset="0"/>
                <a:ea typeface="楷体" panose="02010609060101010101" pitchFamily="49" charset="-122"/>
              </a:rPr>
              <a:t>位定长指令字结构，部分数据通路结构如下图所示。图中所有控制信号为</a:t>
            </a:r>
            <a:r>
              <a:rPr lang="en-US" altLang="zh-CN" sz="2000" b="1" dirty="0">
                <a:latin typeface="Times New Roman" panose="02020603050405020304" pitchFamily="18" charset="0"/>
                <a:ea typeface="楷体" panose="02010609060101010101" pitchFamily="49" charset="-122"/>
              </a:rPr>
              <a:t> 1 </a:t>
            </a:r>
            <a:r>
              <a:rPr lang="zh-CN" altLang="zh-CN" sz="2000" b="1" dirty="0">
                <a:latin typeface="Times New Roman" panose="02020603050405020304" pitchFamily="18" charset="0"/>
                <a:ea typeface="楷体" panose="02010609060101010101" pitchFamily="49" charset="-122"/>
              </a:rPr>
              <a:t>时表示有效，为</a:t>
            </a:r>
            <a:r>
              <a:rPr lang="en-US" altLang="zh-CN" sz="2000" b="1" dirty="0">
                <a:latin typeface="Times New Roman" panose="02020603050405020304" pitchFamily="18" charset="0"/>
                <a:ea typeface="楷体" panose="02010609060101010101" pitchFamily="49" charset="-122"/>
              </a:rPr>
              <a:t> 0 </a:t>
            </a:r>
            <a:r>
              <a:rPr lang="zh-CN" altLang="zh-CN" sz="2000" b="1" dirty="0">
                <a:latin typeface="Times New Roman" panose="02020603050405020304" pitchFamily="18" charset="0"/>
                <a:ea typeface="楷体" panose="02010609060101010101" pitchFamily="49" charset="-122"/>
              </a:rPr>
              <a:t>时表示无效。例如，控制信号</a:t>
            </a:r>
            <a:r>
              <a:rPr lang="en-US" altLang="zh-CN" sz="2000" b="1" dirty="0" err="1">
                <a:latin typeface="Times New Roman" panose="02020603050405020304" pitchFamily="18" charset="0"/>
                <a:ea typeface="楷体" panose="02010609060101010101" pitchFamily="49" charset="-122"/>
              </a:rPr>
              <a:t>MDRinE</a:t>
            </a:r>
            <a:r>
              <a:rPr lang="en-US" altLang="zh-CN" sz="2000" b="1" dirty="0">
                <a:latin typeface="Times New Roman" panose="02020603050405020304" pitchFamily="18" charset="0"/>
                <a:ea typeface="楷体" panose="02010609060101010101" pitchFamily="49" charset="-122"/>
              </a:rPr>
              <a:t> </a:t>
            </a:r>
            <a:r>
              <a:rPr lang="zh-CN" altLang="zh-CN" sz="2000" b="1" dirty="0">
                <a:latin typeface="Times New Roman" panose="02020603050405020304" pitchFamily="18" charset="0"/>
                <a:ea typeface="楷体" panose="02010609060101010101" pitchFamily="49" charset="-122"/>
              </a:rPr>
              <a:t>为</a:t>
            </a:r>
            <a:r>
              <a:rPr lang="en-US" altLang="zh-CN" sz="2000" b="1" dirty="0">
                <a:latin typeface="Times New Roman" panose="02020603050405020304" pitchFamily="18" charset="0"/>
                <a:ea typeface="楷体" panose="02010609060101010101" pitchFamily="49" charset="-122"/>
              </a:rPr>
              <a:t> 1 </a:t>
            </a:r>
            <a:r>
              <a:rPr lang="zh-CN" altLang="zh-CN" sz="2000" b="1" dirty="0">
                <a:latin typeface="Times New Roman" panose="02020603050405020304" pitchFamily="18" charset="0"/>
                <a:ea typeface="楷体" panose="02010609060101010101" pitchFamily="49" charset="-122"/>
              </a:rPr>
              <a:t>表示允许数据从</a:t>
            </a:r>
            <a:r>
              <a:rPr lang="en-US" altLang="zh-CN" sz="2000" b="1" dirty="0">
                <a:latin typeface="Times New Roman" panose="02020603050405020304" pitchFamily="18" charset="0"/>
                <a:ea typeface="楷体" panose="02010609060101010101" pitchFamily="49" charset="-122"/>
              </a:rPr>
              <a:t> DB </a:t>
            </a:r>
            <a:r>
              <a:rPr lang="zh-CN" altLang="zh-CN" sz="2000" b="1" dirty="0">
                <a:latin typeface="Times New Roman" panose="02020603050405020304" pitchFamily="18" charset="0"/>
                <a:ea typeface="楷体" panose="02010609060101010101" pitchFamily="49" charset="-122"/>
              </a:rPr>
              <a:t>打入</a:t>
            </a:r>
            <a:r>
              <a:rPr lang="en-US" altLang="zh-CN" sz="2000" b="1" dirty="0">
                <a:latin typeface="Times New Roman" panose="02020603050405020304" pitchFamily="18" charset="0"/>
                <a:ea typeface="楷体" panose="02010609060101010101" pitchFamily="49" charset="-122"/>
              </a:rPr>
              <a:t> MDR</a:t>
            </a:r>
            <a:r>
              <a:rPr lang="zh-CN" altLang="zh-CN" sz="2000" b="1" dirty="0">
                <a:latin typeface="Times New Roman" panose="02020603050405020304" pitchFamily="18" charset="0"/>
                <a:ea typeface="楷体" panose="02010609060101010101" pitchFamily="49" charset="-122"/>
              </a:rPr>
              <a:t>，</a:t>
            </a:r>
            <a:r>
              <a:rPr lang="en-US" altLang="zh-CN" sz="2000" b="1" dirty="0" err="1">
                <a:latin typeface="Times New Roman" panose="02020603050405020304" pitchFamily="18" charset="0"/>
                <a:ea typeface="楷体" panose="02010609060101010101" pitchFamily="49" charset="-122"/>
              </a:rPr>
              <a:t>MDRin</a:t>
            </a:r>
            <a:r>
              <a:rPr lang="en-US" altLang="zh-CN" sz="2000" b="1" dirty="0">
                <a:latin typeface="Times New Roman" panose="02020603050405020304" pitchFamily="18" charset="0"/>
                <a:ea typeface="楷体" panose="02010609060101010101" pitchFamily="49" charset="-122"/>
              </a:rPr>
              <a:t> </a:t>
            </a:r>
            <a:r>
              <a:rPr lang="zh-CN" altLang="zh-CN" sz="2000" b="1" dirty="0">
                <a:latin typeface="Times New Roman" panose="02020603050405020304" pitchFamily="18" charset="0"/>
                <a:ea typeface="楷体" panose="02010609060101010101" pitchFamily="49" charset="-122"/>
              </a:rPr>
              <a:t>为</a:t>
            </a:r>
            <a:r>
              <a:rPr lang="en-US" altLang="zh-CN" sz="2000" b="1" dirty="0">
                <a:latin typeface="Times New Roman" panose="02020603050405020304" pitchFamily="18" charset="0"/>
                <a:ea typeface="楷体" panose="02010609060101010101" pitchFamily="49" charset="-122"/>
              </a:rPr>
              <a:t> 1 </a:t>
            </a:r>
            <a:r>
              <a:rPr lang="zh-CN" altLang="zh-CN" sz="2000" b="1" dirty="0">
                <a:latin typeface="Times New Roman" panose="02020603050405020304" pitchFamily="18" charset="0"/>
                <a:ea typeface="楷体" panose="02010609060101010101" pitchFamily="49" charset="-122"/>
              </a:rPr>
              <a:t>表示允许数据从总线打入</a:t>
            </a:r>
            <a:r>
              <a:rPr lang="en-US" altLang="zh-CN" sz="2000" b="1" dirty="0">
                <a:latin typeface="Times New Roman" panose="02020603050405020304" pitchFamily="18" charset="0"/>
                <a:ea typeface="楷体" panose="02010609060101010101" pitchFamily="49" charset="-122"/>
              </a:rPr>
              <a:t>MDR</a:t>
            </a:r>
            <a:r>
              <a:rPr lang="zh-CN" altLang="zh-CN" sz="2000" b="1" dirty="0">
                <a:latin typeface="Times New Roman" panose="02020603050405020304" pitchFamily="18" charset="0"/>
                <a:ea typeface="楷体" panose="02010609060101010101" pitchFamily="49" charset="-122"/>
              </a:rPr>
              <a:t>。假设</a:t>
            </a:r>
            <a:r>
              <a:rPr lang="en-US" altLang="zh-CN" sz="2000" b="1" dirty="0">
                <a:latin typeface="Times New Roman" panose="02020603050405020304" pitchFamily="18" charset="0"/>
                <a:ea typeface="楷体" panose="02010609060101010101" pitchFamily="49" charset="-122"/>
              </a:rPr>
              <a:t> MAR </a:t>
            </a:r>
            <a:r>
              <a:rPr lang="zh-CN" altLang="zh-CN" sz="2000" b="1" dirty="0">
                <a:latin typeface="Times New Roman" panose="02020603050405020304" pitchFamily="18" charset="0"/>
                <a:ea typeface="楷体" panose="02010609060101010101" pitchFamily="49" charset="-122"/>
              </a:rPr>
              <a:t>的输出一直处于使能状态。加法指令</a:t>
            </a:r>
            <a:r>
              <a:rPr lang="en-US" altLang="zh-CN" sz="2000" b="1" dirty="0">
                <a:latin typeface="Times New Roman" panose="02020603050405020304" pitchFamily="18" charset="0"/>
                <a:ea typeface="楷体" panose="02010609060101010101" pitchFamily="49" charset="-122"/>
              </a:rPr>
              <a:t>“ADD</a:t>
            </a:r>
            <a:r>
              <a:rPr lang="zh-CN" altLang="zh-CN" sz="2000" b="1" dirty="0">
                <a:latin typeface="Times New Roman" panose="02020603050405020304" pitchFamily="18" charset="0"/>
                <a:ea typeface="楷体" panose="02010609060101010101" pitchFamily="49" charset="-122"/>
              </a:rPr>
              <a:t>（</a:t>
            </a:r>
            <a:r>
              <a:rPr lang="en-US" altLang="zh-CN" sz="2000" b="1" dirty="0">
                <a:latin typeface="Times New Roman" panose="02020603050405020304" pitchFamily="18" charset="0"/>
                <a:ea typeface="楷体" panose="02010609060101010101" pitchFamily="49" charset="-122"/>
              </a:rPr>
              <a:t>R1)</a:t>
            </a:r>
            <a:r>
              <a:rPr lang="zh-CN" altLang="zh-CN" sz="2000" b="1" dirty="0">
                <a:latin typeface="Times New Roman" panose="02020603050405020304" pitchFamily="18" charset="0"/>
                <a:ea typeface="楷体" panose="02010609060101010101" pitchFamily="49" charset="-122"/>
              </a:rPr>
              <a:t>，</a:t>
            </a:r>
            <a:r>
              <a:rPr lang="en-US" altLang="zh-CN" sz="2000" b="1" dirty="0">
                <a:latin typeface="Times New Roman" panose="02020603050405020304" pitchFamily="18" charset="0"/>
                <a:ea typeface="楷体" panose="02010609060101010101" pitchFamily="49" charset="-122"/>
              </a:rPr>
              <a:t> R0”</a:t>
            </a:r>
            <a:r>
              <a:rPr lang="zh-CN" altLang="zh-CN" sz="2000" b="1" dirty="0">
                <a:latin typeface="Times New Roman" panose="02020603050405020304" pitchFamily="18" charset="0"/>
                <a:ea typeface="楷体" panose="02010609060101010101" pitchFamily="49" charset="-122"/>
              </a:rPr>
              <a:t>的功能为</a:t>
            </a:r>
            <a:r>
              <a:rPr lang="en-US" altLang="zh-CN" sz="2000" b="1" dirty="0">
                <a:latin typeface="Times New Roman" panose="02020603050405020304" pitchFamily="18" charset="0"/>
                <a:ea typeface="楷体" panose="02010609060101010101" pitchFamily="49" charset="-122"/>
              </a:rPr>
              <a:t>(R0)+((R1))→ (R1)</a:t>
            </a:r>
            <a:r>
              <a:rPr lang="zh-CN" altLang="zh-CN" sz="2000" b="1" dirty="0">
                <a:latin typeface="Times New Roman" panose="02020603050405020304" pitchFamily="18" charset="0"/>
                <a:ea typeface="楷体" panose="02010609060101010101" pitchFamily="49" charset="-122"/>
              </a:rPr>
              <a:t>，即将</a:t>
            </a:r>
            <a:r>
              <a:rPr lang="en-US" altLang="zh-CN" sz="2000" b="1" dirty="0">
                <a:latin typeface="Times New Roman" panose="02020603050405020304" pitchFamily="18" charset="0"/>
                <a:ea typeface="楷体" panose="02010609060101010101" pitchFamily="49" charset="-122"/>
              </a:rPr>
              <a:t> R0 </a:t>
            </a:r>
            <a:r>
              <a:rPr lang="zh-CN" altLang="zh-CN" sz="2000" b="1" dirty="0">
                <a:latin typeface="Times New Roman" panose="02020603050405020304" pitchFamily="18" charset="0"/>
                <a:ea typeface="楷体" panose="02010609060101010101" pitchFamily="49" charset="-122"/>
              </a:rPr>
              <a:t>中的数据与</a:t>
            </a:r>
            <a:r>
              <a:rPr lang="en-US" altLang="zh-CN" sz="2000" b="1" dirty="0">
                <a:latin typeface="Times New Roman" panose="02020603050405020304" pitchFamily="18" charset="0"/>
                <a:ea typeface="楷体" panose="02010609060101010101" pitchFamily="49" charset="-122"/>
              </a:rPr>
              <a:t> R1 </a:t>
            </a:r>
            <a:r>
              <a:rPr lang="zh-CN" altLang="zh-CN" sz="2000" b="1" dirty="0">
                <a:latin typeface="Times New Roman" panose="02020603050405020304" pitchFamily="18" charset="0"/>
                <a:ea typeface="楷体" panose="02010609060101010101" pitchFamily="49" charset="-122"/>
              </a:rPr>
              <a:t>的内容所指主存单元的数据相加，并将结果送入</a:t>
            </a:r>
            <a:r>
              <a:rPr lang="en-US" altLang="zh-CN" sz="2000" b="1" dirty="0">
                <a:latin typeface="Times New Roman" panose="02020603050405020304" pitchFamily="18" charset="0"/>
                <a:ea typeface="楷体" panose="02010609060101010101" pitchFamily="49" charset="-122"/>
              </a:rPr>
              <a:t> R1 </a:t>
            </a:r>
            <a:r>
              <a:rPr lang="zh-CN" altLang="zh-CN" sz="2000" b="1" dirty="0">
                <a:latin typeface="Times New Roman" panose="02020603050405020304" pitchFamily="18" charset="0"/>
                <a:ea typeface="楷体" panose="02010609060101010101" pitchFamily="49" charset="-122"/>
              </a:rPr>
              <a:t>的内容所指主存单元中保存。</a:t>
            </a:r>
            <a:r>
              <a:rPr lang="en-US" altLang="zh-CN" sz="2000" b="1" dirty="0">
                <a:solidFill>
                  <a:srgbClr val="FF0000"/>
                </a:solidFill>
                <a:highlight>
                  <a:srgbClr val="FFFF00"/>
                </a:highlight>
                <a:latin typeface="Times New Roman" panose="02020603050405020304" pitchFamily="18" charset="0"/>
                <a:ea typeface="楷体" panose="02010609060101010101" pitchFamily="49" charset="-122"/>
              </a:rPr>
              <a:t>2024</a:t>
            </a:r>
            <a:r>
              <a:rPr lang="zh-CN" altLang="en-US" sz="2000" b="1" dirty="0">
                <a:solidFill>
                  <a:srgbClr val="FF0000"/>
                </a:solidFill>
                <a:highlight>
                  <a:srgbClr val="FFFF00"/>
                </a:highlight>
                <a:latin typeface="Times New Roman" panose="02020603050405020304" pitchFamily="18" charset="0"/>
                <a:ea typeface="楷体" panose="02010609060101010101" pitchFamily="49" charset="-122"/>
              </a:rPr>
              <a:t>版</a:t>
            </a:r>
            <a:r>
              <a:rPr lang="en-US" altLang="zh-CN" sz="2000" b="1" dirty="0">
                <a:solidFill>
                  <a:srgbClr val="FF0000"/>
                </a:solidFill>
                <a:highlight>
                  <a:srgbClr val="FFFF00"/>
                </a:highlight>
                <a:latin typeface="Times New Roman" panose="02020603050405020304" pitchFamily="18" charset="0"/>
                <a:ea typeface="楷体" panose="02010609060101010101" pitchFamily="49" charset="-122"/>
              </a:rPr>
              <a:t>P208 T07</a:t>
            </a:r>
            <a:endParaRPr lang="en-US" altLang="zh-CN" sz="2000" b="1" dirty="0">
              <a:solidFill>
                <a:srgbClr val="FF0000"/>
              </a:solidFill>
              <a:highlight>
                <a:srgbClr val="FFFF00"/>
              </a:highlight>
              <a:latin typeface="Times New Roman" panose="02020603050405020304" pitchFamily="18" charset="0"/>
              <a:ea typeface="楷体" panose="02010609060101010101" pitchFamily="49" charset="-122"/>
            </a:endParaRPr>
          </a:p>
          <a:p>
            <a:r>
              <a:rPr lang="zh-CN" altLang="zh-CN" sz="2000" b="1" dirty="0">
                <a:latin typeface="Times New Roman" panose="02020603050405020304" pitchFamily="18" charset="0"/>
                <a:ea typeface="楷体" panose="02010609060101010101" pitchFamily="49" charset="-122"/>
              </a:rPr>
              <a:t>下表给出了上述指令取指和译码阶段每个节拍（时钟周期）的功能和有效控制信号，请按表中描述方式用表格列出指令执行阶段每个节拍的功能和有效控制信号。</a:t>
            </a:r>
            <a:endParaRPr lang="en-US" altLang="zh-CN" sz="2000" b="1" dirty="0">
              <a:latin typeface="Times New Roman" panose="02020603050405020304" pitchFamily="18" charset="0"/>
              <a:ea typeface="楷体" panose="02010609060101010101" pitchFamily="49" charset="-122"/>
            </a:endParaRPr>
          </a:p>
          <a:p>
            <a:endParaRPr lang="zh-CN" altLang="zh-CN" sz="2000" dirty="0"/>
          </a:p>
          <a:p>
            <a:endParaRPr lang="zh-CN" altLang="zh-CN" dirty="0"/>
          </a:p>
          <a:p>
            <a:endParaRPr lang="zh-CN" altLang="en-US" dirty="0" smtClean="0"/>
          </a:p>
        </p:txBody>
      </p:sp>
      <p:pic>
        <p:nvPicPr>
          <p:cNvPr id="342019" name="图片 3"/>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524000" y="3481754"/>
            <a:ext cx="8112369" cy="19840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4066" name="内容占位符 3"/>
          <p:cNvPicPr>
            <a:picLocks noGrp="1" noChangeAspect="1"/>
          </p:cNvPicPr>
          <p:nvPr>
            <p:ph idx="1"/>
          </p:nvPr>
        </p:nvPicPr>
        <p:blipFill>
          <a:blip r:embed="rId1">
            <a:extLst>
              <a:ext uri="{28A0092B-C50C-407E-A947-70E740481C1C}">
                <a14:useLocalDpi xmlns:a14="http://schemas.microsoft.com/office/drawing/2010/main" val="0"/>
              </a:ext>
            </a:extLst>
          </a:blip>
          <a:srcRect/>
          <a:stretch>
            <a:fillRect/>
          </a:stretch>
        </p:blipFill>
        <p:spPr bwMode="auto">
          <a:xfrm>
            <a:off x="1377462" y="621323"/>
            <a:ext cx="8392013" cy="56446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5090" name="内容占位符 3"/>
          <p:cNvPicPr>
            <a:picLocks noGrp="1" noChangeAspect="1"/>
          </p:cNvPicPr>
          <p:nvPr>
            <p:ph idx="1"/>
          </p:nvPr>
        </p:nvPicPr>
        <p:blipFill>
          <a:blip r:embed="rId1">
            <a:extLst>
              <a:ext uri="{28A0092B-C50C-407E-A947-70E740481C1C}">
                <a14:useLocalDpi xmlns:a14="http://schemas.microsoft.com/office/drawing/2010/main" val="0"/>
              </a:ext>
            </a:extLst>
          </a:blip>
          <a:srcRect/>
          <a:stretch>
            <a:fillRect/>
          </a:stretch>
        </p:blipFill>
        <p:spPr bwMode="auto">
          <a:xfrm>
            <a:off x="1418492" y="836612"/>
            <a:ext cx="8792308" cy="538247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6114" name="内容占位符 2"/>
          <p:cNvSpPr>
            <a:spLocks noGrp="1"/>
          </p:cNvSpPr>
          <p:nvPr>
            <p:ph idx="1"/>
          </p:nvPr>
        </p:nvSpPr>
        <p:spPr bwMode="auto">
          <a:xfrm>
            <a:off x="806574" y="1066801"/>
            <a:ext cx="10594118" cy="45259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normAutofit/>
          </a:bodyPr>
          <a:lstStyle/>
          <a:p>
            <a:r>
              <a:rPr lang="zh-CN" altLang="zh-CN" b="1" dirty="0">
                <a:latin typeface="Times New Roman" panose="02020603050405020304" pitchFamily="18" charset="0"/>
                <a:ea typeface="楷体" panose="02010609060101010101" pitchFamily="49" charset="-122"/>
              </a:rPr>
              <a:t>今有</a:t>
            </a:r>
            <a:r>
              <a:rPr lang="en-US" altLang="zh-CN" b="1" dirty="0">
                <a:latin typeface="Times New Roman" panose="02020603050405020304" pitchFamily="18" charset="0"/>
                <a:ea typeface="楷体" panose="02010609060101010101" pitchFamily="49" charset="-122"/>
              </a:rPr>
              <a:t>4</a:t>
            </a:r>
            <a:r>
              <a:rPr lang="zh-CN" altLang="zh-CN" b="1" dirty="0">
                <a:latin typeface="Times New Roman" panose="02020603050405020304" pitchFamily="18" charset="0"/>
                <a:ea typeface="楷体" panose="02010609060101010101" pitchFamily="49" charset="-122"/>
              </a:rPr>
              <a:t>级流水线分别完成取值、指令译码并取数、运算、送结果四步操作，今假设完成各步操作的时间依次为</a:t>
            </a:r>
            <a:r>
              <a:rPr lang="en-US" altLang="zh-CN" b="1" dirty="0">
                <a:latin typeface="Times New Roman" panose="02020603050405020304" pitchFamily="18" charset="0"/>
                <a:ea typeface="楷体" panose="02010609060101010101" pitchFamily="49" charset="-122"/>
              </a:rPr>
              <a:t>100ns,100ns,80ns,50ns</a:t>
            </a:r>
            <a:r>
              <a:rPr lang="zh-CN" altLang="zh-CN" b="1" dirty="0">
                <a:latin typeface="Times New Roman" panose="02020603050405020304" pitchFamily="18" charset="0"/>
                <a:ea typeface="楷体" panose="02010609060101010101" pitchFamily="49" charset="-122"/>
              </a:rPr>
              <a:t>。</a:t>
            </a:r>
            <a:endParaRPr lang="zh-CN" altLang="zh-CN" b="1" dirty="0">
              <a:latin typeface="Times New Roman" panose="02020603050405020304" pitchFamily="18" charset="0"/>
              <a:ea typeface="楷体" panose="02010609060101010101" pitchFamily="49" charset="-122"/>
            </a:endParaRPr>
          </a:p>
          <a:p>
            <a:r>
              <a:rPr lang="zh-CN" altLang="zh-CN" b="1" dirty="0">
                <a:latin typeface="Times New Roman" panose="02020603050405020304" pitchFamily="18" charset="0"/>
                <a:ea typeface="楷体" panose="02010609060101010101" pitchFamily="49" charset="-122"/>
              </a:rPr>
              <a:t>请问：</a:t>
            </a:r>
            <a:endParaRPr lang="en-US" altLang="zh-CN" b="1" dirty="0">
              <a:latin typeface="Times New Roman" panose="02020603050405020304" pitchFamily="18" charset="0"/>
              <a:ea typeface="楷体" panose="02010609060101010101" pitchFamily="49" charset="-122"/>
            </a:endParaRPr>
          </a:p>
          <a:p>
            <a:r>
              <a:rPr lang="zh-CN" altLang="zh-CN" b="1" dirty="0">
                <a:latin typeface="Times New Roman" panose="02020603050405020304" pitchFamily="18" charset="0"/>
                <a:ea typeface="楷体" panose="02010609060101010101" pitchFamily="49" charset="-122"/>
              </a:rPr>
              <a:t>（</a:t>
            </a:r>
            <a:r>
              <a:rPr lang="en-US" altLang="zh-CN" b="1" dirty="0">
                <a:latin typeface="Times New Roman" panose="02020603050405020304" pitchFamily="18" charset="0"/>
                <a:ea typeface="楷体" panose="02010609060101010101" pitchFamily="49" charset="-122"/>
              </a:rPr>
              <a:t>1</a:t>
            </a:r>
            <a:r>
              <a:rPr lang="zh-CN" altLang="zh-CN" b="1" dirty="0">
                <a:latin typeface="Times New Roman" panose="02020603050405020304" pitchFamily="18" charset="0"/>
                <a:ea typeface="楷体" panose="02010609060101010101" pitchFamily="49" charset="-122"/>
              </a:rPr>
              <a:t>）流水线的操作周期应设计为多少？</a:t>
            </a:r>
            <a:endParaRPr lang="zh-CN" altLang="zh-CN" b="1" dirty="0">
              <a:latin typeface="Times New Roman" panose="02020603050405020304" pitchFamily="18" charset="0"/>
              <a:ea typeface="楷体" panose="02010609060101010101" pitchFamily="49" charset="-122"/>
            </a:endParaRPr>
          </a:p>
          <a:p>
            <a:r>
              <a:rPr lang="zh-CN" altLang="zh-CN" b="1" dirty="0">
                <a:latin typeface="Times New Roman" panose="02020603050405020304" pitchFamily="18" charset="0"/>
                <a:ea typeface="楷体" panose="02010609060101010101" pitchFamily="49" charset="-122"/>
              </a:rPr>
              <a:t>（</a:t>
            </a:r>
            <a:r>
              <a:rPr lang="en-US" altLang="zh-CN" b="1" dirty="0">
                <a:latin typeface="Times New Roman" panose="02020603050405020304" pitchFamily="18" charset="0"/>
                <a:ea typeface="楷体" panose="02010609060101010101" pitchFamily="49" charset="-122"/>
              </a:rPr>
              <a:t>2</a:t>
            </a:r>
            <a:r>
              <a:rPr lang="zh-CN" altLang="zh-CN" b="1" dirty="0">
                <a:latin typeface="Times New Roman" panose="02020603050405020304" pitchFamily="18" charset="0"/>
                <a:ea typeface="楷体" panose="02010609060101010101" pitchFamily="49" charset="-122"/>
              </a:rPr>
              <a:t>）若相邻两条指令发生数据相关，而且在硬件上不采取措施，那么第二条指令要推迟多少时间进行。</a:t>
            </a:r>
            <a:endParaRPr lang="zh-CN" altLang="zh-CN" b="1" dirty="0">
              <a:latin typeface="Times New Roman" panose="02020603050405020304" pitchFamily="18" charset="0"/>
              <a:ea typeface="楷体" panose="02010609060101010101" pitchFamily="49" charset="-122"/>
            </a:endParaRPr>
          </a:p>
          <a:p>
            <a:r>
              <a:rPr lang="zh-CN" altLang="zh-CN" b="1" dirty="0">
                <a:latin typeface="Times New Roman" panose="02020603050405020304" pitchFamily="18" charset="0"/>
                <a:ea typeface="楷体" panose="02010609060101010101" pitchFamily="49" charset="-122"/>
              </a:rPr>
              <a:t>（</a:t>
            </a:r>
            <a:r>
              <a:rPr lang="en-US" altLang="zh-CN" b="1" dirty="0">
                <a:latin typeface="Times New Roman" panose="02020603050405020304" pitchFamily="18" charset="0"/>
                <a:ea typeface="楷体" panose="02010609060101010101" pitchFamily="49" charset="-122"/>
              </a:rPr>
              <a:t>3</a:t>
            </a:r>
            <a:r>
              <a:rPr lang="zh-CN" altLang="zh-CN" b="1" dirty="0">
                <a:latin typeface="Times New Roman" panose="02020603050405020304" pitchFamily="18" charset="0"/>
                <a:ea typeface="楷体" panose="02010609060101010101" pitchFamily="49" charset="-122"/>
              </a:rPr>
              <a:t>）如果在硬件设计上加以改进，至少需推迟多少时间</a:t>
            </a:r>
            <a:r>
              <a:rPr lang="zh-CN" altLang="zh-CN" dirty="0"/>
              <a:t>？</a:t>
            </a:r>
            <a:br>
              <a:rPr lang="en-US" altLang="zh-CN" dirty="0" smtClean="0"/>
            </a:br>
            <a:endParaRPr lang="en-US" altLang="zh-CN" dirty="0" smtClean="0"/>
          </a:p>
          <a:p>
            <a:r>
              <a:rPr lang="en-US" altLang="zh-CN" dirty="0" smtClean="0">
                <a:solidFill>
                  <a:srgbClr val="FF0000"/>
                </a:solidFill>
                <a:highlight>
                  <a:srgbClr val="FFFF00"/>
                </a:highlight>
              </a:rPr>
              <a:t>P246 T1</a:t>
            </a:r>
            <a:endParaRPr lang="en-US" altLang="zh-CN" dirty="0" smtClean="0">
              <a:solidFill>
                <a:srgbClr val="FF0000"/>
              </a:solidFill>
              <a:highlight>
                <a:srgbClr val="FFFF00"/>
              </a:highlight>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73723" y="765177"/>
            <a:ext cx="10591800" cy="5506670"/>
          </a:xfrm>
        </p:spPr>
        <p:txBody>
          <a:bodyPr/>
          <a:lstStyle/>
          <a:p>
            <a:pPr>
              <a:defRPr/>
            </a:pPr>
            <a:r>
              <a:rPr lang="en-US" altLang="zh-CN" sz="2000" b="1" dirty="0">
                <a:latin typeface="Times New Roman" panose="02020603050405020304" pitchFamily="18" charset="0"/>
                <a:ea typeface="楷体" panose="02010609060101010101" pitchFamily="49" charset="-122"/>
              </a:rPr>
              <a:t>(1) </a:t>
            </a:r>
            <a:r>
              <a:rPr lang="zh-CN" altLang="en-US" sz="2000" b="1" dirty="0">
                <a:latin typeface="Times New Roman" panose="02020603050405020304" pitchFamily="18" charset="0"/>
                <a:ea typeface="楷体" panose="02010609060101010101" pitchFamily="49" charset="-122"/>
              </a:rPr>
              <a:t>流水线的操作时钟周期 </a:t>
            </a:r>
            <a:r>
              <a:rPr lang="en-US" altLang="zh-CN" sz="2000" b="1" dirty="0">
                <a:latin typeface="Times New Roman" panose="02020603050405020304" pitchFamily="18" charset="0"/>
                <a:ea typeface="楷体" panose="02010609060101010101" pitchFamily="49" charset="-122"/>
              </a:rPr>
              <a:t>t</a:t>
            </a:r>
            <a:r>
              <a:rPr lang="zh-CN" altLang="en-US" sz="2000" b="1" dirty="0">
                <a:latin typeface="Times New Roman" panose="02020603050405020304" pitchFamily="18" charset="0"/>
                <a:ea typeface="楷体" panose="02010609060101010101" pitchFamily="49" charset="-122"/>
              </a:rPr>
              <a:t>应按四步操作中最长时间来考虑</a:t>
            </a:r>
            <a:r>
              <a:rPr lang="en-US" altLang="zh-CN" sz="2000" b="1" dirty="0">
                <a:latin typeface="Times New Roman" panose="02020603050405020304" pitchFamily="18" charset="0"/>
                <a:ea typeface="楷体" panose="02010609060101010101" pitchFamily="49" charset="-122"/>
              </a:rPr>
              <a:t>, </a:t>
            </a:r>
            <a:r>
              <a:rPr lang="zh-CN" altLang="en-US" sz="2000" b="1" dirty="0">
                <a:latin typeface="Times New Roman" panose="02020603050405020304" pitchFamily="18" charset="0"/>
                <a:ea typeface="楷体" panose="02010609060101010101" pitchFamily="49" charset="-122"/>
              </a:rPr>
              <a:t>所以</a:t>
            </a:r>
            <a:r>
              <a:rPr lang="en-US" altLang="zh-CN" sz="2000" b="1" dirty="0">
                <a:latin typeface="Times New Roman" panose="02020603050405020304" pitchFamily="18" charset="0"/>
                <a:ea typeface="楷体" panose="02010609060101010101" pitchFamily="49" charset="-122"/>
              </a:rPr>
              <a:t>t=100ns</a:t>
            </a:r>
            <a:r>
              <a:rPr lang="zh-CN" altLang="en-US" sz="2000" b="1" dirty="0">
                <a:latin typeface="Times New Roman" panose="02020603050405020304" pitchFamily="18" charset="0"/>
                <a:ea typeface="楷体" panose="02010609060101010101" pitchFamily="49" charset="-122"/>
              </a:rPr>
              <a:t>；</a:t>
            </a:r>
            <a:endParaRPr lang="en-US" altLang="zh-CN" sz="2000" b="1" dirty="0">
              <a:latin typeface="Times New Roman" panose="02020603050405020304" pitchFamily="18" charset="0"/>
              <a:ea typeface="楷体" panose="02010609060101010101" pitchFamily="49" charset="-122"/>
            </a:endParaRPr>
          </a:p>
          <a:p>
            <a:pPr>
              <a:defRPr/>
            </a:pPr>
            <a:r>
              <a:rPr lang="en-US" altLang="zh-CN" sz="2000" b="1" dirty="0">
                <a:latin typeface="Times New Roman" panose="02020603050405020304" pitchFamily="18" charset="0"/>
                <a:ea typeface="楷体" panose="02010609060101010101" pitchFamily="49" charset="-122"/>
              </a:rPr>
              <a:t>(2) </a:t>
            </a:r>
            <a:r>
              <a:rPr lang="zh-CN" altLang="en-US" sz="2000" b="1" dirty="0">
                <a:latin typeface="Times New Roman" panose="02020603050405020304" pitchFamily="18" charset="0"/>
                <a:ea typeface="楷体" panose="02010609060101010101" pitchFamily="49" charset="-122"/>
              </a:rPr>
              <a:t>两条指令发生数据相关冲突情况：</a:t>
            </a:r>
            <a:r>
              <a:rPr lang="en-US" altLang="zh-CN" sz="2000" b="1" dirty="0">
                <a:latin typeface="Times New Roman" panose="02020603050405020304" pitchFamily="18" charset="0"/>
                <a:ea typeface="楷体" panose="02010609060101010101" pitchFamily="49" charset="-122"/>
              </a:rPr>
              <a:t>:</a:t>
            </a:r>
            <a:endParaRPr lang="en-US" altLang="zh-CN" sz="2000" b="1" dirty="0">
              <a:latin typeface="Times New Roman" panose="02020603050405020304" pitchFamily="18" charset="0"/>
              <a:ea typeface="楷体" panose="02010609060101010101" pitchFamily="49" charset="-122"/>
            </a:endParaRPr>
          </a:p>
          <a:p>
            <a:pPr>
              <a:defRPr/>
            </a:pPr>
            <a:r>
              <a:rPr lang="en-US" altLang="zh-CN" sz="2000" b="1" dirty="0">
                <a:latin typeface="Times New Roman" panose="02020603050405020304" pitchFamily="18" charset="0"/>
                <a:ea typeface="楷体" panose="02010609060101010101" pitchFamily="49" charset="-122"/>
              </a:rPr>
              <a:t>ADD R1,R2,R3 ; R2+R3→R1</a:t>
            </a:r>
            <a:endParaRPr lang="en-US" altLang="zh-CN" sz="2000" b="1" dirty="0">
              <a:latin typeface="Times New Roman" panose="02020603050405020304" pitchFamily="18" charset="0"/>
              <a:ea typeface="楷体" panose="02010609060101010101" pitchFamily="49" charset="-122"/>
            </a:endParaRPr>
          </a:p>
          <a:p>
            <a:pPr>
              <a:defRPr/>
            </a:pPr>
            <a:r>
              <a:rPr lang="en-US" altLang="zh-CN" sz="2000" b="1" dirty="0">
                <a:latin typeface="Times New Roman" panose="02020603050405020304" pitchFamily="18" charset="0"/>
                <a:ea typeface="楷体" panose="02010609060101010101" pitchFamily="49" charset="-122"/>
              </a:rPr>
              <a:t>SUB R4,R1,R5 ; R1-R5→R4</a:t>
            </a:r>
            <a:endParaRPr lang="en-US" altLang="zh-CN" sz="2000" b="1" dirty="0">
              <a:latin typeface="Times New Roman" panose="02020603050405020304" pitchFamily="18" charset="0"/>
              <a:ea typeface="楷体" panose="02010609060101010101" pitchFamily="49" charset="-122"/>
            </a:endParaRPr>
          </a:p>
          <a:p>
            <a:pPr marL="0" indent="0">
              <a:buNone/>
              <a:defRPr/>
            </a:pPr>
            <a:r>
              <a:rPr lang="zh-CN" altLang="en-US" sz="2000" b="1" dirty="0">
                <a:latin typeface="Times New Roman" panose="02020603050405020304" pitchFamily="18" charset="0"/>
                <a:ea typeface="楷体" panose="02010609060101010101" pitchFamily="49" charset="-122"/>
              </a:rPr>
              <a:t>两条指令在流水线中执行情况如下表所示</a:t>
            </a:r>
            <a:r>
              <a:rPr lang="en-US" altLang="zh-CN" sz="2000" b="1" dirty="0">
                <a:latin typeface="Times New Roman" panose="02020603050405020304" pitchFamily="18" charset="0"/>
                <a:ea typeface="楷体" panose="02010609060101010101" pitchFamily="49" charset="-122"/>
              </a:rPr>
              <a:t>:</a:t>
            </a:r>
            <a:endParaRPr lang="en-US" altLang="zh-CN" sz="2000" b="1" dirty="0">
              <a:latin typeface="Times New Roman" panose="02020603050405020304" pitchFamily="18" charset="0"/>
              <a:ea typeface="楷体" panose="02010609060101010101" pitchFamily="49" charset="-122"/>
            </a:endParaRPr>
          </a:p>
          <a:p>
            <a:pPr marL="0" indent="0">
              <a:buNone/>
              <a:defRPr/>
            </a:pPr>
            <a:endParaRPr lang="en-US" altLang="zh-CN" sz="2000" b="1" dirty="0">
              <a:latin typeface="Times New Roman" panose="02020603050405020304" pitchFamily="18" charset="0"/>
              <a:ea typeface="楷体" panose="02010609060101010101" pitchFamily="49" charset="-122"/>
            </a:endParaRPr>
          </a:p>
          <a:p>
            <a:pPr marL="0" indent="0">
              <a:buNone/>
              <a:defRPr/>
            </a:pPr>
            <a:endParaRPr lang="en-US" altLang="zh-CN" sz="2000" b="1" dirty="0">
              <a:latin typeface="Times New Roman" panose="02020603050405020304" pitchFamily="18" charset="0"/>
              <a:ea typeface="楷体" panose="02010609060101010101" pitchFamily="49" charset="-122"/>
            </a:endParaRPr>
          </a:p>
          <a:p>
            <a:pPr marL="0" indent="0">
              <a:buNone/>
              <a:defRPr/>
            </a:pPr>
            <a:endParaRPr lang="en-US" altLang="zh-CN" sz="2000" b="1" dirty="0">
              <a:latin typeface="Times New Roman" panose="02020603050405020304" pitchFamily="18" charset="0"/>
              <a:ea typeface="楷体" panose="02010609060101010101" pitchFamily="49" charset="-122"/>
            </a:endParaRPr>
          </a:p>
          <a:p>
            <a:pPr>
              <a:defRPr/>
            </a:pPr>
            <a:r>
              <a:rPr lang="en-US" altLang="zh-CN" sz="2000" b="1" dirty="0">
                <a:latin typeface="Times New Roman" panose="02020603050405020304" pitchFamily="18" charset="0"/>
                <a:ea typeface="楷体" panose="02010609060101010101" pitchFamily="49" charset="-122"/>
              </a:rPr>
              <a:t>ADD</a:t>
            </a:r>
            <a:r>
              <a:rPr lang="zh-CN" altLang="zh-CN" sz="2000" b="1" dirty="0">
                <a:latin typeface="Times New Roman" panose="02020603050405020304" pitchFamily="18" charset="0"/>
                <a:ea typeface="楷体" panose="02010609060101010101" pitchFamily="49" charset="-122"/>
              </a:rPr>
              <a:t>指令在时钟</a:t>
            </a:r>
            <a:r>
              <a:rPr lang="en-US" altLang="zh-CN" sz="2000" b="1" dirty="0">
                <a:latin typeface="Times New Roman" panose="02020603050405020304" pitchFamily="18" charset="0"/>
                <a:ea typeface="楷体" panose="02010609060101010101" pitchFamily="49" charset="-122"/>
              </a:rPr>
              <a:t>4</a:t>
            </a:r>
            <a:r>
              <a:rPr lang="zh-CN" altLang="zh-CN" sz="2000" b="1" dirty="0">
                <a:latin typeface="Times New Roman" panose="02020603050405020304" pitchFamily="18" charset="0"/>
                <a:ea typeface="楷体" panose="02010609060101010101" pitchFamily="49" charset="-122"/>
              </a:rPr>
              <a:t>时才将结果写入寄存器</a:t>
            </a:r>
            <a:r>
              <a:rPr lang="en-US" altLang="zh-CN" sz="2000" b="1" dirty="0">
                <a:latin typeface="Times New Roman" panose="02020603050405020304" pitchFamily="18" charset="0"/>
                <a:ea typeface="楷体" panose="02010609060101010101" pitchFamily="49" charset="-122"/>
              </a:rPr>
              <a:t>R1</a:t>
            </a:r>
            <a:r>
              <a:rPr lang="zh-CN" altLang="zh-CN" sz="2000" b="1" dirty="0">
                <a:latin typeface="Times New Roman" panose="02020603050405020304" pitchFamily="18" charset="0"/>
                <a:ea typeface="楷体" panose="02010609060101010101" pitchFamily="49" charset="-122"/>
              </a:rPr>
              <a:t>中</a:t>
            </a:r>
            <a:r>
              <a:rPr lang="en-US" altLang="zh-CN" sz="2000" b="1" dirty="0">
                <a:latin typeface="Times New Roman" panose="02020603050405020304" pitchFamily="18" charset="0"/>
                <a:ea typeface="楷体" panose="02010609060101010101" pitchFamily="49" charset="-122"/>
              </a:rPr>
              <a:t>, </a:t>
            </a:r>
            <a:r>
              <a:rPr lang="zh-CN" altLang="zh-CN" sz="2000" b="1" dirty="0">
                <a:latin typeface="Times New Roman" panose="02020603050405020304" pitchFamily="18" charset="0"/>
                <a:ea typeface="楷体" panose="02010609060101010101" pitchFamily="49" charset="-122"/>
              </a:rPr>
              <a:t>但</a:t>
            </a:r>
            <a:r>
              <a:rPr lang="en-US" altLang="zh-CN" sz="2000" b="1" dirty="0">
                <a:latin typeface="Times New Roman" panose="02020603050405020304" pitchFamily="18" charset="0"/>
                <a:ea typeface="楷体" panose="02010609060101010101" pitchFamily="49" charset="-122"/>
              </a:rPr>
              <a:t>SUB</a:t>
            </a:r>
            <a:r>
              <a:rPr lang="zh-CN" altLang="zh-CN" sz="2000" b="1" dirty="0">
                <a:latin typeface="Times New Roman" panose="02020603050405020304" pitchFamily="18" charset="0"/>
                <a:ea typeface="楷体" panose="02010609060101010101" pitchFamily="49" charset="-122"/>
              </a:rPr>
              <a:t>指令在时钟</a:t>
            </a:r>
            <a:r>
              <a:rPr lang="en-US" altLang="zh-CN" sz="2000" b="1" dirty="0">
                <a:latin typeface="Times New Roman" panose="02020603050405020304" pitchFamily="18" charset="0"/>
                <a:ea typeface="楷体" panose="02010609060101010101" pitchFamily="49" charset="-122"/>
              </a:rPr>
              <a:t>3</a:t>
            </a:r>
            <a:r>
              <a:rPr lang="zh-CN" altLang="zh-CN" sz="2000" b="1" dirty="0">
                <a:latin typeface="Times New Roman" panose="02020603050405020304" pitchFamily="18" charset="0"/>
                <a:ea typeface="楷体" panose="02010609060101010101" pitchFamily="49" charset="-122"/>
              </a:rPr>
              <a:t>时就需读寄存器</a:t>
            </a:r>
            <a:r>
              <a:rPr lang="en-US" altLang="zh-CN" sz="2000" b="1" dirty="0">
                <a:latin typeface="Times New Roman" panose="02020603050405020304" pitchFamily="18" charset="0"/>
                <a:ea typeface="楷体" panose="02010609060101010101" pitchFamily="49" charset="-122"/>
              </a:rPr>
              <a:t>R1</a:t>
            </a:r>
            <a:r>
              <a:rPr lang="zh-CN" altLang="zh-CN" sz="2000" b="1" dirty="0">
                <a:latin typeface="Times New Roman" panose="02020603050405020304" pitchFamily="18" charset="0"/>
                <a:ea typeface="楷体" panose="02010609060101010101" pitchFamily="49" charset="-122"/>
              </a:rPr>
              <a:t>了，显然发生数据相关，不能读到所需数据，只能等待。如果硬件上不采取措施</a:t>
            </a:r>
            <a:r>
              <a:rPr lang="en-US" altLang="zh-CN" sz="2000" b="1" dirty="0">
                <a:latin typeface="Times New Roman" panose="02020603050405020304" pitchFamily="18" charset="0"/>
                <a:ea typeface="楷体" panose="02010609060101010101" pitchFamily="49" charset="-122"/>
              </a:rPr>
              <a:t>,</a:t>
            </a:r>
            <a:r>
              <a:rPr lang="zh-CN" altLang="zh-CN" sz="2000" b="1" dirty="0">
                <a:latin typeface="Times New Roman" panose="02020603050405020304" pitchFamily="18" charset="0"/>
                <a:ea typeface="楷体" panose="02010609060101010101" pitchFamily="49" charset="-122"/>
              </a:rPr>
              <a:t>第</a:t>
            </a:r>
            <a:r>
              <a:rPr lang="en-US" altLang="zh-CN" sz="2000" b="1" dirty="0">
                <a:latin typeface="Times New Roman" panose="02020603050405020304" pitchFamily="18" charset="0"/>
                <a:ea typeface="楷体" panose="02010609060101010101" pitchFamily="49" charset="-122"/>
              </a:rPr>
              <a:t>2</a:t>
            </a:r>
            <a:r>
              <a:rPr lang="zh-CN" altLang="zh-CN" sz="2000" b="1" dirty="0">
                <a:latin typeface="Times New Roman" panose="02020603050405020304" pitchFamily="18" charset="0"/>
                <a:ea typeface="楷体" panose="02010609060101010101" pitchFamily="49" charset="-122"/>
              </a:rPr>
              <a:t>条指令</a:t>
            </a:r>
            <a:r>
              <a:rPr lang="en-US" altLang="zh-CN" sz="2000" b="1" dirty="0">
                <a:latin typeface="Times New Roman" panose="02020603050405020304" pitchFamily="18" charset="0"/>
                <a:ea typeface="楷体" panose="02010609060101010101" pitchFamily="49" charset="-122"/>
              </a:rPr>
              <a:t>SUB</a:t>
            </a:r>
            <a:r>
              <a:rPr lang="zh-CN" altLang="zh-CN" sz="2000" b="1" dirty="0">
                <a:latin typeface="Times New Roman" panose="02020603050405020304" pitchFamily="18" charset="0"/>
                <a:ea typeface="楷体" panose="02010609060101010101" pitchFamily="49" charset="-122"/>
              </a:rPr>
              <a:t>至少应推迟</a:t>
            </a:r>
            <a:r>
              <a:rPr lang="en-US" altLang="zh-CN" sz="2000" b="1" dirty="0">
                <a:latin typeface="Times New Roman" panose="02020603050405020304" pitchFamily="18" charset="0"/>
                <a:ea typeface="楷体" panose="02010609060101010101" pitchFamily="49" charset="-122"/>
              </a:rPr>
              <a:t>2</a:t>
            </a:r>
            <a:r>
              <a:rPr lang="zh-CN" altLang="zh-CN" sz="2000" b="1" dirty="0">
                <a:latin typeface="Times New Roman" panose="02020603050405020304" pitchFamily="18" charset="0"/>
                <a:ea typeface="楷体" panose="02010609060101010101" pitchFamily="49" charset="-122"/>
              </a:rPr>
              <a:t>个操作时钟周期，即</a:t>
            </a:r>
            <a:r>
              <a:rPr lang="en-US" altLang="zh-CN" sz="2000" b="1" dirty="0">
                <a:latin typeface="Times New Roman" panose="02020603050405020304" pitchFamily="18" charset="0"/>
                <a:ea typeface="楷体" panose="02010609060101010101" pitchFamily="49" charset="-122"/>
              </a:rPr>
              <a:t>t=2</a:t>
            </a:r>
            <a:r>
              <a:rPr lang="zh-CN" altLang="zh-CN" sz="2000" b="1" dirty="0">
                <a:latin typeface="Times New Roman" panose="02020603050405020304" pitchFamily="18" charset="0"/>
                <a:ea typeface="楷体" panose="02010609060101010101" pitchFamily="49" charset="-122"/>
              </a:rPr>
              <a:t>×</a:t>
            </a:r>
            <a:r>
              <a:rPr lang="en-US" altLang="zh-CN" sz="2000" b="1" dirty="0">
                <a:latin typeface="Times New Roman" panose="02020603050405020304" pitchFamily="18" charset="0"/>
                <a:ea typeface="楷体" panose="02010609060101010101" pitchFamily="49" charset="-122"/>
              </a:rPr>
              <a:t>100ns=200ns</a:t>
            </a:r>
            <a:r>
              <a:rPr lang="zh-CN" altLang="zh-CN" sz="2000" b="1" dirty="0">
                <a:latin typeface="Times New Roman" panose="02020603050405020304" pitchFamily="18" charset="0"/>
                <a:ea typeface="楷体" panose="02010609060101010101" pitchFamily="49" charset="-122"/>
              </a:rPr>
              <a:t>；</a:t>
            </a:r>
            <a:endParaRPr lang="zh-CN" altLang="zh-CN" sz="2000" b="1" dirty="0">
              <a:latin typeface="Times New Roman" panose="02020603050405020304" pitchFamily="18" charset="0"/>
              <a:ea typeface="楷体" panose="02010609060101010101" pitchFamily="49" charset="-122"/>
            </a:endParaRPr>
          </a:p>
          <a:p>
            <a:pPr>
              <a:defRPr/>
            </a:pPr>
            <a:r>
              <a:rPr lang="en-US" altLang="zh-CN" sz="2000" b="1" dirty="0">
                <a:latin typeface="Times New Roman" panose="02020603050405020304" pitchFamily="18" charset="0"/>
                <a:ea typeface="楷体" panose="02010609060101010101" pitchFamily="49" charset="-122"/>
              </a:rPr>
              <a:t>(3)</a:t>
            </a:r>
            <a:r>
              <a:rPr lang="zh-CN" altLang="zh-CN" sz="2000" b="1" dirty="0">
                <a:latin typeface="Times New Roman" panose="02020603050405020304" pitchFamily="18" charset="0"/>
                <a:ea typeface="楷体" panose="02010609060101010101" pitchFamily="49" charset="-122"/>
              </a:rPr>
              <a:t>如果硬件上加以改进</a:t>
            </a:r>
            <a:r>
              <a:rPr lang="en-US" altLang="zh-CN" sz="2000" b="1" dirty="0">
                <a:latin typeface="Times New Roman" panose="02020603050405020304" pitchFamily="18" charset="0"/>
                <a:ea typeface="楷体" panose="02010609060101010101" pitchFamily="49" charset="-122"/>
              </a:rPr>
              <a:t>(</a:t>
            </a:r>
            <a:r>
              <a:rPr lang="zh-CN" altLang="zh-CN" sz="2000" b="1" dirty="0">
                <a:latin typeface="Times New Roman" panose="02020603050405020304" pitchFamily="18" charset="0"/>
                <a:ea typeface="楷体" panose="02010609060101010101" pitchFamily="49" charset="-122"/>
              </a:rPr>
              <a:t>采取旁路技术</a:t>
            </a:r>
            <a:r>
              <a:rPr lang="en-US" altLang="zh-CN" sz="2000" b="1" dirty="0">
                <a:latin typeface="Times New Roman" panose="02020603050405020304" pitchFamily="18" charset="0"/>
                <a:ea typeface="楷体" panose="02010609060101010101" pitchFamily="49" charset="-122"/>
              </a:rPr>
              <a:t>),</a:t>
            </a:r>
            <a:r>
              <a:rPr lang="zh-CN" altLang="zh-CN" sz="2000" b="1" dirty="0">
                <a:latin typeface="Times New Roman" panose="02020603050405020304" pitchFamily="18" charset="0"/>
                <a:ea typeface="楷体" panose="02010609060101010101" pitchFamily="49" charset="-122"/>
              </a:rPr>
              <a:t>这样只需推迟</a:t>
            </a:r>
            <a:r>
              <a:rPr lang="en-US" altLang="zh-CN" sz="2000" b="1" dirty="0">
                <a:latin typeface="Times New Roman" panose="02020603050405020304" pitchFamily="18" charset="0"/>
                <a:ea typeface="楷体" panose="02010609060101010101" pitchFamily="49" charset="-122"/>
              </a:rPr>
              <a:t>1</a:t>
            </a:r>
            <a:r>
              <a:rPr lang="zh-CN" altLang="zh-CN" sz="2000" b="1" dirty="0">
                <a:latin typeface="Times New Roman" panose="02020603050405020304" pitchFamily="18" charset="0"/>
                <a:ea typeface="楷体" panose="02010609060101010101" pitchFamily="49" charset="-122"/>
              </a:rPr>
              <a:t>个操作时钟周期就能得到所需数据，即</a:t>
            </a:r>
            <a:r>
              <a:rPr lang="en-US" altLang="zh-CN" sz="2000" b="1" dirty="0">
                <a:latin typeface="Times New Roman" panose="02020603050405020304" pitchFamily="18" charset="0"/>
                <a:ea typeface="楷体" panose="02010609060101010101" pitchFamily="49" charset="-122"/>
              </a:rPr>
              <a:t>t=100ns</a:t>
            </a:r>
            <a:r>
              <a:rPr lang="zh-CN" altLang="zh-CN" sz="2000" b="1" dirty="0">
                <a:latin typeface="Times New Roman" panose="02020603050405020304" pitchFamily="18" charset="0"/>
                <a:ea typeface="楷体" panose="02010609060101010101" pitchFamily="49" charset="-122"/>
              </a:rPr>
              <a:t>。</a:t>
            </a:r>
            <a:endParaRPr lang="zh-CN" altLang="zh-CN" sz="2000" b="1" dirty="0">
              <a:latin typeface="Times New Roman" panose="02020603050405020304" pitchFamily="18" charset="0"/>
              <a:ea typeface="楷体" panose="02010609060101010101" pitchFamily="49" charset="-122"/>
            </a:endParaRPr>
          </a:p>
          <a:p>
            <a:pPr marL="0" indent="0">
              <a:buNone/>
              <a:defRPr/>
            </a:pPr>
            <a:endParaRPr lang="en-US" altLang="zh-CN" sz="2000" dirty="0"/>
          </a:p>
          <a:p>
            <a:pPr>
              <a:defRPr/>
            </a:pPr>
            <a:endParaRPr lang="zh-CN" altLang="en-US" dirty="0"/>
          </a:p>
        </p:txBody>
      </p:sp>
      <p:pic>
        <p:nvPicPr>
          <p:cNvPr id="347139" name="图片 6" descr="https://images0.cnblogs.com/blog/374351/201507/292248467044752.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16274" y="2906469"/>
            <a:ext cx="5113337" cy="1325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7877" y="627185"/>
            <a:ext cx="10955215" cy="1189892"/>
          </a:xfrm>
        </p:spPr>
        <p:txBody>
          <a:bodyPr/>
          <a:lstStyle/>
          <a:p>
            <a:pPr algn="l">
              <a:defRPr/>
            </a:pPr>
            <a:r>
              <a:rPr lang="zh-CN" altLang="en-US" sz="2400" b="1" dirty="0">
                <a:latin typeface="Times New Roman" panose="02020603050405020304" pitchFamily="18" charset="0"/>
                <a:ea typeface="楷体" panose="02010609060101010101" pitchFamily="49" charset="-122"/>
              </a:rPr>
              <a:t>某计算机的数据通路结构如下图所示，写出实现 </a:t>
            </a:r>
            <a:r>
              <a:rPr lang="en-US" altLang="zh-CN" sz="2400" b="1" dirty="0">
                <a:latin typeface="Times New Roman" panose="02020603050405020304" pitchFamily="18" charset="0"/>
                <a:ea typeface="楷体" panose="02010609060101010101" pitchFamily="49" charset="-122"/>
              </a:rPr>
              <a:t>ADD R1,(R2)</a:t>
            </a:r>
            <a:r>
              <a:rPr lang="zh-CN" altLang="en-US" sz="2400" b="1" dirty="0">
                <a:latin typeface="Times New Roman" panose="02020603050405020304" pitchFamily="18" charset="0"/>
                <a:ea typeface="楷体" panose="02010609060101010101" pitchFamily="49" charset="-122"/>
              </a:rPr>
              <a:t>的微操作序列（含取指令及确定后继指令地址</a:t>
            </a:r>
            <a:r>
              <a:rPr lang="en-US" altLang="zh-CN" sz="2400" b="1" dirty="0">
                <a:latin typeface="Times New Roman" panose="02020603050405020304" pitchFamily="18" charset="0"/>
                <a:ea typeface="楷体" panose="02010609060101010101" pitchFamily="49" charset="-122"/>
              </a:rPr>
              <a:t>)</a:t>
            </a:r>
            <a:r>
              <a:rPr lang="zh-CN" altLang="en-US" sz="2400" b="1" dirty="0">
                <a:latin typeface="Times New Roman" panose="02020603050405020304" pitchFamily="18" charset="0"/>
                <a:ea typeface="楷体" panose="02010609060101010101" pitchFamily="49" charset="-122"/>
              </a:rPr>
              <a:t>。</a:t>
            </a:r>
            <a:endParaRPr lang="zh-CN" altLang="en-US" sz="2400" b="1" dirty="0">
              <a:latin typeface="Times New Roman" panose="02020603050405020304" pitchFamily="18" charset="0"/>
              <a:ea typeface="楷体" panose="02010609060101010101" pitchFamily="49" charset="-122"/>
            </a:endParaRPr>
          </a:p>
        </p:txBody>
      </p:sp>
      <p:pic>
        <p:nvPicPr>
          <p:cNvPr id="357379" name="内容占位符 3"/>
          <p:cNvPicPr>
            <a:picLocks noGrp="1" noChangeAspect="1"/>
          </p:cNvPicPr>
          <p:nvPr>
            <p:ph idx="1"/>
          </p:nvPr>
        </p:nvPicPr>
        <p:blipFill>
          <a:blip r:embed="rId1" cstate="print">
            <a:extLst>
              <a:ext uri="{28A0092B-C50C-407E-A947-70E740481C1C}">
                <a14:useLocalDpi xmlns:a14="http://schemas.microsoft.com/office/drawing/2010/main" val="0"/>
              </a:ext>
            </a:extLst>
          </a:blip>
          <a:srcRect/>
          <a:stretch>
            <a:fillRect/>
          </a:stretch>
        </p:blipFill>
        <p:spPr bwMode="auto">
          <a:xfrm>
            <a:off x="2690201" y="1548792"/>
            <a:ext cx="6770566" cy="46644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03" name="Picture 4"/>
          <p:cNvPicPr>
            <a:picLocks noGrp="1" noChangeAspect="1" noChangeArrowheads="1"/>
          </p:cNvPicPr>
          <p:nvPr>
            <p:ph type="body" idx="1"/>
          </p:nvPr>
        </p:nvPicPr>
        <p:blipFill>
          <a:blip r:embed="rId1" cstate="print">
            <a:extLst>
              <a:ext uri="{28A0092B-C50C-407E-A947-70E740481C1C}">
                <a14:useLocalDpi xmlns:a14="http://schemas.microsoft.com/office/drawing/2010/main" val="0"/>
              </a:ext>
            </a:extLst>
          </a:blip>
          <a:srcRect/>
          <a:stretch>
            <a:fillRect/>
          </a:stretch>
        </p:blipFill>
        <p:spPr bwMode="auto">
          <a:xfrm>
            <a:off x="1711569" y="1515575"/>
            <a:ext cx="8229600" cy="394335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400908" y="369645"/>
            <a:ext cx="9144000" cy="1800225"/>
          </a:xfrm>
        </p:spPr>
        <p:txBody>
          <a:bodyPr/>
          <a:lstStyle/>
          <a:p>
            <a:pPr>
              <a:defRPr/>
            </a:pPr>
            <a:r>
              <a:rPr lang="zh-CN" altLang="en-US" sz="2000" dirty="0">
                <a:latin typeface="+mn-ea"/>
                <a:ea typeface="+mn-ea"/>
              </a:rPr>
              <a:t>下图是一个简化的 </a:t>
            </a:r>
            <a:r>
              <a:rPr lang="en-US" altLang="zh-CN" sz="2000" dirty="0">
                <a:latin typeface="+mn-ea"/>
                <a:ea typeface="+mn-ea"/>
              </a:rPr>
              <a:t>CPU </a:t>
            </a:r>
            <a:r>
              <a:rPr lang="zh-CN" altLang="en-US" sz="2000" dirty="0">
                <a:latin typeface="+mn-ea"/>
                <a:ea typeface="+mn-ea"/>
              </a:rPr>
              <a:t>与主存连接结构示意图（图中省略了所有的多路选择器）。其中有一个累加寄存器（</a:t>
            </a:r>
            <a:r>
              <a:rPr lang="en-US" altLang="zh-CN" sz="2000" dirty="0">
                <a:latin typeface="+mn-ea"/>
                <a:ea typeface="+mn-ea"/>
              </a:rPr>
              <a:t>ACC)</a:t>
            </a:r>
            <a:r>
              <a:rPr lang="zh-CN" altLang="en-US" sz="2000" dirty="0">
                <a:latin typeface="+mn-ea"/>
                <a:ea typeface="+mn-ea"/>
              </a:rPr>
              <a:t>、一个状态数据寄存器和其他 </a:t>
            </a:r>
            <a:r>
              <a:rPr lang="en-US" altLang="zh-CN" sz="2000" dirty="0">
                <a:latin typeface="+mn-ea"/>
                <a:ea typeface="+mn-ea"/>
              </a:rPr>
              <a:t>4 </a:t>
            </a:r>
            <a:r>
              <a:rPr lang="zh-CN" altLang="en-US" sz="2000" dirty="0">
                <a:latin typeface="+mn-ea"/>
                <a:ea typeface="+mn-ea"/>
              </a:rPr>
              <a:t>个寄存器：主存地址寄存器</a:t>
            </a:r>
            <a:r>
              <a:rPr lang="en-US" altLang="zh-CN" sz="2000" dirty="0">
                <a:latin typeface="+mn-ea"/>
                <a:ea typeface="+mn-ea"/>
              </a:rPr>
              <a:t>(MAR)</a:t>
            </a:r>
            <a:r>
              <a:rPr lang="zh-CN" altLang="en-US" sz="2000" dirty="0">
                <a:latin typeface="+mn-ea"/>
                <a:ea typeface="+mn-ea"/>
              </a:rPr>
              <a:t>、主存数据寄存器（</a:t>
            </a:r>
            <a:r>
              <a:rPr lang="en-US" altLang="zh-CN" sz="2000" dirty="0">
                <a:latin typeface="+mn-ea"/>
                <a:ea typeface="+mn-ea"/>
              </a:rPr>
              <a:t>MDR</a:t>
            </a:r>
            <a:r>
              <a:rPr lang="zh-CN" altLang="en-US" sz="2000" dirty="0">
                <a:latin typeface="+mn-ea"/>
                <a:ea typeface="+mn-ea"/>
              </a:rPr>
              <a:t>）、程序寄存器（</a:t>
            </a:r>
            <a:r>
              <a:rPr lang="en-US" altLang="zh-CN" sz="2000" dirty="0">
                <a:latin typeface="+mn-ea"/>
                <a:ea typeface="+mn-ea"/>
              </a:rPr>
              <a:t>PC</a:t>
            </a:r>
            <a:r>
              <a:rPr lang="zh-CN" altLang="en-US" sz="2000" dirty="0">
                <a:latin typeface="+mn-ea"/>
                <a:ea typeface="+mn-ea"/>
              </a:rPr>
              <a:t>）和指令寄存器（</a:t>
            </a:r>
            <a:r>
              <a:rPr lang="en-US" altLang="zh-CN" sz="2000" dirty="0">
                <a:latin typeface="+mn-ea"/>
                <a:ea typeface="+mn-ea"/>
              </a:rPr>
              <a:t>IR )</a:t>
            </a:r>
            <a:r>
              <a:rPr lang="zh-CN" altLang="en-US" sz="2000" dirty="0">
                <a:latin typeface="+mn-ea"/>
                <a:ea typeface="+mn-ea"/>
              </a:rPr>
              <a:t>，各部件及其之间的连线表示数据通路，箭头表示信息传递方向。</a:t>
            </a:r>
            <a:br>
              <a:rPr lang="en-US" altLang="zh-CN" sz="2400" dirty="0">
                <a:latin typeface="+mn-ea"/>
                <a:ea typeface="+mn-ea"/>
              </a:rPr>
            </a:br>
            <a:br>
              <a:rPr lang="en-US" altLang="zh-CN" sz="2400" dirty="0">
                <a:latin typeface="+mn-ea"/>
                <a:ea typeface="+mn-ea"/>
              </a:rPr>
            </a:br>
            <a:br>
              <a:rPr lang="en-US" altLang="zh-CN" sz="2400" dirty="0">
                <a:latin typeface="+mn-ea"/>
                <a:ea typeface="+mn-ea"/>
              </a:rPr>
            </a:br>
            <a:br>
              <a:rPr lang="en-US" altLang="zh-CN" sz="2400" dirty="0">
                <a:latin typeface="+mn-ea"/>
                <a:ea typeface="+mn-ea"/>
              </a:rPr>
            </a:br>
            <a:br>
              <a:rPr lang="en-US" altLang="zh-CN" sz="2400" dirty="0">
                <a:latin typeface="+mn-ea"/>
                <a:ea typeface="+mn-ea"/>
              </a:rPr>
            </a:br>
            <a:br>
              <a:rPr lang="en-US" altLang="zh-CN" sz="2400" dirty="0">
                <a:latin typeface="+mn-ea"/>
                <a:ea typeface="+mn-ea"/>
              </a:rPr>
            </a:br>
            <a:br>
              <a:rPr lang="en-US" altLang="zh-CN" sz="2400" dirty="0">
                <a:latin typeface="+mn-ea"/>
                <a:ea typeface="+mn-ea"/>
              </a:rPr>
            </a:br>
            <a:br>
              <a:rPr lang="en-US" altLang="zh-CN" sz="2400" dirty="0">
                <a:latin typeface="+mn-ea"/>
                <a:ea typeface="+mn-ea"/>
              </a:rPr>
            </a:br>
            <a:br>
              <a:rPr lang="en-US" altLang="zh-CN" sz="2400" dirty="0">
                <a:latin typeface="+mn-ea"/>
                <a:ea typeface="+mn-ea"/>
              </a:rPr>
            </a:br>
            <a:r>
              <a:rPr lang="en-US" altLang="zh-CN" sz="2000" dirty="0">
                <a:latin typeface="+mn-ea"/>
                <a:ea typeface="+mn-ea"/>
              </a:rPr>
              <a:t>1</a:t>
            </a:r>
            <a:r>
              <a:rPr lang="zh-CN" altLang="en-US" sz="2000" dirty="0">
                <a:latin typeface="+mn-ea"/>
                <a:ea typeface="+mn-ea"/>
              </a:rPr>
              <a:t>）请写出图中 </a:t>
            </a:r>
            <a:r>
              <a:rPr lang="en-US" altLang="zh-CN" sz="2000" dirty="0">
                <a:latin typeface="+mn-ea"/>
                <a:ea typeface="+mn-ea"/>
              </a:rPr>
              <a:t>a</a:t>
            </a:r>
            <a:r>
              <a:rPr lang="zh-CN" altLang="en-US" sz="2000" dirty="0">
                <a:latin typeface="+mn-ea"/>
                <a:ea typeface="+mn-ea"/>
              </a:rPr>
              <a:t>、</a:t>
            </a:r>
            <a:r>
              <a:rPr lang="en-US" altLang="zh-CN" sz="2000" dirty="0">
                <a:latin typeface="+mn-ea"/>
                <a:ea typeface="+mn-ea"/>
              </a:rPr>
              <a:t>b</a:t>
            </a:r>
            <a:r>
              <a:rPr lang="zh-CN" altLang="en-US" sz="2000" dirty="0">
                <a:latin typeface="+mn-ea"/>
                <a:ea typeface="+mn-ea"/>
              </a:rPr>
              <a:t>、</a:t>
            </a:r>
            <a:r>
              <a:rPr lang="en-US" altLang="zh-CN" sz="2000" dirty="0">
                <a:latin typeface="+mn-ea"/>
                <a:ea typeface="+mn-ea"/>
              </a:rPr>
              <a:t>c</a:t>
            </a:r>
            <a:r>
              <a:rPr lang="zh-CN" altLang="en-US" sz="2000" dirty="0">
                <a:latin typeface="+mn-ea"/>
                <a:ea typeface="+mn-ea"/>
              </a:rPr>
              <a:t>、</a:t>
            </a:r>
            <a:r>
              <a:rPr lang="en-US" altLang="zh-CN" sz="2000" dirty="0">
                <a:latin typeface="+mn-ea"/>
                <a:ea typeface="+mn-ea"/>
              </a:rPr>
              <a:t>d </a:t>
            </a:r>
            <a:r>
              <a:rPr lang="zh-CN" altLang="en-US" sz="2000" dirty="0">
                <a:latin typeface="+mn-ea"/>
                <a:ea typeface="+mn-ea"/>
              </a:rPr>
              <a:t>四个寄存器的名称。</a:t>
            </a:r>
            <a:br>
              <a:rPr lang="en-US" altLang="zh-CN" sz="2000" dirty="0">
                <a:latin typeface="+mn-ea"/>
                <a:ea typeface="+mn-ea"/>
              </a:rPr>
            </a:br>
            <a:r>
              <a:rPr lang="en-US" altLang="zh-CN" sz="2000" dirty="0">
                <a:latin typeface="+mn-ea"/>
                <a:ea typeface="+mn-ea"/>
              </a:rPr>
              <a:t>2</a:t>
            </a:r>
            <a:r>
              <a:rPr lang="zh-CN" altLang="en-US" sz="2000" dirty="0">
                <a:latin typeface="+mn-ea"/>
                <a:ea typeface="+mn-ea"/>
              </a:rPr>
              <a:t>）简述图中取指令的数据通路。</a:t>
            </a:r>
            <a:br>
              <a:rPr lang="en-US" altLang="zh-CN" sz="2000" dirty="0">
                <a:latin typeface="+mn-ea"/>
                <a:ea typeface="+mn-ea"/>
              </a:rPr>
            </a:br>
            <a:r>
              <a:rPr lang="en-US" altLang="zh-CN" sz="2000" dirty="0">
                <a:latin typeface="+mn-ea"/>
                <a:ea typeface="+mn-ea"/>
              </a:rPr>
              <a:t>3</a:t>
            </a:r>
            <a:r>
              <a:rPr lang="zh-CN" altLang="en-US" sz="2000" dirty="0">
                <a:latin typeface="+mn-ea"/>
                <a:ea typeface="+mn-ea"/>
              </a:rPr>
              <a:t>）简述数据在运算器和主存之间进行存</a:t>
            </a:r>
            <a:r>
              <a:rPr lang="en-US" altLang="zh-CN" sz="2000" dirty="0">
                <a:latin typeface="+mn-ea"/>
                <a:ea typeface="+mn-ea"/>
              </a:rPr>
              <a:t>/</a:t>
            </a:r>
            <a:r>
              <a:rPr lang="zh-CN" altLang="en-US" sz="2000" dirty="0">
                <a:latin typeface="+mn-ea"/>
                <a:ea typeface="+mn-ea"/>
              </a:rPr>
              <a:t>取访问的数据通路。</a:t>
            </a:r>
            <a:br>
              <a:rPr lang="en-US" altLang="zh-CN" sz="2000" dirty="0">
                <a:latin typeface="+mn-ea"/>
                <a:ea typeface="+mn-ea"/>
              </a:rPr>
            </a:br>
            <a:r>
              <a:rPr lang="en-US" altLang="zh-CN" sz="2000" dirty="0">
                <a:latin typeface="+mn-ea"/>
                <a:ea typeface="+mn-ea"/>
              </a:rPr>
              <a:t>4</a:t>
            </a:r>
            <a:r>
              <a:rPr lang="zh-CN" altLang="en-US" sz="2000" dirty="0">
                <a:latin typeface="+mn-ea"/>
                <a:ea typeface="+mn-ea"/>
              </a:rPr>
              <a:t>）简述完成指令 </a:t>
            </a:r>
            <a:r>
              <a:rPr lang="en-US" altLang="zh-CN" sz="2000" dirty="0">
                <a:latin typeface="+mn-ea"/>
                <a:ea typeface="+mn-ea"/>
              </a:rPr>
              <a:t>LDA X</a:t>
            </a:r>
            <a:r>
              <a:rPr lang="zh-CN" altLang="en-US" sz="2000" dirty="0">
                <a:latin typeface="+mn-ea"/>
                <a:ea typeface="+mn-ea"/>
              </a:rPr>
              <a:t>的数据通路（</a:t>
            </a:r>
            <a:r>
              <a:rPr lang="en-US" altLang="zh-CN" sz="2000" dirty="0">
                <a:latin typeface="+mn-ea"/>
                <a:ea typeface="+mn-ea"/>
              </a:rPr>
              <a:t>X</a:t>
            </a:r>
            <a:r>
              <a:rPr lang="zh-CN" altLang="en-US" sz="2000" dirty="0">
                <a:latin typeface="+mn-ea"/>
                <a:ea typeface="+mn-ea"/>
              </a:rPr>
              <a:t>为主存地址，</a:t>
            </a:r>
            <a:r>
              <a:rPr lang="en-US" altLang="zh-CN" sz="2000" dirty="0">
                <a:latin typeface="+mn-ea"/>
                <a:ea typeface="+mn-ea"/>
              </a:rPr>
              <a:t>LDA </a:t>
            </a:r>
            <a:r>
              <a:rPr lang="zh-CN" altLang="en-US" sz="2000" dirty="0">
                <a:latin typeface="+mn-ea"/>
                <a:ea typeface="+mn-ea"/>
              </a:rPr>
              <a:t>的功能为</a:t>
            </a:r>
            <a:r>
              <a:rPr lang="en-US" altLang="zh-CN" sz="2000" dirty="0">
                <a:latin typeface="+mn-ea"/>
                <a:ea typeface="+mn-ea"/>
              </a:rPr>
              <a:t>(X)→ACC),</a:t>
            </a:r>
            <a:br>
              <a:rPr lang="en-US" altLang="zh-CN" sz="2000" dirty="0">
                <a:latin typeface="+mn-ea"/>
                <a:ea typeface="+mn-ea"/>
              </a:rPr>
            </a:br>
            <a:r>
              <a:rPr lang="en-US" altLang="zh-CN" sz="2000" dirty="0">
                <a:latin typeface="+mn-ea"/>
                <a:ea typeface="+mn-ea"/>
              </a:rPr>
              <a:t>5</a:t>
            </a:r>
            <a:r>
              <a:rPr lang="zh-CN" altLang="en-US" sz="2000" dirty="0">
                <a:latin typeface="+mn-ea"/>
                <a:ea typeface="+mn-ea"/>
              </a:rPr>
              <a:t>）</a:t>
            </a:r>
            <a:r>
              <a:rPr lang="zh-CN" altLang="en-US" sz="2000" dirty="0">
                <a:latin typeface="+mn-ea"/>
              </a:rPr>
              <a:t>简述完成指令</a:t>
            </a:r>
            <a:r>
              <a:rPr lang="en-US" altLang="zh-CN" sz="2000" dirty="0">
                <a:latin typeface="+mn-ea"/>
              </a:rPr>
              <a:t>ADD Y</a:t>
            </a:r>
            <a:r>
              <a:rPr lang="zh-CN" altLang="en-US" sz="2000" dirty="0">
                <a:latin typeface="+mn-ea"/>
              </a:rPr>
              <a:t>的数据通路</a:t>
            </a:r>
            <a:r>
              <a:rPr lang="en-US" altLang="zh-CN" sz="2000" dirty="0">
                <a:latin typeface="+mn-ea"/>
              </a:rPr>
              <a:t>(Y</a:t>
            </a:r>
            <a:r>
              <a:rPr lang="zh-CN" altLang="en-US" sz="2000" dirty="0">
                <a:latin typeface="+mn-ea"/>
              </a:rPr>
              <a:t>为主存地址，</a:t>
            </a:r>
            <a:r>
              <a:rPr lang="en-US" altLang="zh-CN" sz="2000" dirty="0">
                <a:latin typeface="+mn-ea"/>
              </a:rPr>
              <a:t>ADDY</a:t>
            </a:r>
            <a:r>
              <a:rPr lang="zh-CN" altLang="en-US" sz="2000" dirty="0">
                <a:latin typeface="+mn-ea"/>
              </a:rPr>
              <a:t>的功能为</a:t>
            </a:r>
            <a:r>
              <a:rPr lang="en-US" altLang="zh-CN" sz="2000" dirty="0">
                <a:latin typeface="+mn-ea"/>
              </a:rPr>
              <a:t>(ACC)+(Y)→ACC))</a:t>
            </a:r>
            <a:br>
              <a:rPr lang="en-US" altLang="zh-CN" sz="2000" dirty="0">
                <a:latin typeface="+mn-ea"/>
              </a:rPr>
            </a:br>
            <a:r>
              <a:rPr lang="en-US" altLang="zh-CN" sz="2000" dirty="0">
                <a:latin typeface="+mn-ea"/>
              </a:rPr>
              <a:t>6</a:t>
            </a:r>
            <a:r>
              <a:rPr lang="zh-CN" altLang="en-US" sz="2000" dirty="0">
                <a:latin typeface="+mn-ea"/>
              </a:rPr>
              <a:t>）简述完成指令</a:t>
            </a:r>
            <a:r>
              <a:rPr lang="en-US" altLang="zh-CN" sz="2000" dirty="0">
                <a:latin typeface="+mn-ea"/>
              </a:rPr>
              <a:t>STD Z</a:t>
            </a:r>
            <a:r>
              <a:rPr lang="zh-CN" altLang="en-US" sz="2000" dirty="0">
                <a:latin typeface="+mn-ea"/>
              </a:rPr>
              <a:t>的数据通路</a:t>
            </a:r>
            <a:r>
              <a:rPr lang="en-US" altLang="zh-CN" sz="2000" dirty="0">
                <a:latin typeface="+mn-ea"/>
              </a:rPr>
              <a:t>(Z</a:t>
            </a:r>
            <a:r>
              <a:rPr lang="zh-CN" altLang="en-US" sz="2000" dirty="0">
                <a:latin typeface="+mn-ea"/>
              </a:rPr>
              <a:t>为主存地址，</a:t>
            </a:r>
            <a:r>
              <a:rPr lang="en-US" altLang="zh-CN" sz="2000" dirty="0">
                <a:latin typeface="+mn-ea"/>
              </a:rPr>
              <a:t>STD Z</a:t>
            </a:r>
            <a:r>
              <a:rPr lang="zh-CN" altLang="en-US" sz="2000" dirty="0">
                <a:latin typeface="+mn-ea"/>
              </a:rPr>
              <a:t>的功能为</a:t>
            </a:r>
            <a:r>
              <a:rPr lang="en-US" altLang="zh-CN" sz="2000" dirty="0">
                <a:latin typeface="+mn-ea"/>
              </a:rPr>
              <a:t>(ACC)→Z)</a:t>
            </a:r>
            <a:br>
              <a:rPr lang="en-US" altLang="zh-CN" sz="2000" dirty="0">
                <a:latin typeface="+mn-ea"/>
              </a:rPr>
            </a:br>
            <a:endParaRPr lang="zh-CN" altLang="en-US" sz="2000" dirty="0">
              <a:latin typeface="+mn-ea"/>
              <a:ea typeface="+mn-ea"/>
            </a:endParaRPr>
          </a:p>
        </p:txBody>
      </p:sp>
      <p:pic>
        <p:nvPicPr>
          <p:cNvPr id="359427" name="内容占位符 5"/>
          <p:cNvPicPr>
            <a:picLocks noGrp="1" noChangeAspect="1"/>
          </p:cNvPicPr>
          <p:nvPr>
            <p:ph idx="1"/>
          </p:nvPr>
        </p:nvPicPr>
        <p:blipFill>
          <a:blip r:embed="rId1" cstate="print">
            <a:extLst>
              <a:ext uri="{28A0092B-C50C-407E-A947-70E740481C1C}">
                <a14:useLocalDpi xmlns:a14="http://schemas.microsoft.com/office/drawing/2010/main" val="0"/>
              </a:ext>
            </a:extLst>
          </a:blip>
          <a:srcRect/>
          <a:stretch>
            <a:fillRect/>
          </a:stretch>
        </p:blipFill>
        <p:spPr bwMode="auto">
          <a:xfrm>
            <a:off x="5764946" y="1693252"/>
            <a:ext cx="3395662" cy="28590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81200" y="476250"/>
            <a:ext cx="8229600" cy="941388"/>
          </a:xfrm>
        </p:spPr>
        <p:txBody>
          <a:bodyPr/>
          <a:lstStyle/>
          <a:p>
            <a:pPr>
              <a:defRPr/>
            </a:pPr>
            <a:r>
              <a:rPr lang="zh-CN" altLang="en-US" sz="2400" dirty="0">
                <a:latin typeface="+mn-ea"/>
                <a:ea typeface="+mn-ea"/>
              </a:rPr>
              <a:t>设有如下图所示的单总线结构，分析指令</a:t>
            </a:r>
            <a:r>
              <a:rPr lang="en-US" altLang="zh-CN" sz="2400" dirty="0">
                <a:latin typeface="+mn-ea"/>
                <a:ea typeface="+mn-ea"/>
              </a:rPr>
              <a:t>ADD(R0),R1</a:t>
            </a:r>
            <a:r>
              <a:rPr lang="zh-CN" altLang="en-US" sz="2400" dirty="0">
                <a:latin typeface="+mn-ea"/>
                <a:ea typeface="+mn-ea"/>
              </a:rPr>
              <a:t>的指令流程和控制信号。</a:t>
            </a:r>
            <a:endParaRPr lang="zh-CN" altLang="en-US" sz="2400" dirty="0">
              <a:latin typeface="+mn-ea"/>
              <a:ea typeface="+mn-ea"/>
            </a:endParaRPr>
          </a:p>
        </p:txBody>
      </p:sp>
      <p:pic>
        <p:nvPicPr>
          <p:cNvPr id="361475" name="内容占位符 3"/>
          <p:cNvPicPr>
            <a:picLocks noGrp="1" noChangeAspect="1"/>
          </p:cNvPicPr>
          <p:nvPr>
            <p:ph idx="1"/>
          </p:nvPr>
        </p:nvPicPr>
        <p:blipFill>
          <a:blip r:embed="rId1" cstate="print">
            <a:extLst>
              <a:ext uri="{28A0092B-C50C-407E-A947-70E740481C1C}">
                <a14:useLocalDpi xmlns:a14="http://schemas.microsoft.com/office/drawing/2010/main" val="0"/>
              </a:ext>
            </a:extLst>
          </a:blip>
          <a:srcRect/>
          <a:stretch>
            <a:fillRect/>
          </a:stretch>
        </p:blipFill>
        <p:spPr bwMode="auto">
          <a:xfrm>
            <a:off x="3071814" y="1341438"/>
            <a:ext cx="5976937" cy="51117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2498" name="标题 1"/>
          <p:cNvSpPr>
            <a:spLocks noGrp="1"/>
          </p:cNvSpPr>
          <p:nvPr>
            <p:ph type="title"/>
          </p:nvPr>
        </p:nvSpPr>
        <p:spPr bwMode="auto">
          <a:xfrm>
            <a:off x="1981200" y="274638"/>
            <a:ext cx="8229600" cy="4175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mtClean="0"/>
          </a:p>
        </p:txBody>
      </p:sp>
      <p:pic>
        <p:nvPicPr>
          <p:cNvPr id="362499" name="内容占位符 3"/>
          <p:cNvPicPr>
            <a:picLocks noGrp="1" noChangeAspect="1"/>
          </p:cNvPicPr>
          <p:nvPr>
            <p:ph idx="1"/>
          </p:nvPr>
        </p:nvPicPr>
        <p:blipFill>
          <a:blip r:embed="rId1" cstate="print">
            <a:extLst>
              <a:ext uri="{28A0092B-C50C-407E-A947-70E740481C1C}">
                <a14:useLocalDpi xmlns:a14="http://schemas.microsoft.com/office/drawing/2010/main" val="0"/>
              </a:ext>
            </a:extLst>
          </a:blip>
          <a:srcRect/>
          <a:stretch>
            <a:fillRect/>
          </a:stretch>
        </p:blipFill>
        <p:spPr bwMode="auto">
          <a:xfrm>
            <a:off x="1847850" y="836614"/>
            <a:ext cx="8229600" cy="20986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2500" name="图片 4"/>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24038" y="2935289"/>
            <a:ext cx="8229600" cy="1785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2501" name="图片 5"/>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81200" y="4797426"/>
            <a:ext cx="8002588" cy="1649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861646" y="521800"/>
            <a:ext cx="10527323" cy="4154984"/>
          </a:xfrm>
          <a:prstGeom prst="rect">
            <a:avLst/>
          </a:prstGeom>
        </p:spPr>
        <p:txBody>
          <a:bodyPr wrap="square">
            <a:spAutoFit/>
          </a:bodyPr>
          <a:lstStyle/>
          <a:p>
            <a:pPr>
              <a:defRPr/>
            </a:pPr>
            <a:r>
              <a:rPr lang="en-US" altLang="zh-CN" sz="2400" b="1" dirty="0" smtClean="0">
                <a:latin typeface="+mn-ea"/>
              </a:rPr>
              <a:t>1</a:t>
            </a:r>
            <a:r>
              <a:rPr lang="zh-CN" altLang="en-US" sz="2400" b="1" dirty="0" smtClean="0">
                <a:latin typeface="+mn-ea"/>
              </a:rPr>
              <a:t>、某</a:t>
            </a:r>
            <a:r>
              <a:rPr lang="zh-CN" altLang="en-US" sz="2400" b="1" dirty="0">
                <a:latin typeface="+mn-ea"/>
              </a:rPr>
              <a:t>微程序控制器中，采用水平型直接控制（编码）方式的微指令格式，后续微指令地址由微指令的下地址字段给出。已知机器共有 </a:t>
            </a:r>
            <a:r>
              <a:rPr lang="en-US" altLang="zh-CN" sz="2400" b="1" dirty="0">
                <a:latin typeface="+mn-ea"/>
              </a:rPr>
              <a:t>28 </a:t>
            </a:r>
            <a:r>
              <a:rPr lang="zh-CN" altLang="en-US" sz="2400" b="1" dirty="0">
                <a:latin typeface="+mn-ea"/>
              </a:rPr>
              <a:t>个微命令，</a:t>
            </a:r>
            <a:r>
              <a:rPr lang="en-US" altLang="zh-CN" sz="2400" b="1" dirty="0">
                <a:latin typeface="+mn-ea"/>
              </a:rPr>
              <a:t>6 </a:t>
            </a:r>
            <a:r>
              <a:rPr lang="zh-CN" altLang="en-US" sz="2400" b="1" dirty="0">
                <a:latin typeface="+mn-ea"/>
              </a:rPr>
              <a:t>个互斥的可判定的外部条件</a:t>
            </a:r>
            <a:r>
              <a:rPr lang="en-US" altLang="zh-CN" sz="2400" b="1" dirty="0">
                <a:latin typeface="+mn-ea"/>
              </a:rPr>
              <a:t>,</a:t>
            </a:r>
            <a:r>
              <a:rPr lang="zh-CN" altLang="en-US" sz="2400" b="1" dirty="0">
                <a:latin typeface="+mn-ea"/>
              </a:rPr>
              <a:t>控制存储器的容量为 </a:t>
            </a:r>
            <a:r>
              <a:rPr lang="en-US" altLang="zh-CN" sz="2400" b="1" dirty="0">
                <a:latin typeface="+mn-ea"/>
              </a:rPr>
              <a:t>512×40 </a:t>
            </a:r>
            <a:r>
              <a:rPr lang="zh-CN" altLang="en-US" sz="2400" b="1" dirty="0">
                <a:latin typeface="+mn-ea"/>
              </a:rPr>
              <a:t>位。试设计其微指令的格式，并说明理由</a:t>
            </a:r>
            <a:r>
              <a:rPr lang="zh-CN" altLang="en-US" sz="2400" b="1" dirty="0" smtClean="0">
                <a:latin typeface="+mn-ea"/>
              </a:rPr>
              <a:t>。</a:t>
            </a:r>
            <a:endParaRPr lang="en-US" altLang="zh-CN" sz="2400" b="1" dirty="0">
              <a:latin typeface="+mn-ea"/>
            </a:endParaRPr>
          </a:p>
          <a:p>
            <a:pPr>
              <a:defRPr/>
            </a:pPr>
            <a:r>
              <a:rPr lang="en-US" altLang="zh-CN" sz="2400" b="1" dirty="0" smtClean="0">
                <a:latin typeface="+mn-ea"/>
              </a:rPr>
              <a:t>2</a:t>
            </a:r>
            <a:r>
              <a:rPr lang="zh-CN" altLang="en-US" sz="2400" b="1" dirty="0" smtClean="0">
                <a:latin typeface="+mn-ea"/>
              </a:rPr>
              <a:t>、某</a:t>
            </a:r>
            <a:r>
              <a:rPr lang="zh-CN" altLang="en-US" sz="2400" b="1" dirty="0">
                <a:latin typeface="+mn-ea"/>
              </a:rPr>
              <a:t>机共有 </a:t>
            </a:r>
            <a:r>
              <a:rPr lang="en-US" altLang="zh-CN" sz="2400" b="1" dirty="0">
                <a:latin typeface="+mn-ea"/>
              </a:rPr>
              <a:t>52 </a:t>
            </a:r>
            <a:r>
              <a:rPr lang="zh-CN" altLang="en-US" sz="2400" b="1" dirty="0">
                <a:latin typeface="+mn-ea"/>
              </a:rPr>
              <a:t>个微操作控制信号，构成 </a:t>
            </a:r>
            <a:r>
              <a:rPr lang="en-US" altLang="zh-CN" sz="2400" b="1" dirty="0">
                <a:latin typeface="+mn-ea"/>
              </a:rPr>
              <a:t>5 </a:t>
            </a:r>
            <a:r>
              <a:rPr lang="zh-CN" altLang="en-US" sz="2400" b="1" dirty="0">
                <a:latin typeface="+mn-ea"/>
              </a:rPr>
              <a:t>个相斥类的微命令组，各组分别包含 </a:t>
            </a:r>
            <a:r>
              <a:rPr lang="en-US" altLang="zh-CN" sz="2400" b="1" dirty="0">
                <a:latin typeface="+mn-ea"/>
              </a:rPr>
              <a:t>5</a:t>
            </a:r>
            <a:r>
              <a:rPr lang="zh-CN" altLang="en-US" sz="2400" b="1" dirty="0">
                <a:latin typeface="+mn-ea"/>
              </a:rPr>
              <a:t>、</a:t>
            </a:r>
            <a:r>
              <a:rPr lang="en-US" altLang="zh-CN" sz="2400" b="1" dirty="0">
                <a:latin typeface="+mn-ea"/>
              </a:rPr>
              <a:t>8</a:t>
            </a:r>
            <a:r>
              <a:rPr lang="zh-CN" altLang="en-US" sz="2400" b="1" dirty="0">
                <a:latin typeface="+mn-ea"/>
              </a:rPr>
              <a:t>、</a:t>
            </a:r>
            <a:r>
              <a:rPr lang="en-US" altLang="zh-CN" sz="2400" b="1" dirty="0">
                <a:latin typeface="+mn-ea"/>
              </a:rPr>
              <a:t>2</a:t>
            </a:r>
            <a:r>
              <a:rPr lang="zh-CN" altLang="en-US" sz="2400" b="1" dirty="0">
                <a:latin typeface="+mn-ea"/>
              </a:rPr>
              <a:t>、</a:t>
            </a:r>
            <a:r>
              <a:rPr lang="en-US" altLang="zh-CN" sz="2400" b="1" dirty="0">
                <a:latin typeface="+mn-ea"/>
              </a:rPr>
              <a:t>15</a:t>
            </a:r>
            <a:r>
              <a:rPr lang="zh-CN" altLang="en-US" sz="2400" b="1" dirty="0">
                <a:latin typeface="+mn-ea"/>
              </a:rPr>
              <a:t>、</a:t>
            </a:r>
            <a:r>
              <a:rPr lang="en-US" altLang="zh-CN" sz="2400" b="1" dirty="0">
                <a:latin typeface="+mn-ea"/>
              </a:rPr>
              <a:t>22 </a:t>
            </a:r>
            <a:r>
              <a:rPr lang="zh-CN" altLang="en-US" sz="2400" b="1" dirty="0">
                <a:latin typeface="+mn-ea"/>
              </a:rPr>
              <a:t>个微命令。已知可判定的外部条件有两个，微指令字长 </a:t>
            </a:r>
            <a:r>
              <a:rPr lang="en-US" altLang="zh-CN" sz="2400" b="1" dirty="0">
                <a:latin typeface="+mn-ea"/>
              </a:rPr>
              <a:t>28 </a:t>
            </a:r>
            <a:r>
              <a:rPr lang="zh-CN" altLang="en-US" sz="2400" b="1" dirty="0">
                <a:latin typeface="+mn-ea"/>
              </a:rPr>
              <a:t>位。</a:t>
            </a:r>
            <a:endParaRPr lang="en-US" altLang="zh-CN" sz="2400" b="1" dirty="0">
              <a:latin typeface="+mn-ea"/>
            </a:endParaRPr>
          </a:p>
          <a:p>
            <a:pPr>
              <a:defRPr/>
            </a:pPr>
            <a:r>
              <a:rPr lang="en-US" altLang="zh-CN" sz="2400" b="1" dirty="0">
                <a:latin typeface="+mn-ea"/>
              </a:rPr>
              <a:t>1)</a:t>
            </a:r>
            <a:r>
              <a:rPr lang="zh-CN" altLang="en-US" sz="2400" b="1" dirty="0">
                <a:latin typeface="+mn-ea"/>
              </a:rPr>
              <a:t>按水平型微指令格式设计微指令</a:t>
            </a:r>
            <a:r>
              <a:rPr lang="en-US" altLang="zh-CN" sz="2400" b="1" dirty="0">
                <a:latin typeface="+mn-ea"/>
              </a:rPr>
              <a:t>,</a:t>
            </a:r>
            <a:r>
              <a:rPr lang="zh-CN" altLang="en-US" sz="2400" b="1" dirty="0">
                <a:latin typeface="+mn-ea"/>
              </a:rPr>
              <a:t>要求微指令的下地址字段直接给出后继微指令地址。</a:t>
            </a:r>
            <a:endParaRPr lang="en-US" altLang="zh-CN" sz="2400" b="1" dirty="0">
              <a:latin typeface="+mn-ea"/>
            </a:endParaRPr>
          </a:p>
          <a:p>
            <a:pPr>
              <a:defRPr/>
            </a:pPr>
            <a:r>
              <a:rPr lang="en-US" altLang="zh-CN" sz="2400" b="1" dirty="0">
                <a:latin typeface="+mn-ea"/>
              </a:rPr>
              <a:t>2</a:t>
            </a:r>
            <a:r>
              <a:rPr lang="zh-CN" altLang="en-US" sz="2400" b="1" dirty="0">
                <a:latin typeface="+mn-ea"/>
              </a:rPr>
              <a:t>）指出控制存储器的容量</a:t>
            </a:r>
            <a:r>
              <a:rPr lang="zh-CN" altLang="en-US" sz="2400" b="1" dirty="0" smtClean="0">
                <a:latin typeface="+mn-ea"/>
              </a:rPr>
              <a:t>。</a:t>
            </a:r>
            <a:endParaRPr lang="en-US" altLang="zh-CN" sz="2400" b="1" dirty="0" smtClean="0">
              <a:latin typeface="+mn-ea"/>
            </a:endParaRPr>
          </a:p>
          <a:p>
            <a:pPr>
              <a:defRPr/>
            </a:pPr>
            <a:endParaRPr lang="zh-CN" altLang="en-US" sz="2400" b="1" dirty="0">
              <a:latin typeface="+mn-ea"/>
            </a:endParaRPr>
          </a:p>
        </p:txBody>
      </p:sp>
      <p:sp>
        <p:nvSpPr>
          <p:cNvPr id="3" name="矩形 2"/>
          <p:cNvSpPr>
            <a:spLocks noChangeArrowheads="1"/>
          </p:cNvSpPr>
          <p:nvPr/>
        </p:nvSpPr>
        <p:spPr bwMode="auto">
          <a:xfrm>
            <a:off x="773724" y="4328014"/>
            <a:ext cx="10111153"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pPr>
            <a:r>
              <a:rPr lang="en-US" altLang="zh-CN" b="1" dirty="0" smtClean="0">
                <a:solidFill>
                  <a:srgbClr val="000000"/>
                </a:solidFill>
              </a:rPr>
              <a:t>3</a:t>
            </a:r>
            <a:r>
              <a:rPr lang="zh-CN" altLang="en-US" b="1" dirty="0" smtClean="0">
                <a:solidFill>
                  <a:srgbClr val="000000"/>
                </a:solidFill>
              </a:rPr>
              <a:t>、假设</a:t>
            </a:r>
            <a:r>
              <a:rPr lang="zh-CN" altLang="en-US" b="1" dirty="0">
                <a:solidFill>
                  <a:srgbClr val="000000"/>
                </a:solidFill>
              </a:rPr>
              <a:t>某机器有 </a:t>
            </a:r>
            <a:r>
              <a:rPr lang="en-US" altLang="zh-CN" b="1" dirty="0">
                <a:solidFill>
                  <a:srgbClr val="000000"/>
                </a:solidFill>
              </a:rPr>
              <a:t>80 </a:t>
            </a:r>
            <a:r>
              <a:rPr lang="zh-CN" altLang="en-US" b="1" dirty="0">
                <a:solidFill>
                  <a:srgbClr val="000000"/>
                </a:solidFill>
              </a:rPr>
              <a:t>条指令，平均每条指令由 </a:t>
            </a:r>
            <a:r>
              <a:rPr lang="en-US" altLang="zh-CN" b="1" dirty="0">
                <a:solidFill>
                  <a:srgbClr val="000000"/>
                </a:solidFill>
              </a:rPr>
              <a:t>4 </a:t>
            </a:r>
            <a:r>
              <a:rPr lang="zh-CN" altLang="en-US" b="1" dirty="0">
                <a:solidFill>
                  <a:srgbClr val="000000"/>
                </a:solidFill>
              </a:rPr>
              <a:t>条微指令组成，其中有一条取指微指令是所有指令公用的。已知微指令长度为 </a:t>
            </a:r>
            <a:r>
              <a:rPr lang="en-US" altLang="zh-CN" b="1" dirty="0">
                <a:solidFill>
                  <a:srgbClr val="000000"/>
                </a:solidFill>
              </a:rPr>
              <a:t>32 </a:t>
            </a:r>
            <a:r>
              <a:rPr lang="zh-CN" altLang="en-US" b="1" dirty="0">
                <a:solidFill>
                  <a:srgbClr val="000000"/>
                </a:solidFill>
              </a:rPr>
              <a:t>位，请估算控制存储器 </a:t>
            </a:r>
            <a:r>
              <a:rPr lang="en-US" altLang="zh-CN" b="1" dirty="0">
                <a:solidFill>
                  <a:srgbClr val="000000"/>
                </a:solidFill>
              </a:rPr>
              <a:t>CM </a:t>
            </a:r>
            <a:r>
              <a:rPr lang="zh-CN" altLang="en-US" b="1" dirty="0">
                <a:solidFill>
                  <a:srgbClr val="000000"/>
                </a:solidFill>
              </a:rPr>
              <a:t>容量。</a:t>
            </a:r>
            <a:endParaRPr lang="zh-CN" altLang="en-US" b="1" dirty="0">
              <a:solidFill>
                <a:srgbClr val="000000"/>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5026" name="矩形 1"/>
          <p:cNvSpPr>
            <a:spLocks noChangeArrowheads="1"/>
          </p:cNvSpPr>
          <p:nvPr/>
        </p:nvSpPr>
        <p:spPr bwMode="auto">
          <a:xfrm>
            <a:off x="1611314" y="559168"/>
            <a:ext cx="8207375" cy="40934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r>
              <a:rPr lang="en-US" altLang="zh-CN" sz="2000" dirty="0"/>
              <a:t>1</a:t>
            </a:r>
            <a:r>
              <a:rPr lang="zh-CN" altLang="en-US" sz="2000" dirty="0"/>
              <a:t>）根据 </a:t>
            </a:r>
            <a:r>
              <a:rPr lang="en-US" altLang="zh-CN" sz="2000" dirty="0"/>
              <a:t>5 </a:t>
            </a:r>
            <a:r>
              <a:rPr lang="zh-CN" altLang="en-US" sz="2000" dirty="0"/>
              <a:t>个互斥类的微命令组，各组分别包含 </a:t>
            </a:r>
            <a:r>
              <a:rPr lang="en-US" altLang="zh-CN" sz="2000" dirty="0"/>
              <a:t>5</a:t>
            </a:r>
            <a:r>
              <a:rPr lang="zh-CN" altLang="en-US" sz="2000" dirty="0"/>
              <a:t>、</a:t>
            </a:r>
            <a:r>
              <a:rPr lang="en-US" altLang="zh-CN" sz="2000" dirty="0"/>
              <a:t>8</a:t>
            </a:r>
            <a:r>
              <a:rPr lang="zh-CN" altLang="en-US" sz="2000" dirty="0"/>
              <a:t>、</a:t>
            </a:r>
            <a:r>
              <a:rPr lang="en-US" altLang="zh-CN" sz="2000" dirty="0"/>
              <a:t>2</a:t>
            </a:r>
            <a:r>
              <a:rPr lang="zh-CN" altLang="en-US" sz="2000" dirty="0"/>
              <a:t>、</a:t>
            </a:r>
            <a:r>
              <a:rPr lang="en-US" altLang="zh-CN" sz="2000" dirty="0"/>
              <a:t>15</a:t>
            </a:r>
            <a:r>
              <a:rPr lang="zh-CN" altLang="en-US" sz="2000" dirty="0"/>
              <a:t>、</a:t>
            </a:r>
            <a:r>
              <a:rPr lang="en-US" altLang="zh-CN" sz="2000" dirty="0"/>
              <a:t>22 </a:t>
            </a:r>
            <a:r>
              <a:rPr lang="zh-CN" altLang="en-US" sz="2000" dirty="0"/>
              <a:t>个微命令，考虑到每组必须增加一种不发命令的情况，条件测试字段应包含一种不转移的情况，则 </a:t>
            </a:r>
            <a:r>
              <a:rPr lang="en-US" altLang="zh-CN" sz="2000" dirty="0"/>
              <a:t>5 </a:t>
            </a:r>
            <a:r>
              <a:rPr lang="zh-CN" altLang="en-US" sz="2000" dirty="0"/>
              <a:t>个控制字段分别需给出 </a:t>
            </a:r>
            <a:r>
              <a:rPr lang="en-US" altLang="zh-CN" sz="2000" dirty="0"/>
              <a:t>6</a:t>
            </a:r>
            <a:r>
              <a:rPr lang="zh-CN" altLang="en-US" sz="2000" dirty="0"/>
              <a:t>、</a:t>
            </a:r>
            <a:r>
              <a:rPr lang="en-US" altLang="zh-CN" sz="2000" dirty="0"/>
              <a:t>9</a:t>
            </a:r>
            <a:r>
              <a:rPr lang="zh-CN" altLang="en-US" sz="2000" dirty="0"/>
              <a:t>、</a:t>
            </a:r>
            <a:r>
              <a:rPr lang="en-US" altLang="zh-CN" sz="2000" dirty="0"/>
              <a:t>3</a:t>
            </a:r>
            <a:r>
              <a:rPr lang="zh-CN" altLang="en-US" sz="2000" dirty="0"/>
              <a:t>、</a:t>
            </a:r>
            <a:r>
              <a:rPr lang="en-US" altLang="zh-CN" sz="2000" dirty="0"/>
              <a:t>16</a:t>
            </a:r>
            <a:r>
              <a:rPr lang="zh-CN" altLang="en-US" sz="2000" dirty="0"/>
              <a:t>、</a:t>
            </a:r>
            <a:r>
              <a:rPr lang="en-US" altLang="zh-CN" sz="2000" dirty="0"/>
              <a:t>23 </a:t>
            </a:r>
            <a:r>
              <a:rPr lang="zh-CN" altLang="en-US" sz="2000" dirty="0"/>
              <a:t>种状态，对应 </a:t>
            </a:r>
            <a:r>
              <a:rPr lang="en-US" altLang="zh-CN" sz="2000" dirty="0"/>
              <a:t>3</a:t>
            </a:r>
            <a:r>
              <a:rPr lang="zh-CN" altLang="en-US" sz="2000" dirty="0"/>
              <a:t>、</a:t>
            </a:r>
            <a:r>
              <a:rPr lang="en-US" altLang="zh-CN" sz="2000" dirty="0"/>
              <a:t>4</a:t>
            </a:r>
            <a:r>
              <a:rPr lang="zh-CN" altLang="en-US" sz="2000" dirty="0"/>
              <a:t>、</a:t>
            </a:r>
            <a:r>
              <a:rPr lang="en-US" altLang="zh-CN" sz="2000" dirty="0"/>
              <a:t>2</a:t>
            </a:r>
            <a:r>
              <a:rPr lang="zh-CN" altLang="en-US" sz="2000" dirty="0"/>
              <a:t>、</a:t>
            </a:r>
            <a:r>
              <a:rPr lang="en-US" altLang="zh-CN" sz="2000" dirty="0"/>
              <a:t>4</a:t>
            </a:r>
            <a:r>
              <a:rPr lang="zh-CN" altLang="en-US" sz="2000" dirty="0"/>
              <a:t>、</a:t>
            </a:r>
            <a:r>
              <a:rPr lang="en-US" altLang="zh-CN" sz="2000" dirty="0"/>
              <a:t>5 </a:t>
            </a:r>
            <a:r>
              <a:rPr lang="zh-CN" altLang="en-US" sz="2000" dirty="0"/>
              <a:t>位（共 </a:t>
            </a:r>
            <a:r>
              <a:rPr lang="en-US" altLang="zh-CN" sz="2000" dirty="0"/>
              <a:t>18 </a:t>
            </a:r>
            <a:r>
              <a:rPr lang="zh-CN" altLang="en-US" sz="2000" dirty="0"/>
              <a:t>位</a:t>
            </a:r>
            <a:r>
              <a:rPr lang="en-US" altLang="zh-CN" sz="2000" dirty="0"/>
              <a:t>)</a:t>
            </a:r>
            <a:r>
              <a:rPr lang="zh-CN" altLang="en-US" sz="2000" dirty="0"/>
              <a:t>，条件测试字段取 </a:t>
            </a:r>
            <a:r>
              <a:rPr lang="en-US" altLang="zh-CN" sz="2000" dirty="0"/>
              <a:t>2 </a:t>
            </a:r>
            <a:r>
              <a:rPr lang="zh-CN" altLang="en-US" sz="2000" dirty="0"/>
              <a:t>位。根据微指令字长为 </a:t>
            </a:r>
            <a:r>
              <a:rPr lang="en-US" altLang="zh-CN" sz="2000" dirty="0"/>
              <a:t>28 </a:t>
            </a:r>
            <a:r>
              <a:rPr lang="zh-CN" altLang="en-US" sz="2000" dirty="0"/>
              <a:t>位，下地址字段取 </a:t>
            </a:r>
            <a:r>
              <a:rPr lang="en-US" altLang="zh-CN" sz="2000" dirty="0"/>
              <a:t>28 </a:t>
            </a:r>
            <a:r>
              <a:rPr lang="zh-CN" altLang="en-US" sz="2000" dirty="0"/>
              <a:t>－ </a:t>
            </a:r>
            <a:r>
              <a:rPr lang="en-US" altLang="zh-CN" sz="2000" dirty="0"/>
              <a:t>18</a:t>
            </a:r>
            <a:r>
              <a:rPr lang="zh-CN" altLang="en-US" sz="2000" dirty="0"/>
              <a:t>－ </a:t>
            </a:r>
            <a:r>
              <a:rPr lang="en-US" altLang="zh-CN" sz="2000" dirty="0"/>
              <a:t>2</a:t>
            </a:r>
            <a:r>
              <a:rPr lang="zh-CN" altLang="en-US" sz="2000" dirty="0"/>
              <a:t>＝</a:t>
            </a:r>
            <a:r>
              <a:rPr lang="en-US" altLang="zh-CN" sz="2000" dirty="0"/>
              <a:t>8 </a:t>
            </a:r>
            <a:r>
              <a:rPr lang="zh-CN" altLang="en-US" sz="2000" dirty="0"/>
              <a:t>位，则其微指令格式如下图所示：</a:t>
            </a:r>
            <a:endParaRPr lang="en-US" altLang="zh-CN" sz="2000" dirty="0"/>
          </a:p>
          <a:p>
            <a:endParaRPr lang="en-US" altLang="zh-CN" sz="2000" dirty="0"/>
          </a:p>
          <a:p>
            <a:endParaRPr lang="en-US" altLang="zh-CN" sz="2000" dirty="0"/>
          </a:p>
          <a:p>
            <a:endParaRPr lang="en-US" altLang="zh-CN" sz="2000" dirty="0"/>
          </a:p>
          <a:p>
            <a:endParaRPr lang="en-US" altLang="zh-CN" sz="2000" dirty="0"/>
          </a:p>
          <a:p>
            <a:endParaRPr lang="en-US" altLang="zh-CN" sz="2000" dirty="0"/>
          </a:p>
          <a:p>
            <a:r>
              <a:rPr lang="en-US" altLang="zh-CN" sz="2000" dirty="0" smtClean="0"/>
              <a:t>2</a:t>
            </a:r>
            <a:r>
              <a:rPr lang="zh-CN" altLang="en-US" sz="2000" dirty="0"/>
              <a:t>）根据后继地址字段为 </a:t>
            </a:r>
            <a:r>
              <a:rPr lang="en-US" altLang="zh-CN" sz="2000" dirty="0"/>
              <a:t>8 </a:t>
            </a:r>
            <a:r>
              <a:rPr lang="zh-CN" altLang="en-US" sz="2000" dirty="0"/>
              <a:t>位，微指令字长为 </a:t>
            </a:r>
            <a:r>
              <a:rPr lang="en-US" altLang="zh-CN" sz="2000" dirty="0"/>
              <a:t>28 </a:t>
            </a:r>
            <a:r>
              <a:rPr lang="zh-CN" altLang="en-US" sz="2000" dirty="0"/>
              <a:t>位，得出控制存储器的容量为 </a:t>
            </a:r>
            <a:r>
              <a:rPr lang="en-US" altLang="zh-CN" sz="2000" dirty="0"/>
              <a:t>2^8x28 </a:t>
            </a:r>
            <a:r>
              <a:rPr lang="zh-CN" altLang="en-US" sz="2000" dirty="0"/>
              <a:t>位。</a:t>
            </a:r>
            <a:endParaRPr lang="zh-CN" altLang="en-US" sz="2000" dirty="0"/>
          </a:p>
        </p:txBody>
      </p:sp>
      <p:pic>
        <p:nvPicPr>
          <p:cNvPr id="385027" name="图片 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542077" y="2504954"/>
            <a:ext cx="6791325" cy="127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矩形 3"/>
          <p:cNvSpPr>
            <a:spLocks noChangeArrowheads="1"/>
          </p:cNvSpPr>
          <p:nvPr/>
        </p:nvSpPr>
        <p:spPr bwMode="auto">
          <a:xfrm>
            <a:off x="1559170" y="4652596"/>
            <a:ext cx="9677400"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pPr>
            <a:r>
              <a:rPr lang="en-US" altLang="zh-CN" b="1" dirty="0" smtClean="0">
                <a:solidFill>
                  <a:srgbClr val="000000"/>
                </a:solidFill>
              </a:rPr>
              <a:t>3</a:t>
            </a:r>
            <a:r>
              <a:rPr lang="zh-CN" altLang="en-US" b="1" dirty="0" smtClean="0">
                <a:solidFill>
                  <a:srgbClr val="000000"/>
                </a:solidFill>
              </a:rPr>
              <a:t>）总</a:t>
            </a:r>
            <a:r>
              <a:rPr lang="zh-CN" altLang="en-US" b="1" dirty="0">
                <a:solidFill>
                  <a:srgbClr val="000000"/>
                </a:solidFill>
              </a:rPr>
              <a:t>的微指令条数</a:t>
            </a:r>
            <a:r>
              <a:rPr lang="en-US" altLang="zh-CN" b="1" dirty="0">
                <a:solidFill>
                  <a:srgbClr val="000000"/>
                </a:solidFill>
              </a:rPr>
              <a:t>=</a:t>
            </a:r>
            <a:r>
              <a:rPr lang="zh-CN" altLang="en-US" b="1" dirty="0">
                <a:solidFill>
                  <a:srgbClr val="000000"/>
                </a:solidFill>
              </a:rPr>
              <a:t>（</a:t>
            </a:r>
            <a:r>
              <a:rPr lang="en-US" altLang="zh-CN" b="1" dirty="0">
                <a:solidFill>
                  <a:srgbClr val="000000"/>
                </a:solidFill>
              </a:rPr>
              <a:t>4-1)×80 + 1= 241</a:t>
            </a:r>
            <a:r>
              <a:rPr lang="zh-CN" altLang="en-US" b="1" dirty="0">
                <a:solidFill>
                  <a:srgbClr val="000000"/>
                </a:solidFill>
              </a:rPr>
              <a:t>条，每条微指令占一个控制存储器单元。</a:t>
            </a:r>
            <a:endParaRPr lang="en-US" altLang="zh-CN" b="1" dirty="0">
              <a:solidFill>
                <a:srgbClr val="000000"/>
              </a:solidFill>
            </a:endParaRPr>
          </a:p>
          <a:p>
            <a:pPr eaLnBrk="0" fontAlgn="base" hangingPunct="0">
              <a:spcBef>
                <a:spcPct val="0"/>
              </a:spcBef>
              <a:spcAft>
                <a:spcPct val="0"/>
              </a:spcAft>
            </a:pPr>
            <a:r>
              <a:rPr lang="en-US" altLang="zh-CN" b="1" dirty="0">
                <a:solidFill>
                  <a:srgbClr val="000000"/>
                </a:solidFill>
              </a:rPr>
              <a:t>CM </a:t>
            </a:r>
            <a:r>
              <a:rPr lang="zh-CN" altLang="en-US" b="1" dirty="0">
                <a:solidFill>
                  <a:srgbClr val="000000"/>
                </a:solidFill>
              </a:rPr>
              <a:t>的容量为 </a:t>
            </a:r>
            <a:r>
              <a:rPr lang="en-US" altLang="zh-CN" b="1" dirty="0">
                <a:solidFill>
                  <a:srgbClr val="000000"/>
                </a:solidFill>
              </a:rPr>
              <a:t>2 </a:t>
            </a:r>
            <a:r>
              <a:rPr lang="zh-CN" altLang="en-US" b="1" dirty="0">
                <a:solidFill>
                  <a:srgbClr val="000000"/>
                </a:solidFill>
              </a:rPr>
              <a:t>的 </a:t>
            </a:r>
            <a:r>
              <a:rPr lang="en-US" altLang="zh-CN" b="1" dirty="0">
                <a:solidFill>
                  <a:srgbClr val="000000"/>
                </a:solidFill>
              </a:rPr>
              <a:t>n </a:t>
            </a:r>
            <a:r>
              <a:rPr lang="zh-CN" altLang="en-US" b="1" dirty="0">
                <a:solidFill>
                  <a:srgbClr val="000000"/>
                </a:solidFill>
              </a:rPr>
              <a:t>次幂，而 </a:t>
            </a:r>
            <a:r>
              <a:rPr lang="en-US" altLang="zh-CN" b="1" dirty="0">
                <a:solidFill>
                  <a:srgbClr val="000000"/>
                </a:solidFill>
              </a:rPr>
              <a:t>241 </a:t>
            </a:r>
            <a:r>
              <a:rPr lang="zh-CN" altLang="en-US" b="1" dirty="0">
                <a:solidFill>
                  <a:srgbClr val="000000"/>
                </a:solidFill>
              </a:rPr>
              <a:t>刚好小于 </a:t>
            </a:r>
            <a:r>
              <a:rPr lang="en-US" altLang="zh-CN" b="1" dirty="0">
                <a:solidFill>
                  <a:srgbClr val="000000"/>
                </a:solidFill>
              </a:rPr>
              <a:t>256</a:t>
            </a:r>
            <a:r>
              <a:rPr lang="zh-CN" altLang="en-US" b="1" dirty="0">
                <a:solidFill>
                  <a:srgbClr val="000000"/>
                </a:solidFill>
              </a:rPr>
              <a:t>，所以 </a:t>
            </a:r>
            <a:r>
              <a:rPr lang="en-US" altLang="zh-CN" b="1" dirty="0">
                <a:solidFill>
                  <a:srgbClr val="000000"/>
                </a:solidFill>
              </a:rPr>
              <a:t>CM </a:t>
            </a:r>
            <a:r>
              <a:rPr lang="zh-CN" altLang="en-US" b="1" dirty="0">
                <a:solidFill>
                  <a:srgbClr val="000000"/>
                </a:solidFill>
              </a:rPr>
              <a:t>的容量</a:t>
            </a:r>
            <a:r>
              <a:rPr lang="en-US" altLang="zh-CN" b="1" dirty="0">
                <a:solidFill>
                  <a:srgbClr val="000000"/>
                </a:solidFill>
              </a:rPr>
              <a:t>=256×32 </a:t>
            </a:r>
            <a:r>
              <a:rPr lang="zh-CN" altLang="en-US" b="1" dirty="0">
                <a:solidFill>
                  <a:srgbClr val="000000"/>
                </a:solidFill>
              </a:rPr>
              <a:t>位</a:t>
            </a:r>
            <a:endParaRPr lang="zh-CN" altLang="en-US" b="1" dirty="0">
              <a:solidFill>
                <a:srgbClr val="000000"/>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6050" name="矩形 1"/>
          <p:cNvSpPr>
            <a:spLocks noChangeArrowheads="1"/>
          </p:cNvSpPr>
          <p:nvPr/>
        </p:nvSpPr>
        <p:spPr bwMode="auto">
          <a:xfrm>
            <a:off x="973015" y="476251"/>
            <a:ext cx="10591800" cy="2678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r>
              <a:rPr lang="zh-CN" altLang="en-US" b="1" dirty="0"/>
              <a:t>设 </a:t>
            </a:r>
            <a:r>
              <a:rPr lang="en-US" altLang="zh-CN" b="1" dirty="0"/>
              <a:t>CPU </a:t>
            </a:r>
            <a:r>
              <a:rPr lang="zh-CN" altLang="en-US" b="1" dirty="0"/>
              <a:t>中各部件及其相互连接关系如下图所示，其中 </a:t>
            </a:r>
            <a:r>
              <a:rPr lang="en-US" altLang="zh-CN" b="1" dirty="0"/>
              <a:t>W </a:t>
            </a:r>
            <a:r>
              <a:rPr lang="zh-CN" altLang="en-US" b="1" dirty="0"/>
              <a:t>是写控制标志</a:t>
            </a:r>
            <a:r>
              <a:rPr lang="en-US" altLang="zh-CN" b="1" dirty="0"/>
              <a:t>;R</a:t>
            </a:r>
            <a:r>
              <a:rPr lang="zh-CN" altLang="en-US" b="1" dirty="0"/>
              <a:t>是读控制标志</a:t>
            </a:r>
            <a:r>
              <a:rPr lang="en-US" altLang="zh-CN" b="1" dirty="0"/>
              <a:t>;R1</a:t>
            </a:r>
            <a:r>
              <a:rPr lang="zh-CN" altLang="en-US" b="1" dirty="0"/>
              <a:t>、</a:t>
            </a:r>
            <a:r>
              <a:rPr lang="en-US" altLang="zh-CN" b="1" dirty="0"/>
              <a:t>R2 </a:t>
            </a:r>
            <a:r>
              <a:rPr lang="zh-CN" altLang="en-US" b="1" dirty="0"/>
              <a:t>是暂存器。</a:t>
            </a:r>
            <a:endParaRPr lang="en-US" altLang="zh-CN" b="1" dirty="0"/>
          </a:p>
          <a:p>
            <a:r>
              <a:rPr lang="en-US" altLang="zh-CN" b="1" dirty="0"/>
              <a:t>1</a:t>
            </a:r>
            <a:r>
              <a:rPr lang="zh-CN" altLang="en-US" b="1" dirty="0"/>
              <a:t>）写出指令 </a:t>
            </a:r>
            <a:r>
              <a:rPr lang="en-US" altLang="zh-CN" b="1" dirty="0"/>
              <a:t>ADD #a</a:t>
            </a:r>
            <a:r>
              <a:rPr lang="zh-CN" altLang="en-US" b="1" dirty="0"/>
              <a:t>（</a:t>
            </a:r>
            <a:r>
              <a:rPr lang="en-US" altLang="zh-CN" b="1" dirty="0"/>
              <a:t>#</a:t>
            </a:r>
            <a:r>
              <a:rPr lang="zh-CN" altLang="en-US" b="1" dirty="0"/>
              <a:t>为立即寻址特征，隐含的操作数在 </a:t>
            </a:r>
            <a:r>
              <a:rPr lang="en-US" altLang="zh-CN" b="1" dirty="0"/>
              <a:t>ACC </a:t>
            </a:r>
            <a:r>
              <a:rPr lang="zh-CN" altLang="en-US" b="1" dirty="0"/>
              <a:t>寄存器中）在执行阶段所完成的微操作命令及节拍安排。</a:t>
            </a:r>
            <a:endParaRPr lang="en-US" altLang="zh-CN" b="1" dirty="0"/>
          </a:p>
          <a:p>
            <a:r>
              <a:rPr lang="en-US" altLang="zh-CN" b="1" dirty="0"/>
              <a:t>2</a:t>
            </a:r>
            <a:r>
              <a:rPr lang="zh-CN" altLang="en-US" b="1" dirty="0"/>
              <a:t>）假设要求在取指周期实现 </a:t>
            </a:r>
            <a:r>
              <a:rPr lang="en-US" altLang="zh-CN" b="1" dirty="0"/>
              <a:t>PC + 1→PC</a:t>
            </a:r>
            <a:r>
              <a:rPr lang="zh-CN" altLang="en-US" b="1" dirty="0"/>
              <a:t>，且由 </a:t>
            </a:r>
            <a:r>
              <a:rPr lang="en-US" altLang="zh-CN" b="1" dirty="0"/>
              <a:t>ALU </a:t>
            </a:r>
            <a:r>
              <a:rPr lang="zh-CN" altLang="en-US" b="1" dirty="0"/>
              <a:t>完成此操作（</a:t>
            </a:r>
            <a:r>
              <a:rPr lang="en-US" altLang="zh-CN" b="1" dirty="0"/>
              <a:t>ALU </a:t>
            </a:r>
            <a:r>
              <a:rPr lang="zh-CN" altLang="en-US" b="1" dirty="0"/>
              <a:t>可以对它的一个源操作数完成加 </a:t>
            </a:r>
            <a:r>
              <a:rPr lang="en-US" altLang="zh-CN" b="1" dirty="0"/>
              <a:t>1 </a:t>
            </a:r>
            <a:r>
              <a:rPr lang="zh-CN" altLang="en-US" b="1" dirty="0"/>
              <a:t>的运算）。以最少的节拍写出取指周期全部微操作命令及节拍安排。</a:t>
            </a:r>
            <a:endParaRPr lang="zh-CN" altLang="en-US" b="1" dirty="0"/>
          </a:p>
        </p:txBody>
      </p:sp>
      <p:pic>
        <p:nvPicPr>
          <p:cNvPr id="386051" name="图片 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855914" y="3154364"/>
            <a:ext cx="6480175" cy="3514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8098" name="图片 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524001" y="1700214"/>
            <a:ext cx="9077325" cy="3635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849923" y="476251"/>
            <a:ext cx="4634891" cy="3785652"/>
          </a:xfrm>
          <a:prstGeom prst="rect">
            <a:avLst/>
          </a:prstGeom>
        </p:spPr>
        <p:txBody>
          <a:bodyPr wrap="square">
            <a:spAutoFit/>
          </a:bodyPr>
          <a:lstStyle/>
          <a:p>
            <a:pPr>
              <a:defRPr/>
            </a:pPr>
            <a:r>
              <a:rPr lang="en-US" altLang="zh-CN" sz="2000" b="1" dirty="0">
                <a:latin typeface="+mn-ea"/>
              </a:rPr>
              <a:t>7</a:t>
            </a:r>
            <a:r>
              <a:rPr lang="zh-CN" altLang="en-US" sz="2000" b="1" dirty="0">
                <a:latin typeface="+mn-ea"/>
              </a:rPr>
              <a:t>条指令的微程序流程图</a:t>
            </a:r>
            <a:r>
              <a:rPr lang="en-US" altLang="zh-CN" sz="2000" b="1" dirty="0">
                <a:latin typeface="+mn-ea"/>
              </a:rPr>
              <a:t>,</a:t>
            </a:r>
            <a:r>
              <a:rPr lang="zh-CN" altLang="en-US" sz="2000" b="1" dirty="0">
                <a:latin typeface="+mn-ea"/>
              </a:rPr>
              <a:t>其中一个方框表示一条微指令</a:t>
            </a:r>
            <a:r>
              <a:rPr lang="en-US" altLang="zh-CN" sz="2000" b="1" dirty="0">
                <a:latin typeface="+mn-ea"/>
              </a:rPr>
              <a:t>,</a:t>
            </a:r>
            <a:r>
              <a:rPr lang="zh-CN" altLang="en-US" sz="2000" b="1" dirty="0">
                <a:latin typeface="+mn-ea"/>
              </a:rPr>
              <a:t>框内字母代表微命令码。微指令地址采用断定方式并规定用 </a:t>
            </a:r>
            <a:r>
              <a:rPr lang="en-US" altLang="zh-CN" sz="2000" b="1" dirty="0">
                <a:latin typeface="+mn-ea"/>
              </a:rPr>
              <a:t>7</a:t>
            </a:r>
            <a:r>
              <a:rPr lang="zh-CN" altLang="en-US" sz="2000" b="1" dirty="0">
                <a:latin typeface="+mn-ea"/>
              </a:rPr>
              <a:t>位二进制数表示</a:t>
            </a:r>
            <a:r>
              <a:rPr lang="en-US" altLang="zh-CN" sz="2000" b="1" dirty="0">
                <a:latin typeface="+mn-ea"/>
              </a:rPr>
              <a:t>(</a:t>
            </a:r>
            <a:r>
              <a:rPr lang="zh-CN" altLang="en-US" sz="2000" b="1" dirty="0">
                <a:latin typeface="+mn-ea"/>
              </a:rPr>
              <a:t>用八进制写出</a:t>
            </a:r>
            <a:r>
              <a:rPr lang="en-US" altLang="zh-CN" sz="2000" b="1" dirty="0">
                <a:latin typeface="+mn-ea"/>
              </a:rPr>
              <a:t>)</a:t>
            </a:r>
            <a:r>
              <a:rPr lang="zh-CN" altLang="en-US" sz="2000" b="1" dirty="0">
                <a:latin typeface="+mn-ea"/>
              </a:rPr>
              <a:t>，</a:t>
            </a:r>
            <a:r>
              <a:rPr lang="en-US" altLang="zh-CN" sz="2000" b="1" dirty="0">
                <a:latin typeface="+mn-ea"/>
              </a:rPr>
              <a:t>P(</a:t>
            </a:r>
            <a:r>
              <a:rPr lang="en-US" altLang="zh-CN" sz="2000" b="1" dirty="0" err="1">
                <a:latin typeface="+mn-ea"/>
              </a:rPr>
              <a:t>i</a:t>
            </a:r>
            <a:r>
              <a:rPr lang="en-US" altLang="zh-CN" sz="2000" b="1" dirty="0">
                <a:latin typeface="+mn-ea"/>
              </a:rPr>
              <a:t>)</a:t>
            </a:r>
            <a:r>
              <a:rPr lang="zh-CN" altLang="en-US" sz="2000" b="1" dirty="0">
                <a:latin typeface="+mn-ea"/>
              </a:rPr>
              <a:t>为判别测试标志</a:t>
            </a:r>
            <a:r>
              <a:rPr lang="en-US" altLang="zh-CN" sz="2000" b="1" dirty="0">
                <a:latin typeface="+mn-ea"/>
              </a:rPr>
              <a:t>,</a:t>
            </a:r>
            <a:r>
              <a:rPr lang="zh-CN" altLang="en-US" sz="2000" b="1" dirty="0">
                <a:latin typeface="+mn-ea"/>
              </a:rPr>
              <a:t>其值由微指令中转移控制字段给出</a:t>
            </a:r>
            <a:r>
              <a:rPr lang="en-US" altLang="zh-CN" sz="2000" b="1" dirty="0">
                <a:latin typeface="+mn-ea"/>
              </a:rPr>
              <a:t>,</a:t>
            </a:r>
            <a:r>
              <a:rPr lang="zh-CN" altLang="en-US" sz="2000" b="1" dirty="0">
                <a:latin typeface="+mn-ea"/>
              </a:rPr>
              <a:t>具体含义如下</a:t>
            </a:r>
            <a:r>
              <a:rPr lang="en-US" altLang="zh-CN" sz="2000" b="1" dirty="0">
                <a:latin typeface="+mn-ea"/>
              </a:rPr>
              <a:t>: P(0):</a:t>
            </a:r>
            <a:r>
              <a:rPr lang="zh-CN" altLang="en-US" sz="2000" b="1" dirty="0">
                <a:latin typeface="+mn-ea"/>
              </a:rPr>
              <a:t>按微指令下址字段执行下一条微指令</a:t>
            </a:r>
            <a:endParaRPr lang="en-US" altLang="zh-CN" sz="2000" b="1" dirty="0">
              <a:latin typeface="+mn-ea"/>
            </a:endParaRPr>
          </a:p>
          <a:p>
            <a:pPr>
              <a:defRPr/>
            </a:pPr>
            <a:r>
              <a:rPr lang="en-US" altLang="zh-CN" sz="2000" b="1" dirty="0">
                <a:latin typeface="+mn-ea"/>
              </a:rPr>
              <a:t>P(1):</a:t>
            </a:r>
            <a:r>
              <a:rPr lang="zh-CN" altLang="en-US" sz="2000" b="1" dirty="0">
                <a:latin typeface="+mn-ea"/>
              </a:rPr>
              <a:t>按指令寄存器 </a:t>
            </a:r>
            <a:r>
              <a:rPr lang="en-US" altLang="zh-CN" sz="2000" b="1" dirty="0">
                <a:latin typeface="+mn-ea"/>
              </a:rPr>
              <a:t>IR</a:t>
            </a:r>
            <a:r>
              <a:rPr lang="en-US" altLang="zh-CN" sz="2000" b="1" baseline="-25000" dirty="0">
                <a:latin typeface="+mn-ea"/>
              </a:rPr>
              <a:t>7</a:t>
            </a:r>
            <a:r>
              <a:rPr lang="en-US" altLang="zh-CN" sz="2000" b="1" dirty="0">
                <a:latin typeface="+mn-ea"/>
              </a:rPr>
              <a:t>IR</a:t>
            </a:r>
            <a:r>
              <a:rPr lang="en-US" altLang="zh-CN" sz="2000" b="1" baseline="-25000" dirty="0">
                <a:latin typeface="+mn-ea"/>
              </a:rPr>
              <a:t>6</a:t>
            </a:r>
            <a:r>
              <a:rPr lang="en-US" altLang="zh-CN" sz="2000" b="1" dirty="0">
                <a:latin typeface="+mn-ea"/>
              </a:rPr>
              <a:t>IR</a:t>
            </a:r>
            <a:r>
              <a:rPr lang="en-US" altLang="zh-CN" sz="2000" b="1" baseline="-25000" dirty="0">
                <a:latin typeface="+mn-ea"/>
              </a:rPr>
              <a:t>5</a:t>
            </a:r>
            <a:r>
              <a:rPr lang="zh-CN" altLang="en-US" sz="2000" b="1" dirty="0">
                <a:latin typeface="+mn-ea"/>
              </a:rPr>
              <a:t> 修改微地址寄存器后</a:t>
            </a:r>
            <a:r>
              <a:rPr lang="en-US" altLang="zh-CN" sz="2000" b="1" dirty="0">
                <a:latin typeface="+mn-ea"/>
              </a:rPr>
              <a:t>3</a:t>
            </a:r>
            <a:r>
              <a:rPr lang="zh-CN" altLang="en-US" sz="2000" b="1" dirty="0">
                <a:latin typeface="+mn-ea"/>
              </a:rPr>
              <a:t>位并按新地址执行下一条微指令</a:t>
            </a:r>
            <a:endParaRPr lang="en-US" altLang="zh-CN" sz="2000" b="1" dirty="0">
              <a:latin typeface="+mn-ea"/>
            </a:endParaRPr>
          </a:p>
          <a:p>
            <a:pPr>
              <a:defRPr/>
            </a:pPr>
            <a:r>
              <a:rPr lang="en-US" altLang="zh-CN" sz="2000" b="1" dirty="0">
                <a:latin typeface="+mn-ea"/>
              </a:rPr>
              <a:t>P(5):</a:t>
            </a:r>
            <a:r>
              <a:rPr lang="zh-CN" altLang="en-US" sz="2000" b="1" dirty="0">
                <a:latin typeface="+mn-ea"/>
              </a:rPr>
              <a:t>按进位标志</a:t>
            </a:r>
            <a:r>
              <a:rPr lang="en-US" altLang="zh-CN" sz="2000" b="1" dirty="0">
                <a:latin typeface="+mn-ea"/>
              </a:rPr>
              <a:t>C,</a:t>
            </a:r>
            <a:r>
              <a:rPr lang="zh-CN" altLang="en-US" sz="2000" b="1" dirty="0">
                <a:latin typeface="+mn-ea"/>
              </a:rPr>
              <a:t>修改微地址寄存器最高位并按新地址执行下一条微指令</a:t>
            </a:r>
            <a:endParaRPr lang="zh-CN" altLang="en-US" sz="2000" b="1" dirty="0">
              <a:latin typeface="+mn-ea"/>
            </a:endParaRPr>
          </a:p>
        </p:txBody>
      </p:sp>
      <p:sp>
        <p:nvSpPr>
          <p:cNvPr id="389123" name="矩形 3"/>
          <p:cNvSpPr>
            <a:spLocks noChangeArrowheads="1"/>
          </p:cNvSpPr>
          <p:nvPr/>
        </p:nvSpPr>
        <p:spPr bwMode="auto">
          <a:xfrm>
            <a:off x="773723" y="4195764"/>
            <a:ext cx="4701565"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r>
              <a:rPr lang="zh-CN" altLang="en-US" sz="2000" b="1" dirty="0"/>
              <a:t>要求</a:t>
            </a:r>
            <a:r>
              <a:rPr lang="en-US" altLang="zh-CN" sz="2000" b="1" dirty="0"/>
              <a:t>:(1)</a:t>
            </a:r>
            <a:r>
              <a:rPr lang="zh-CN" altLang="en-US" sz="2000" b="1" dirty="0"/>
              <a:t>按微指令①的微地址为起始条件</a:t>
            </a:r>
            <a:r>
              <a:rPr lang="en-US" altLang="zh-CN" sz="2000" b="1" dirty="0"/>
              <a:t>,</a:t>
            </a:r>
            <a:r>
              <a:rPr lang="zh-CN" altLang="en-US" sz="2000" b="1" dirty="0"/>
              <a:t>标出全部微指令的微地址</a:t>
            </a:r>
            <a:r>
              <a:rPr lang="en-US" altLang="zh-CN" sz="2000" b="1" dirty="0"/>
              <a:t>(</a:t>
            </a:r>
            <a:r>
              <a:rPr lang="zh-CN" altLang="en-US" sz="2000" b="1" dirty="0"/>
              <a:t>标在方框右上角</a:t>
            </a:r>
            <a:r>
              <a:rPr lang="en-US" altLang="zh-CN" sz="2000" b="1" dirty="0"/>
              <a:t>)</a:t>
            </a:r>
            <a:r>
              <a:rPr lang="zh-CN" altLang="en-US" sz="2000" b="1" dirty="0"/>
              <a:t>。</a:t>
            </a:r>
            <a:endParaRPr lang="en-US" altLang="zh-CN" sz="2000" b="1" dirty="0"/>
          </a:p>
          <a:p>
            <a:r>
              <a:rPr lang="en-US" altLang="zh-CN" sz="2000" b="1" dirty="0"/>
              <a:t>(2)</a:t>
            </a:r>
            <a:r>
              <a:rPr lang="zh-CN" altLang="en-US" sz="2000" b="1" dirty="0"/>
              <a:t>对标定①</a:t>
            </a:r>
            <a:r>
              <a:rPr lang="en-US" altLang="zh-CN" sz="2000" b="1" dirty="0"/>
              <a:t>,</a:t>
            </a:r>
            <a:r>
              <a:rPr lang="zh-CN" altLang="en-US" sz="2000" b="1" dirty="0"/>
              <a:t>②</a:t>
            </a:r>
            <a:r>
              <a:rPr lang="en-US" altLang="zh-CN" sz="2000" b="1" dirty="0"/>
              <a:t>,③,⑧,12</a:t>
            </a:r>
            <a:r>
              <a:rPr lang="zh-CN" altLang="en-US" sz="2000" b="1" dirty="0"/>
              <a:t>的五条微指令</a:t>
            </a:r>
            <a:r>
              <a:rPr lang="en-US" altLang="zh-CN" sz="2000" b="1" dirty="0"/>
              <a:t>,</a:t>
            </a:r>
            <a:r>
              <a:rPr lang="zh-CN" altLang="en-US" sz="2000" b="1" dirty="0"/>
              <a:t>列表写出每条微指令在控存中的地址以及每条微指令的内容。</a:t>
            </a:r>
            <a:endParaRPr lang="zh-CN" altLang="en-US" sz="2000" b="1" dirty="0"/>
          </a:p>
        </p:txBody>
      </p:sp>
      <p:pic>
        <p:nvPicPr>
          <p:cNvPr id="389124" name="图片 4"/>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5484814" y="765176"/>
            <a:ext cx="5183187" cy="525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146" name="矩形 1"/>
          <p:cNvSpPr>
            <a:spLocks noChangeArrowheads="1"/>
          </p:cNvSpPr>
          <p:nvPr/>
        </p:nvSpPr>
        <p:spPr bwMode="auto">
          <a:xfrm>
            <a:off x="2279650" y="620713"/>
            <a:ext cx="78486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r>
              <a:rPr lang="en-US" altLang="zh-CN"/>
              <a:t>1)1:000   2:025  3:026   4:021 5:022 6:023  7:024   8:020 9,10,11</a:t>
            </a:r>
            <a:r>
              <a:rPr lang="zh-CN" altLang="en-US"/>
              <a:t>随意</a:t>
            </a:r>
            <a:r>
              <a:rPr lang="en-US" altLang="zh-CN"/>
              <a:t>(</a:t>
            </a:r>
            <a:r>
              <a:rPr lang="zh-CN" altLang="en-US"/>
              <a:t>但必须在控存的容量范围之内</a:t>
            </a:r>
            <a:r>
              <a:rPr lang="en-US" altLang="zh-CN"/>
              <a:t>) 12:100</a:t>
            </a:r>
            <a:endParaRPr lang="zh-CN" altLang="en-US"/>
          </a:p>
        </p:txBody>
      </p:sp>
      <p:graphicFrame>
        <p:nvGraphicFramePr>
          <p:cNvPr id="4" name="表格 3"/>
          <p:cNvGraphicFramePr>
            <a:graphicFrameLocks noGrp="1"/>
          </p:cNvGraphicFramePr>
          <p:nvPr/>
        </p:nvGraphicFramePr>
        <p:xfrm>
          <a:off x="2495551" y="2349501"/>
          <a:ext cx="7345365" cy="2595565"/>
        </p:xfrm>
        <a:graphic>
          <a:graphicData uri="http://schemas.openxmlformats.org/drawingml/2006/table">
            <a:tbl>
              <a:tblPr firstRow="1" bandRow="1">
                <a:tableStyleId>{5C22544A-7EE6-4342-B048-85BDC9FD1C3A}</a:tableStyleId>
              </a:tblPr>
              <a:tblGrid>
                <a:gridCol w="1469073"/>
                <a:gridCol w="1469073"/>
                <a:gridCol w="1469073"/>
                <a:gridCol w="1469073"/>
                <a:gridCol w="1469073"/>
              </a:tblGrid>
              <a:tr h="370795">
                <a:tc rowSpan="2">
                  <a:txBody>
                    <a:bodyPr/>
                    <a:lstStyle/>
                    <a:p>
                      <a:r>
                        <a:rPr lang="zh-CN" altLang="en-US" sz="1800" dirty="0" smtClean="0">
                          <a:solidFill>
                            <a:srgbClr val="FF0000"/>
                          </a:solidFill>
                        </a:rPr>
                        <a:t>微指令序号</a:t>
                      </a:r>
                      <a:endParaRPr lang="zh-CN" altLang="en-US" sz="1800" dirty="0">
                        <a:solidFill>
                          <a:srgbClr val="FF0000"/>
                        </a:solidFill>
                      </a:endParaRPr>
                    </a:p>
                  </a:txBody>
                  <a:tcPr marL="91447" marR="91447" marT="45714" marB="45714"/>
                </a:tc>
                <a:tc rowSpan="2">
                  <a:txBody>
                    <a:bodyPr/>
                    <a:lstStyle/>
                    <a:p>
                      <a:r>
                        <a:rPr lang="zh-CN" altLang="en-US" sz="1800" dirty="0" smtClean="0">
                          <a:solidFill>
                            <a:srgbClr val="FF0000"/>
                          </a:solidFill>
                        </a:rPr>
                        <a:t>微地址</a:t>
                      </a:r>
                      <a:endParaRPr lang="zh-CN" altLang="en-US" sz="1800" dirty="0">
                        <a:solidFill>
                          <a:srgbClr val="FF0000"/>
                        </a:solidFill>
                      </a:endParaRPr>
                    </a:p>
                  </a:txBody>
                  <a:tcPr marL="91447" marR="91447" marT="45714" marB="45714"/>
                </a:tc>
                <a:tc gridSpan="3">
                  <a:txBody>
                    <a:bodyPr/>
                    <a:lstStyle/>
                    <a:p>
                      <a:pPr algn="ctr"/>
                      <a:r>
                        <a:rPr lang="zh-CN" altLang="en-US" sz="1800" dirty="0" smtClean="0">
                          <a:solidFill>
                            <a:srgbClr val="FF0000"/>
                          </a:solidFill>
                        </a:rPr>
                        <a:t>微指令组成</a:t>
                      </a:r>
                      <a:endParaRPr lang="zh-CN" altLang="en-US" sz="1800" dirty="0">
                        <a:solidFill>
                          <a:srgbClr val="FF0000"/>
                        </a:solidFill>
                      </a:endParaRPr>
                    </a:p>
                  </a:txBody>
                  <a:tcPr marL="91447" marR="91447" marT="45714" marB="45714"/>
                </a:tc>
                <a:tc hMerge="1">
                  <a:tcPr/>
                </a:tc>
                <a:tc hMerge="1">
                  <a:tcPr/>
                </a:tc>
              </a:tr>
              <a:tr h="370795">
                <a:tc vMerge="1">
                  <a:tcPr/>
                </a:tc>
                <a:tc vMerge="1">
                  <a:tcPr/>
                </a:tc>
                <a:tc>
                  <a:txBody>
                    <a:bodyPr/>
                    <a:lstStyle/>
                    <a:p>
                      <a:r>
                        <a:rPr lang="zh-CN" altLang="en-US" sz="1800" dirty="0" smtClean="0">
                          <a:solidFill>
                            <a:srgbClr val="FF0000"/>
                          </a:solidFill>
                        </a:rPr>
                        <a:t>微命令码</a:t>
                      </a:r>
                      <a:endParaRPr lang="zh-CN" altLang="en-US" sz="1800" dirty="0">
                        <a:solidFill>
                          <a:srgbClr val="FF0000"/>
                        </a:solidFill>
                      </a:endParaRPr>
                    </a:p>
                  </a:txBody>
                  <a:tcPr marL="91447" marR="91447" marT="45714" marB="45714"/>
                </a:tc>
                <a:tc>
                  <a:txBody>
                    <a:bodyPr/>
                    <a:lstStyle/>
                    <a:p>
                      <a:r>
                        <a:rPr lang="zh-CN" altLang="en-US" sz="1800" dirty="0" smtClean="0">
                          <a:solidFill>
                            <a:srgbClr val="FF0000"/>
                          </a:solidFill>
                        </a:rPr>
                        <a:t>判别标志</a:t>
                      </a:r>
                      <a:r>
                        <a:rPr lang="en-US" altLang="zh-CN" sz="1800" dirty="0" smtClean="0">
                          <a:solidFill>
                            <a:srgbClr val="FF0000"/>
                          </a:solidFill>
                        </a:rPr>
                        <a:t>Pi</a:t>
                      </a:r>
                      <a:endParaRPr lang="zh-CN" altLang="en-US" sz="1800" dirty="0">
                        <a:solidFill>
                          <a:srgbClr val="FF0000"/>
                        </a:solidFill>
                      </a:endParaRPr>
                    </a:p>
                  </a:txBody>
                  <a:tcPr marL="91447" marR="91447" marT="45714" marB="45714"/>
                </a:tc>
                <a:tc>
                  <a:txBody>
                    <a:bodyPr/>
                    <a:lstStyle/>
                    <a:p>
                      <a:r>
                        <a:rPr lang="zh-CN" altLang="en-US" sz="1800" dirty="0" smtClean="0">
                          <a:solidFill>
                            <a:srgbClr val="FF0000"/>
                          </a:solidFill>
                        </a:rPr>
                        <a:t>下址</a:t>
                      </a:r>
                      <a:endParaRPr lang="zh-CN" altLang="en-US" sz="1800" dirty="0">
                        <a:solidFill>
                          <a:srgbClr val="FF0000"/>
                        </a:solidFill>
                      </a:endParaRPr>
                    </a:p>
                  </a:txBody>
                  <a:tcPr marL="91447" marR="91447" marT="45714" marB="45714"/>
                </a:tc>
              </a:tr>
              <a:tr h="370795">
                <a:tc>
                  <a:txBody>
                    <a:bodyPr/>
                    <a:lstStyle/>
                    <a:p>
                      <a:r>
                        <a:rPr lang="en-US" altLang="zh-CN" sz="1800" dirty="0" smtClean="0"/>
                        <a:t>1</a:t>
                      </a:r>
                      <a:endParaRPr lang="zh-CN" altLang="en-US" sz="1800" dirty="0"/>
                    </a:p>
                  </a:txBody>
                  <a:tcPr marL="91447" marR="91447" marT="45714" marB="45714"/>
                </a:tc>
                <a:tc>
                  <a:txBody>
                    <a:bodyPr/>
                    <a:lstStyle/>
                    <a:p>
                      <a:r>
                        <a:rPr lang="en-US" altLang="zh-CN" sz="1800" dirty="0" smtClean="0"/>
                        <a:t>000</a:t>
                      </a:r>
                      <a:endParaRPr lang="zh-CN" altLang="en-US" sz="1800" dirty="0"/>
                    </a:p>
                  </a:txBody>
                  <a:tcPr marL="91447" marR="91447" marT="45714" marB="45714"/>
                </a:tc>
                <a:tc>
                  <a:txBody>
                    <a:bodyPr/>
                    <a:lstStyle/>
                    <a:p>
                      <a:r>
                        <a:rPr lang="en-US" altLang="zh-CN" sz="1800" dirty="0" smtClean="0"/>
                        <a:t>I</a:t>
                      </a:r>
                      <a:endParaRPr lang="zh-CN" altLang="en-US" sz="1800" dirty="0"/>
                    </a:p>
                  </a:txBody>
                  <a:tcPr marL="91447" marR="91447" marT="45714" marB="45714"/>
                </a:tc>
                <a:tc>
                  <a:txBody>
                    <a:bodyPr/>
                    <a:lstStyle/>
                    <a:p>
                      <a:r>
                        <a:rPr lang="en-US" altLang="zh-CN" sz="1800" dirty="0" smtClean="0"/>
                        <a:t>1</a:t>
                      </a:r>
                      <a:endParaRPr lang="zh-CN" altLang="en-US" sz="1800" dirty="0"/>
                    </a:p>
                  </a:txBody>
                  <a:tcPr marL="91447" marR="91447" marT="45714" marB="45714"/>
                </a:tc>
                <a:tc>
                  <a:txBody>
                    <a:bodyPr/>
                    <a:lstStyle/>
                    <a:p>
                      <a:r>
                        <a:rPr lang="en-US" altLang="zh-CN" sz="1800" dirty="0" smtClean="0"/>
                        <a:t>020</a:t>
                      </a:r>
                      <a:endParaRPr lang="zh-CN" altLang="en-US" sz="1800" dirty="0"/>
                    </a:p>
                  </a:txBody>
                  <a:tcPr marL="91447" marR="91447" marT="45714" marB="45714"/>
                </a:tc>
              </a:tr>
              <a:tr h="370795">
                <a:tc>
                  <a:txBody>
                    <a:bodyPr/>
                    <a:lstStyle/>
                    <a:p>
                      <a:r>
                        <a:rPr lang="en-US" altLang="zh-CN" sz="1800" dirty="0" smtClean="0"/>
                        <a:t>2</a:t>
                      </a:r>
                      <a:endParaRPr lang="zh-CN" altLang="en-US" sz="1800" dirty="0"/>
                    </a:p>
                  </a:txBody>
                  <a:tcPr marL="91447" marR="91447" marT="45714" marB="45714"/>
                </a:tc>
                <a:tc>
                  <a:txBody>
                    <a:bodyPr/>
                    <a:lstStyle/>
                    <a:p>
                      <a:r>
                        <a:rPr lang="en-US" altLang="zh-CN" sz="1800" dirty="0" smtClean="0"/>
                        <a:t>025</a:t>
                      </a:r>
                      <a:endParaRPr lang="zh-CN" altLang="en-US" sz="1800" dirty="0"/>
                    </a:p>
                  </a:txBody>
                  <a:tcPr marL="91447" marR="91447" marT="45714" marB="45714"/>
                </a:tc>
                <a:tc>
                  <a:txBody>
                    <a:bodyPr/>
                    <a:lstStyle/>
                    <a:p>
                      <a:r>
                        <a:rPr lang="en-US" altLang="zh-CN" sz="1800" dirty="0" smtClean="0"/>
                        <a:t>E</a:t>
                      </a:r>
                      <a:endParaRPr lang="zh-CN" altLang="en-US" sz="1800" dirty="0"/>
                    </a:p>
                  </a:txBody>
                  <a:tcPr marL="91447" marR="91447" marT="45714" marB="45714"/>
                </a:tc>
                <a:tc>
                  <a:txBody>
                    <a:bodyPr/>
                    <a:lstStyle/>
                    <a:p>
                      <a:r>
                        <a:rPr lang="en-US" altLang="zh-CN" sz="1800" dirty="0" smtClean="0"/>
                        <a:t>5</a:t>
                      </a:r>
                      <a:endParaRPr lang="zh-CN" altLang="en-US" sz="1800" dirty="0"/>
                    </a:p>
                  </a:txBody>
                  <a:tcPr marL="91447" marR="91447" marT="45714" marB="45714"/>
                </a:tc>
                <a:tc>
                  <a:txBody>
                    <a:bodyPr/>
                    <a:lstStyle/>
                    <a:p>
                      <a:r>
                        <a:rPr lang="en-US" altLang="zh-CN" sz="1800" dirty="0" smtClean="0"/>
                        <a:t>000</a:t>
                      </a:r>
                      <a:endParaRPr lang="zh-CN" altLang="en-US" sz="1800" dirty="0"/>
                    </a:p>
                  </a:txBody>
                  <a:tcPr marL="91447" marR="91447" marT="45714" marB="45714"/>
                </a:tc>
              </a:tr>
              <a:tr h="370795">
                <a:tc>
                  <a:txBody>
                    <a:bodyPr/>
                    <a:lstStyle/>
                    <a:p>
                      <a:r>
                        <a:rPr lang="en-US" altLang="zh-CN" sz="1800" dirty="0" smtClean="0"/>
                        <a:t>3</a:t>
                      </a:r>
                      <a:endParaRPr lang="zh-CN" altLang="en-US" sz="1800" dirty="0"/>
                    </a:p>
                  </a:txBody>
                  <a:tcPr marL="91447" marR="91447" marT="45714" marB="45714"/>
                </a:tc>
                <a:tc>
                  <a:txBody>
                    <a:bodyPr/>
                    <a:lstStyle/>
                    <a:p>
                      <a:r>
                        <a:rPr lang="en-US" altLang="zh-CN" sz="1800" dirty="0" smtClean="0"/>
                        <a:t>026</a:t>
                      </a:r>
                      <a:endParaRPr lang="zh-CN" altLang="en-US" sz="1800" dirty="0"/>
                    </a:p>
                  </a:txBody>
                  <a:tcPr marL="91447" marR="91447" marT="45714" marB="45714"/>
                </a:tc>
                <a:tc>
                  <a:txBody>
                    <a:bodyPr/>
                    <a:lstStyle/>
                    <a:p>
                      <a:r>
                        <a:rPr lang="en-US" altLang="zh-CN" sz="1800" dirty="0" smtClean="0"/>
                        <a:t>F</a:t>
                      </a:r>
                      <a:endParaRPr lang="zh-CN" altLang="en-US" sz="1800" dirty="0"/>
                    </a:p>
                  </a:txBody>
                  <a:tcPr marL="91447" marR="91447" marT="45714" marB="45714"/>
                </a:tc>
                <a:tc>
                  <a:txBody>
                    <a:bodyPr/>
                    <a:lstStyle/>
                    <a:p>
                      <a:r>
                        <a:rPr lang="en-US" altLang="zh-CN" sz="1800" dirty="0" smtClean="0"/>
                        <a:t>0</a:t>
                      </a:r>
                      <a:endParaRPr lang="zh-CN" altLang="en-US" sz="1800" dirty="0"/>
                    </a:p>
                  </a:txBody>
                  <a:tcPr marL="91447" marR="91447" marT="45714" marB="45714"/>
                </a:tc>
                <a:tc>
                  <a:txBody>
                    <a:bodyPr/>
                    <a:lstStyle/>
                    <a:p>
                      <a:r>
                        <a:rPr lang="en-US" altLang="zh-CN" sz="1800" dirty="0" smtClean="0"/>
                        <a:t>000</a:t>
                      </a:r>
                      <a:endParaRPr lang="zh-CN" altLang="en-US" sz="1800" dirty="0"/>
                    </a:p>
                  </a:txBody>
                  <a:tcPr marL="91447" marR="91447" marT="45714" marB="45714"/>
                </a:tc>
              </a:tr>
              <a:tr h="370795">
                <a:tc>
                  <a:txBody>
                    <a:bodyPr/>
                    <a:lstStyle/>
                    <a:p>
                      <a:r>
                        <a:rPr lang="en-US" altLang="zh-CN" sz="1800" dirty="0" smtClean="0"/>
                        <a:t>8</a:t>
                      </a:r>
                      <a:endParaRPr lang="zh-CN" altLang="en-US" sz="1800" dirty="0"/>
                    </a:p>
                  </a:txBody>
                  <a:tcPr marL="91447" marR="91447" marT="45714" marB="45714"/>
                </a:tc>
                <a:tc>
                  <a:txBody>
                    <a:bodyPr/>
                    <a:lstStyle/>
                    <a:p>
                      <a:r>
                        <a:rPr lang="en-US" altLang="zh-CN" sz="1800" dirty="0" smtClean="0"/>
                        <a:t>020</a:t>
                      </a:r>
                      <a:endParaRPr lang="zh-CN" altLang="en-US" sz="1800" dirty="0"/>
                    </a:p>
                  </a:txBody>
                  <a:tcPr marL="91447" marR="91447" marT="45714" marB="45714"/>
                </a:tc>
                <a:tc>
                  <a:txBody>
                    <a:bodyPr/>
                    <a:lstStyle/>
                    <a:p>
                      <a:r>
                        <a:rPr lang="en-US" altLang="zh-CN" sz="1800" dirty="0" smtClean="0"/>
                        <a:t>G</a:t>
                      </a:r>
                      <a:endParaRPr lang="zh-CN" altLang="en-US" sz="1800" dirty="0"/>
                    </a:p>
                  </a:txBody>
                  <a:tcPr marL="91447" marR="91447" marT="45714" marB="45714"/>
                </a:tc>
                <a:tc>
                  <a:txBody>
                    <a:bodyPr/>
                    <a:lstStyle/>
                    <a:p>
                      <a:r>
                        <a:rPr lang="en-US" altLang="zh-CN" sz="1800" dirty="0" smtClean="0"/>
                        <a:t>0</a:t>
                      </a:r>
                      <a:endParaRPr lang="zh-CN" altLang="en-US" sz="1800" dirty="0"/>
                    </a:p>
                  </a:txBody>
                  <a:tcPr marL="91447" marR="91447" marT="45714" marB="45714"/>
                </a:tc>
                <a:tc>
                  <a:txBody>
                    <a:bodyPr/>
                    <a:lstStyle/>
                    <a:p>
                      <a:r>
                        <a:rPr lang="zh-CN" altLang="en-US" sz="1800" dirty="0" smtClean="0"/>
                        <a:t>随意</a:t>
                      </a:r>
                      <a:endParaRPr lang="zh-CN" altLang="en-US" sz="1800" dirty="0"/>
                    </a:p>
                  </a:txBody>
                  <a:tcPr marL="91447" marR="91447" marT="45714" marB="45714"/>
                </a:tc>
              </a:tr>
              <a:tr h="370795">
                <a:tc>
                  <a:txBody>
                    <a:bodyPr/>
                    <a:lstStyle/>
                    <a:p>
                      <a:r>
                        <a:rPr lang="en-US" altLang="zh-CN" sz="1800" dirty="0" smtClean="0"/>
                        <a:t>12</a:t>
                      </a:r>
                      <a:endParaRPr lang="zh-CN" altLang="en-US" sz="1800" dirty="0"/>
                    </a:p>
                  </a:txBody>
                  <a:tcPr marL="91447" marR="91447" marT="45714" marB="45714"/>
                </a:tc>
                <a:tc>
                  <a:txBody>
                    <a:bodyPr/>
                    <a:lstStyle/>
                    <a:p>
                      <a:r>
                        <a:rPr lang="en-US" altLang="zh-CN" sz="1800" dirty="0" smtClean="0"/>
                        <a:t>100</a:t>
                      </a:r>
                      <a:endParaRPr lang="zh-CN" altLang="en-US" sz="1800" dirty="0"/>
                    </a:p>
                  </a:txBody>
                  <a:tcPr marL="91447" marR="91447" marT="45714" marB="45714"/>
                </a:tc>
                <a:tc>
                  <a:txBody>
                    <a:bodyPr/>
                    <a:lstStyle/>
                    <a:p>
                      <a:r>
                        <a:rPr lang="en-US" altLang="zh-CN" sz="1800" dirty="0" smtClean="0"/>
                        <a:t>T</a:t>
                      </a:r>
                      <a:endParaRPr lang="zh-CN" altLang="en-US" sz="1800" dirty="0"/>
                    </a:p>
                  </a:txBody>
                  <a:tcPr marL="91447" marR="91447" marT="45714" marB="45714"/>
                </a:tc>
                <a:tc>
                  <a:txBody>
                    <a:bodyPr/>
                    <a:lstStyle/>
                    <a:p>
                      <a:r>
                        <a:rPr lang="en-US" altLang="zh-CN" sz="1800" dirty="0" smtClean="0"/>
                        <a:t>0</a:t>
                      </a:r>
                      <a:endParaRPr lang="zh-CN" altLang="en-US" sz="1800" dirty="0"/>
                    </a:p>
                  </a:txBody>
                  <a:tcPr marL="91447" marR="91447" marT="45714" marB="45714"/>
                </a:tc>
                <a:tc>
                  <a:txBody>
                    <a:bodyPr/>
                    <a:lstStyle/>
                    <a:p>
                      <a:r>
                        <a:rPr lang="en-US" altLang="zh-CN" sz="1800" dirty="0" smtClean="0"/>
                        <a:t>000</a:t>
                      </a:r>
                      <a:endParaRPr lang="zh-CN" altLang="en-US" sz="1800" dirty="0"/>
                    </a:p>
                  </a:txBody>
                  <a:tcPr marL="91447" marR="91447" marT="45714" marB="45714"/>
                </a:tc>
              </a:tr>
            </a:tbl>
          </a:graphicData>
        </a:graphic>
      </p:graphicFrame>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image" Target="../media/image5.jpeg"/></Relationships>
</file>

<file path=ppt/theme/theme1.xml><?xml version="1.0" encoding="utf-8"?>
<a:theme xmlns:a="http://schemas.openxmlformats.org/drawingml/2006/main" name="环保">
  <a:themeElements>
    <a:clrScheme name="环保">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环保">
      <a:majorFont>
        <a:latin typeface="Garamond"/>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环保">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教材母版">
  <a:themeElements>
    <a:clrScheme name="1_教材母版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1_教材母版">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1_教材母版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教材母版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教材母版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教材母版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教材母版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教材母版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教材母版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教材母版">
  <a:themeElements>
    <a:clrScheme name="1_教材母版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1_教材母版">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1_教材母版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教材母版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教材母版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教材母版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教材母版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教材母版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教材母版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0</TotalTime>
  <Words>6789</Words>
  <Application>WPS 演示</Application>
  <PresentationFormat>宽屏</PresentationFormat>
  <Paragraphs>497</Paragraphs>
  <Slides>32</Slides>
  <Notes>7</Notes>
  <HiddenSlides>0</HiddenSlides>
  <MMClips>0</MMClips>
  <ScaleCrop>false</ScaleCrop>
  <HeadingPairs>
    <vt:vector size="6" baseType="variant">
      <vt:variant>
        <vt:lpstr>已用的字体</vt:lpstr>
      </vt:variant>
      <vt:variant>
        <vt:i4>15</vt:i4>
      </vt:variant>
      <vt:variant>
        <vt:lpstr>主题</vt:lpstr>
      </vt:variant>
      <vt:variant>
        <vt:i4>3</vt:i4>
      </vt:variant>
      <vt:variant>
        <vt:lpstr>幻灯片标题</vt:lpstr>
      </vt:variant>
      <vt:variant>
        <vt:i4>32</vt:i4>
      </vt:variant>
    </vt:vector>
  </HeadingPairs>
  <TitlesOfParts>
    <vt:vector size="50" baseType="lpstr">
      <vt:lpstr>Arial</vt:lpstr>
      <vt:lpstr>宋体</vt:lpstr>
      <vt:lpstr>Wingdings</vt:lpstr>
      <vt:lpstr>Arial</vt:lpstr>
      <vt:lpstr>Times New Roman</vt:lpstr>
      <vt:lpstr>华文新魏</vt:lpstr>
      <vt:lpstr>隶书</vt:lpstr>
      <vt:lpstr>楷体</vt:lpstr>
      <vt:lpstr>Tahoma</vt:lpstr>
      <vt:lpstr>华文楷体</vt:lpstr>
      <vt:lpstr>微软雅黑</vt:lpstr>
      <vt:lpstr>Arial Unicode MS</vt:lpstr>
      <vt:lpstr>方正舒体</vt:lpstr>
      <vt:lpstr>Garamond</vt:lpstr>
      <vt:lpstr>等线</vt:lpstr>
      <vt:lpstr>环保</vt:lpstr>
      <vt:lpstr>1_教材母版</vt:lpstr>
      <vt:lpstr>2_教材母版</vt:lpstr>
      <vt:lpstr>第五章 中央处理器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某计算机的数据通路结构如下图所示，写出实现 ADD R1,(R2)的微操作序列（含取指令及确定后继指令地址)。</vt:lpstr>
      <vt:lpstr>PowerPoint 演示文稿</vt:lpstr>
      <vt:lpstr>下图是一个简化的 CPU 与主存连接结构示意图（图中省略了所有的多路选择器）。其中有一个累加寄存器（ACC)、一个状态数据寄存器和其他 4 个寄存器：主存地址寄存器(MAR)、主存数据寄存器（MDR）、程序寄存器（PC）和指令寄存器（IR )，各部件及其之间的连线表示数据通路，箭头表示信息传递方向。         1）请写出图中 a、b、c、d 四个寄存器的名称。 2）简述图中取指令的数据通路。 3）简述数据在运算器和主存之间进行存/取访问的数据通路。 4）简述完成指令 LDA X的数据通路（X为主存地址，LDA 的功能为(X)→ACC), 5）简述完成指令ADD Y的数据通路(Y为主存地址，ADDY的功能为(ACC)+(Y)→ACC)) 6）简述完成指令STD Z的数据通路(Z为主存地址，STD Z的功能为(ACC)→Z) </vt:lpstr>
      <vt:lpstr>设有如下图所示的单总线结构，分析指令ADD(R0),R1的指令流程和控制信号。</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第五章 中央处理器</dc:title>
  <dc:creator>xiao</dc:creator>
  <cp:lastModifiedBy>蔚破冲</cp:lastModifiedBy>
  <cp:revision>34</cp:revision>
  <dcterms:created xsi:type="dcterms:W3CDTF">2023-12-08T05:59:00Z</dcterms:created>
  <dcterms:modified xsi:type="dcterms:W3CDTF">2025-01-01T12:57:03Z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8476CE86B5F1483697400A6ED36D557B_12</vt:lpwstr>
  </property>
  <property fmtid="{D5CDD505-2E9C-101B-9397-08002B2CF9AE}" pid="3" name="KSOProductBuildVer">
    <vt:lpwstr>2052-12.1.0.19770</vt:lpwstr>
  </property>
</Properties>
</file>